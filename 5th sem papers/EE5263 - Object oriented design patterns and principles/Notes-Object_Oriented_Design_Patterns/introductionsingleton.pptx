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 id="2147484054" r:id="rId2"/>
  </p:sldMasterIdLst>
  <p:notesMasterIdLst>
    <p:notesMasterId r:id="rId52"/>
  </p:notesMasterIdLst>
  <p:handoutMasterIdLst>
    <p:handoutMasterId r:id="rId53"/>
  </p:handoutMasterIdLst>
  <p:sldIdLst>
    <p:sldId id="256" r:id="rId3"/>
    <p:sldId id="328" r:id="rId4"/>
    <p:sldId id="295" r:id="rId5"/>
    <p:sldId id="257" r:id="rId6"/>
    <p:sldId id="258" r:id="rId7"/>
    <p:sldId id="296" r:id="rId8"/>
    <p:sldId id="297" r:id="rId9"/>
    <p:sldId id="300" r:id="rId10"/>
    <p:sldId id="298" r:id="rId11"/>
    <p:sldId id="301" r:id="rId12"/>
    <p:sldId id="302" r:id="rId13"/>
    <p:sldId id="303" r:id="rId14"/>
    <p:sldId id="304" r:id="rId15"/>
    <p:sldId id="260" r:id="rId16"/>
    <p:sldId id="259" r:id="rId17"/>
    <p:sldId id="306" r:id="rId18"/>
    <p:sldId id="307" r:id="rId19"/>
    <p:sldId id="261" r:id="rId20"/>
    <p:sldId id="263" r:id="rId21"/>
    <p:sldId id="287" r:id="rId22"/>
    <p:sldId id="309" r:id="rId23"/>
    <p:sldId id="290" r:id="rId24"/>
    <p:sldId id="311" r:id="rId25"/>
    <p:sldId id="312" r:id="rId26"/>
    <p:sldId id="279" r:id="rId27"/>
    <p:sldId id="292" r:id="rId28"/>
    <p:sldId id="288" r:id="rId29"/>
    <p:sldId id="310" r:id="rId30"/>
    <p:sldId id="323" r:id="rId31"/>
    <p:sldId id="324" r:id="rId32"/>
    <p:sldId id="325" r:id="rId33"/>
    <p:sldId id="326" r:id="rId34"/>
    <p:sldId id="327" r:id="rId35"/>
    <p:sldId id="313" r:id="rId36"/>
    <p:sldId id="262" r:id="rId37"/>
    <p:sldId id="314" r:id="rId38"/>
    <p:sldId id="315" r:id="rId39"/>
    <p:sldId id="277" r:id="rId40"/>
    <p:sldId id="316" r:id="rId41"/>
    <p:sldId id="278" r:id="rId42"/>
    <p:sldId id="283" r:id="rId43"/>
    <p:sldId id="321" r:id="rId44"/>
    <p:sldId id="284" r:id="rId45"/>
    <p:sldId id="271" r:id="rId46"/>
    <p:sldId id="264" r:id="rId47"/>
    <p:sldId id="320" r:id="rId48"/>
    <p:sldId id="322" r:id="rId49"/>
    <p:sldId id="319" r:id="rId50"/>
    <p:sldId id="305" r:id="rId51"/>
  </p:sldIdLst>
  <p:sldSz cx="9144000" cy="6858000" type="screen4x3"/>
  <p:notesSz cx="9223375" cy="700405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820" autoAdjust="0"/>
  </p:normalViewPr>
  <p:slideViewPr>
    <p:cSldViewPr>
      <p:cViewPr varScale="1">
        <p:scale>
          <a:sx n="118" d="100"/>
          <a:sy n="118" d="100"/>
        </p:scale>
        <p:origin x="1384" y="19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B0A4F6B-2FB9-EA22-BD83-18A7A0303C8B}"/>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0963" name="Rectangle 3">
            <a:extLst>
              <a:ext uri="{FF2B5EF4-FFF2-40B4-BE49-F238E27FC236}">
                <a16:creationId xmlns:a16="http://schemas.microsoft.com/office/drawing/2014/main" id="{BF1FC472-832E-3996-465E-466A840D82E3}"/>
              </a:ext>
            </a:extLst>
          </p:cNvPr>
          <p:cNvSpPr>
            <a:spLocks noGrp="1" noChangeArrowheads="1"/>
          </p:cNvSpPr>
          <p:nvPr>
            <p:ph type="dt" sz="quarter"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40964" name="Rectangle 4">
            <a:extLst>
              <a:ext uri="{FF2B5EF4-FFF2-40B4-BE49-F238E27FC236}">
                <a16:creationId xmlns:a16="http://schemas.microsoft.com/office/drawing/2014/main" id="{23C588FA-EE73-1C22-34C1-D2B9C19FA354}"/>
              </a:ext>
            </a:extLst>
          </p:cNvPr>
          <p:cNvSpPr>
            <a:spLocks noGrp="1" noChangeArrowheads="1"/>
          </p:cNvSpPr>
          <p:nvPr>
            <p:ph type="ftr" sz="quarter" idx="2"/>
          </p:nvPr>
        </p:nvSpPr>
        <p:spPr bwMode="auto">
          <a:xfrm>
            <a:off x="0"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0965" name="Rectangle 5">
            <a:extLst>
              <a:ext uri="{FF2B5EF4-FFF2-40B4-BE49-F238E27FC236}">
                <a16:creationId xmlns:a16="http://schemas.microsoft.com/office/drawing/2014/main" id="{07CE2489-5ED4-6546-FF70-8716EDD50D12}"/>
              </a:ext>
            </a:extLst>
          </p:cNvPr>
          <p:cNvSpPr>
            <a:spLocks noGrp="1" noChangeArrowheads="1"/>
          </p:cNvSpPr>
          <p:nvPr>
            <p:ph type="sldNum" sz="quarter" idx="3"/>
          </p:nvPr>
        </p:nvSpPr>
        <p:spPr bwMode="auto">
          <a:xfrm>
            <a:off x="5224463"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DCBE950-C6E3-514D-95E5-53C3E317F88F}" type="slidenum">
              <a:rPr lang="en-US" altLang="en-LK"/>
              <a:pPr/>
              <a:t>‹#›</a:t>
            </a:fld>
            <a:endParaRPr lang="en-US" altLang="en-LK"/>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6654083-DF58-7E6A-CC77-2F4619857C27}"/>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9155" name="Rectangle 3">
            <a:extLst>
              <a:ext uri="{FF2B5EF4-FFF2-40B4-BE49-F238E27FC236}">
                <a16:creationId xmlns:a16="http://schemas.microsoft.com/office/drawing/2014/main" id="{49875F54-F29E-D8F7-D56D-3BF58F4926D0}"/>
              </a:ext>
            </a:extLst>
          </p:cNvPr>
          <p:cNvSpPr>
            <a:spLocks noGrp="1" noChangeArrowheads="1"/>
          </p:cNvSpPr>
          <p:nvPr>
            <p:ph type="dt"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53252" name="Rectangle 4">
            <a:extLst>
              <a:ext uri="{FF2B5EF4-FFF2-40B4-BE49-F238E27FC236}">
                <a16:creationId xmlns:a16="http://schemas.microsoft.com/office/drawing/2014/main" id="{1B7C885F-F289-C369-A93E-6D158F171172}"/>
              </a:ext>
            </a:extLst>
          </p:cNvPr>
          <p:cNvSpPr>
            <a:spLocks noGrp="1" noRot="1" noChangeAspect="1" noChangeArrowheads="1" noTextEdit="1"/>
          </p:cNvSpPr>
          <p:nvPr>
            <p:ph type="sldImg" idx="2"/>
          </p:nvPr>
        </p:nvSpPr>
        <p:spPr bwMode="auto">
          <a:xfrm>
            <a:off x="2860675" y="525463"/>
            <a:ext cx="3502025" cy="2625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7" name="Rectangle 5">
            <a:extLst>
              <a:ext uri="{FF2B5EF4-FFF2-40B4-BE49-F238E27FC236}">
                <a16:creationId xmlns:a16="http://schemas.microsoft.com/office/drawing/2014/main" id="{10879A85-9227-3282-552D-1653B750531E}"/>
              </a:ext>
            </a:extLst>
          </p:cNvPr>
          <p:cNvSpPr>
            <a:spLocks noGrp="1" noChangeArrowheads="1"/>
          </p:cNvSpPr>
          <p:nvPr>
            <p:ph type="body" sz="quarter" idx="3"/>
          </p:nvPr>
        </p:nvSpPr>
        <p:spPr bwMode="auto">
          <a:xfrm>
            <a:off x="922338" y="3327400"/>
            <a:ext cx="7378700" cy="3151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a:extLst>
              <a:ext uri="{FF2B5EF4-FFF2-40B4-BE49-F238E27FC236}">
                <a16:creationId xmlns:a16="http://schemas.microsoft.com/office/drawing/2014/main" id="{D3C11C1F-4C81-0579-DC66-843874F5674D}"/>
              </a:ext>
            </a:extLst>
          </p:cNvPr>
          <p:cNvSpPr>
            <a:spLocks noGrp="1" noChangeArrowheads="1"/>
          </p:cNvSpPr>
          <p:nvPr>
            <p:ph type="ftr" sz="quarter" idx="4"/>
          </p:nvPr>
        </p:nvSpPr>
        <p:spPr bwMode="auto">
          <a:xfrm>
            <a:off x="0"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9159" name="Rectangle 7">
            <a:extLst>
              <a:ext uri="{FF2B5EF4-FFF2-40B4-BE49-F238E27FC236}">
                <a16:creationId xmlns:a16="http://schemas.microsoft.com/office/drawing/2014/main" id="{00CD587F-2176-2CB3-B447-86FCC9CFDA0C}"/>
              </a:ext>
            </a:extLst>
          </p:cNvPr>
          <p:cNvSpPr>
            <a:spLocks noGrp="1" noChangeArrowheads="1"/>
          </p:cNvSpPr>
          <p:nvPr>
            <p:ph type="sldNum" sz="quarter" idx="5"/>
          </p:nvPr>
        </p:nvSpPr>
        <p:spPr bwMode="auto">
          <a:xfrm>
            <a:off x="5224463"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3CA9E0D-D664-DB4E-A588-9B14C0560B58}" type="slidenum">
              <a:rPr lang="en-US" altLang="en-LK"/>
              <a:pPr/>
              <a:t>‹#›</a:t>
            </a:fld>
            <a:endParaRPr lang="en-US" altLang="en-LK"/>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88A387BF-1A3C-0386-581F-67C8A043F805}"/>
              </a:ext>
            </a:extLst>
          </p:cNvPr>
          <p:cNvSpPr>
            <a:spLocks noGrp="1" noRot="1" noChangeAspect="1" noTextEdit="1"/>
          </p:cNvSpPr>
          <p:nvPr>
            <p:ph type="sldImg"/>
          </p:nvPr>
        </p:nvSpPr>
        <p:spPr>
          <a:ln/>
        </p:spPr>
      </p:sp>
      <p:sp>
        <p:nvSpPr>
          <p:cNvPr id="54275" name="Notes Placeholder 2">
            <a:extLst>
              <a:ext uri="{FF2B5EF4-FFF2-40B4-BE49-F238E27FC236}">
                <a16:creationId xmlns:a16="http://schemas.microsoft.com/office/drawing/2014/main" id="{80297858-08AA-3E42-0987-A0611996967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endParaRPr lang="en-LK" altLang="en-LK">
              <a:latin typeface="Arial" panose="020B0604020202020204" pitchFamily="34" charset="0"/>
            </a:endParaRPr>
          </a:p>
        </p:txBody>
      </p:sp>
      <p:sp>
        <p:nvSpPr>
          <p:cNvPr id="54276" name="Date Placeholder 3">
            <a:extLst>
              <a:ext uri="{FF2B5EF4-FFF2-40B4-BE49-F238E27FC236}">
                <a16:creationId xmlns:a16="http://schemas.microsoft.com/office/drawing/2014/main" id="{42EEBFFE-5B34-3D6E-1659-C19E7891880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54277" name="Slide Number Placeholder 4">
            <a:extLst>
              <a:ext uri="{FF2B5EF4-FFF2-40B4-BE49-F238E27FC236}">
                <a16:creationId xmlns:a16="http://schemas.microsoft.com/office/drawing/2014/main" id="{015C7944-72C8-F517-405B-EDF3DAA5F8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AE2F0F-9AF9-A94F-A5C7-85C6916E5263}" type="slidenum">
              <a:rPr lang="en-US" altLang="en-LK"/>
              <a:pPr/>
              <a:t>3</a:t>
            </a:fld>
            <a:endParaRPr lang="en-US" altLang="en-L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51693F79-3A05-C535-2AA2-90DE7B36262B}"/>
              </a:ext>
            </a:extLst>
          </p:cNvPr>
          <p:cNvSpPr>
            <a:spLocks noGrp="1" noRot="1" noChangeAspect="1" noTextEdit="1"/>
          </p:cNvSpPr>
          <p:nvPr>
            <p:ph type="sldImg"/>
          </p:nvPr>
        </p:nvSpPr>
        <p:spPr>
          <a:ln/>
        </p:spPr>
      </p:sp>
      <p:sp>
        <p:nvSpPr>
          <p:cNvPr id="55299" name="Notes Placeholder 2">
            <a:extLst>
              <a:ext uri="{FF2B5EF4-FFF2-40B4-BE49-F238E27FC236}">
                <a16:creationId xmlns:a16="http://schemas.microsoft.com/office/drawing/2014/main" id="{18EAB602-29CD-B05F-D235-0382BE92F1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55300" name="Date Placeholder 3">
            <a:extLst>
              <a:ext uri="{FF2B5EF4-FFF2-40B4-BE49-F238E27FC236}">
                <a16:creationId xmlns:a16="http://schemas.microsoft.com/office/drawing/2014/main" id="{90B26EB4-4F67-B263-70B5-8E4ECC75324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55301" name="Slide Number Placeholder 4">
            <a:extLst>
              <a:ext uri="{FF2B5EF4-FFF2-40B4-BE49-F238E27FC236}">
                <a16:creationId xmlns:a16="http://schemas.microsoft.com/office/drawing/2014/main" id="{ED618C08-E773-2372-1929-82A3C4DCFC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B9BD18B-826A-894B-9F9E-DAA78CF01154}" type="slidenum">
              <a:rPr lang="en-US" altLang="en-LK"/>
              <a:pPr/>
              <a:t>4</a:t>
            </a:fld>
            <a:endParaRPr lang="en-US" altLang="en-L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EE980A2A-5C1E-C701-B0C5-6556D983158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56323" name="Rectangle 7">
            <a:extLst>
              <a:ext uri="{FF2B5EF4-FFF2-40B4-BE49-F238E27FC236}">
                <a16:creationId xmlns:a16="http://schemas.microsoft.com/office/drawing/2014/main" id="{7E5E7C34-DE0B-5DA3-E1C7-1CE9218DD5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8E504E-BD5A-724E-8C98-8404059E31C7}" type="slidenum">
              <a:rPr lang="en-US" altLang="en-LK"/>
              <a:pPr/>
              <a:t>5</a:t>
            </a:fld>
            <a:endParaRPr lang="en-US" altLang="en-LK"/>
          </a:p>
        </p:txBody>
      </p:sp>
      <p:sp>
        <p:nvSpPr>
          <p:cNvPr id="56324" name="Rectangle 2">
            <a:extLst>
              <a:ext uri="{FF2B5EF4-FFF2-40B4-BE49-F238E27FC236}">
                <a16:creationId xmlns:a16="http://schemas.microsoft.com/office/drawing/2014/main" id="{C8762EF3-DB0A-7CDF-E3CD-BD180792C09D}"/>
              </a:ext>
            </a:extLst>
          </p:cNvPr>
          <p:cNvSpPr>
            <a:spLocks noGrp="1" noRot="1" noChangeAspect="1" noChangeArrowheads="1" noTextEdit="1"/>
          </p:cNvSpPr>
          <p:nvPr>
            <p:ph type="sldImg"/>
          </p:nvPr>
        </p:nvSpPr>
        <p:spPr>
          <a:ln/>
        </p:spPr>
      </p:sp>
      <p:sp>
        <p:nvSpPr>
          <p:cNvPr id="56325" name="Rectangle 3">
            <a:extLst>
              <a:ext uri="{FF2B5EF4-FFF2-40B4-BE49-F238E27FC236}">
                <a16:creationId xmlns:a16="http://schemas.microsoft.com/office/drawing/2014/main" id="{FF30B344-0B66-D41A-6E99-AB618E70A0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LK" altLang="en-LK">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930FE21F-98D7-62CD-1297-344D7849A714}"/>
              </a:ext>
            </a:extLst>
          </p:cNvPr>
          <p:cNvSpPr>
            <a:spLocks noGrp="1" noRot="1" noChangeAspect="1" noTextEdit="1"/>
          </p:cNvSpPr>
          <p:nvPr>
            <p:ph type="sldImg"/>
          </p:nvPr>
        </p:nvSpPr>
        <p:spPr>
          <a:ln/>
        </p:spPr>
      </p:sp>
      <p:sp>
        <p:nvSpPr>
          <p:cNvPr id="57347" name="Notes Placeholder 2">
            <a:extLst>
              <a:ext uri="{FF2B5EF4-FFF2-40B4-BE49-F238E27FC236}">
                <a16:creationId xmlns:a16="http://schemas.microsoft.com/office/drawing/2014/main" id="{786D8BD2-C542-7098-C9F9-890B7F1DA7A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57348" name="Date Placeholder 3">
            <a:extLst>
              <a:ext uri="{FF2B5EF4-FFF2-40B4-BE49-F238E27FC236}">
                <a16:creationId xmlns:a16="http://schemas.microsoft.com/office/drawing/2014/main" id="{B29BAA3A-C046-36EE-8D8B-389510CA0C1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57349" name="Slide Number Placeholder 4">
            <a:extLst>
              <a:ext uri="{FF2B5EF4-FFF2-40B4-BE49-F238E27FC236}">
                <a16:creationId xmlns:a16="http://schemas.microsoft.com/office/drawing/2014/main" id="{10F4F377-AAAA-7DA9-CFB7-60E1334E1C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0A21CA7-6CF6-384A-9993-49BAA8D7529B}" type="slidenum">
              <a:rPr lang="en-US" altLang="en-LK"/>
              <a:pPr/>
              <a:t>6</a:t>
            </a:fld>
            <a:endParaRPr lang="en-US" altLang="en-LK"/>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1AABD40D-40B5-9B44-F226-878D6D8606C6}"/>
              </a:ext>
            </a:extLst>
          </p:cNvPr>
          <p:cNvSpPr>
            <a:spLocks noGrp="1" noRot="1" noChangeAspect="1" noTextEdit="1"/>
          </p:cNvSpPr>
          <p:nvPr>
            <p:ph type="sldImg"/>
          </p:nvPr>
        </p:nvSpPr>
        <p:spPr>
          <a:ln/>
        </p:spPr>
      </p:sp>
      <p:sp>
        <p:nvSpPr>
          <p:cNvPr id="58371" name="Notes Placeholder 2">
            <a:extLst>
              <a:ext uri="{FF2B5EF4-FFF2-40B4-BE49-F238E27FC236}">
                <a16:creationId xmlns:a16="http://schemas.microsoft.com/office/drawing/2014/main" id="{5B97E9DE-C7F3-320C-C9A4-93B1A8B8CE3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58372" name="Date Placeholder 3">
            <a:extLst>
              <a:ext uri="{FF2B5EF4-FFF2-40B4-BE49-F238E27FC236}">
                <a16:creationId xmlns:a16="http://schemas.microsoft.com/office/drawing/2014/main" id="{A7837CBA-41BF-A82E-6A0A-D9E83AE91E6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58373" name="Slide Number Placeholder 4">
            <a:extLst>
              <a:ext uri="{FF2B5EF4-FFF2-40B4-BE49-F238E27FC236}">
                <a16:creationId xmlns:a16="http://schemas.microsoft.com/office/drawing/2014/main" id="{A6052DC2-A04D-BB16-E512-64337232E5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353CE2-7097-0C48-970B-9401068E9946}" type="slidenum">
              <a:rPr lang="en-US" altLang="en-LK"/>
              <a:pPr/>
              <a:t>9</a:t>
            </a:fld>
            <a:endParaRPr lang="en-US" altLang="en-LK"/>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FFB76E72-04FF-F981-6945-8EF90D08972A}"/>
              </a:ext>
            </a:extLst>
          </p:cNvPr>
          <p:cNvSpPr>
            <a:spLocks noGrp="1" noRot="1" noChangeAspect="1" noTextEdit="1"/>
          </p:cNvSpPr>
          <p:nvPr>
            <p:ph type="sldImg"/>
          </p:nvPr>
        </p:nvSpPr>
        <p:spPr>
          <a:ln/>
        </p:spPr>
      </p:sp>
      <p:sp>
        <p:nvSpPr>
          <p:cNvPr id="59395" name="Notes Placeholder 2">
            <a:extLst>
              <a:ext uri="{FF2B5EF4-FFF2-40B4-BE49-F238E27FC236}">
                <a16:creationId xmlns:a16="http://schemas.microsoft.com/office/drawing/2014/main" id="{513E9902-AAF1-49BD-0D6B-7A069E3E24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59396" name="Date Placeholder 3">
            <a:extLst>
              <a:ext uri="{FF2B5EF4-FFF2-40B4-BE49-F238E27FC236}">
                <a16:creationId xmlns:a16="http://schemas.microsoft.com/office/drawing/2014/main" id="{EF8DE891-7718-35E8-1723-98FCEB1CD69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59397" name="Slide Number Placeholder 4">
            <a:extLst>
              <a:ext uri="{FF2B5EF4-FFF2-40B4-BE49-F238E27FC236}">
                <a16:creationId xmlns:a16="http://schemas.microsoft.com/office/drawing/2014/main" id="{66923A57-8064-8402-8F68-33ACCCF13C6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2014D36-A5DD-BB4A-9E89-81D4B9122F52}" type="slidenum">
              <a:rPr lang="en-US" altLang="en-LK"/>
              <a:pPr/>
              <a:t>10</a:t>
            </a:fld>
            <a:endParaRPr lang="en-US" altLang="en-LK"/>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E38EB1F7-A714-002B-B367-68AF19E3EF4E}"/>
              </a:ext>
            </a:extLst>
          </p:cNvPr>
          <p:cNvSpPr>
            <a:spLocks noGrp="1" noRot="1" noChangeAspect="1" noTextEdit="1"/>
          </p:cNvSpPr>
          <p:nvPr>
            <p:ph type="sldImg"/>
          </p:nvPr>
        </p:nvSpPr>
        <p:spPr>
          <a:ln/>
        </p:spPr>
      </p:sp>
      <p:sp>
        <p:nvSpPr>
          <p:cNvPr id="60419" name="Notes Placeholder 2">
            <a:extLst>
              <a:ext uri="{FF2B5EF4-FFF2-40B4-BE49-F238E27FC236}">
                <a16:creationId xmlns:a16="http://schemas.microsoft.com/office/drawing/2014/main" id="{35B540EA-953F-94EC-388F-9E90E7A1AC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LK">
                <a:latin typeface="Arial" panose="020B0604020202020204" pitchFamily="34" charset="0"/>
              </a:rPr>
              <a:t>\</a:t>
            </a:r>
          </a:p>
        </p:txBody>
      </p:sp>
      <p:sp>
        <p:nvSpPr>
          <p:cNvPr id="60420" name="Date Placeholder 3">
            <a:extLst>
              <a:ext uri="{FF2B5EF4-FFF2-40B4-BE49-F238E27FC236}">
                <a16:creationId xmlns:a16="http://schemas.microsoft.com/office/drawing/2014/main" id="{22D84419-B00C-22CD-06EF-9791918B91E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60421" name="Slide Number Placeholder 4">
            <a:extLst>
              <a:ext uri="{FF2B5EF4-FFF2-40B4-BE49-F238E27FC236}">
                <a16:creationId xmlns:a16="http://schemas.microsoft.com/office/drawing/2014/main" id="{3783C20F-A429-2FEC-A805-E7462D813F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9C77F17-07A7-5F41-83B0-A8CD6FEE9E22}" type="slidenum">
              <a:rPr lang="en-US" altLang="en-LK"/>
              <a:pPr/>
              <a:t>11</a:t>
            </a:fld>
            <a:endParaRPr lang="en-US" altLang="en-LK"/>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F7CE3301-28CF-0C26-D26F-39593D58B3D0}"/>
              </a:ext>
            </a:extLst>
          </p:cNvPr>
          <p:cNvSpPr>
            <a:spLocks noGrp="1" noRot="1" noChangeAspect="1" noTextEdit="1"/>
          </p:cNvSpPr>
          <p:nvPr>
            <p:ph type="sldImg"/>
          </p:nvPr>
        </p:nvSpPr>
        <p:spPr>
          <a:ln/>
        </p:spPr>
      </p:sp>
      <p:sp>
        <p:nvSpPr>
          <p:cNvPr id="61443" name="Notes Placeholder 2">
            <a:extLst>
              <a:ext uri="{FF2B5EF4-FFF2-40B4-BE49-F238E27FC236}">
                <a16:creationId xmlns:a16="http://schemas.microsoft.com/office/drawing/2014/main" id="{7DB5B8CA-F2BF-F08C-CAE8-F190E580B6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61444" name="Date Placeholder 3">
            <a:extLst>
              <a:ext uri="{FF2B5EF4-FFF2-40B4-BE49-F238E27FC236}">
                <a16:creationId xmlns:a16="http://schemas.microsoft.com/office/drawing/2014/main" id="{0BDF62E0-A3B1-DC22-8329-477A1EB4D8F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61445" name="Slide Number Placeholder 4">
            <a:extLst>
              <a:ext uri="{FF2B5EF4-FFF2-40B4-BE49-F238E27FC236}">
                <a16:creationId xmlns:a16="http://schemas.microsoft.com/office/drawing/2014/main" id="{72AF7883-D105-88E7-9894-E4B5B27B16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C5B1420-9A45-184B-9594-D3E58DA3F5FC}" type="slidenum">
              <a:rPr lang="en-US" altLang="en-LK"/>
              <a:pPr/>
              <a:t>12</a:t>
            </a:fld>
            <a:endParaRPr lang="en-US" altLang="en-LK"/>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A9DB5AE5-2C76-0596-453D-6E92B42ED01E}"/>
              </a:ext>
            </a:extLst>
          </p:cNvPr>
          <p:cNvSpPr>
            <a:spLocks noGrp="1" noRot="1" noChangeAspect="1" noTextEdit="1"/>
          </p:cNvSpPr>
          <p:nvPr>
            <p:ph type="sldImg"/>
          </p:nvPr>
        </p:nvSpPr>
        <p:spPr>
          <a:ln/>
        </p:spPr>
      </p:sp>
      <p:sp>
        <p:nvSpPr>
          <p:cNvPr id="62467" name="Notes Placeholder 2">
            <a:extLst>
              <a:ext uri="{FF2B5EF4-FFF2-40B4-BE49-F238E27FC236}">
                <a16:creationId xmlns:a16="http://schemas.microsoft.com/office/drawing/2014/main" id="{9C0C4B2A-369E-44FA-A38D-9D94A667272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62468" name="Date Placeholder 3">
            <a:extLst>
              <a:ext uri="{FF2B5EF4-FFF2-40B4-BE49-F238E27FC236}">
                <a16:creationId xmlns:a16="http://schemas.microsoft.com/office/drawing/2014/main" id="{A7999567-B566-06BD-D682-355401C1B4A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62469" name="Slide Number Placeholder 4">
            <a:extLst>
              <a:ext uri="{FF2B5EF4-FFF2-40B4-BE49-F238E27FC236}">
                <a16:creationId xmlns:a16="http://schemas.microsoft.com/office/drawing/2014/main" id="{496A0EB4-45E6-7881-2223-78011F241B5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C2B0BD2-B663-9A45-B86C-16234F817639}" type="slidenum">
              <a:rPr lang="en-US" altLang="en-LK"/>
              <a:pPr/>
              <a:t>14</a:t>
            </a:fld>
            <a:endParaRPr lang="en-US" altLang="en-LK"/>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182514C8-BC6A-E8A3-25AF-598D40B6C82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63491" name="Rectangle 7">
            <a:extLst>
              <a:ext uri="{FF2B5EF4-FFF2-40B4-BE49-F238E27FC236}">
                <a16:creationId xmlns:a16="http://schemas.microsoft.com/office/drawing/2014/main" id="{3C63DE01-4BCF-DB0C-ACAE-6D73D021CC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2AA3D0E-26CB-3B42-9F0D-CE9958E3B2F0}" type="slidenum">
              <a:rPr lang="en-US" altLang="en-LK"/>
              <a:pPr/>
              <a:t>15</a:t>
            </a:fld>
            <a:endParaRPr lang="en-US" altLang="en-LK"/>
          </a:p>
        </p:txBody>
      </p:sp>
      <p:sp>
        <p:nvSpPr>
          <p:cNvPr id="63492" name="Rectangle 2">
            <a:extLst>
              <a:ext uri="{FF2B5EF4-FFF2-40B4-BE49-F238E27FC236}">
                <a16:creationId xmlns:a16="http://schemas.microsoft.com/office/drawing/2014/main" id="{A7D88A0E-1AEC-5E3F-90F2-18DB4FE3B0AC}"/>
              </a:ext>
            </a:extLst>
          </p:cNvPr>
          <p:cNvSpPr>
            <a:spLocks noGrp="1" noRot="1" noChangeAspect="1" noChangeArrowheads="1" noTextEdit="1"/>
          </p:cNvSpPr>
          <p:nvPr>
            <p:ph type="sldImg"/>
          </p:nvPr>
        </p:nvSpPr>
        <p:spPr>
          <a:ln/>
        </p:spPr>
      </p:sp>
      <p:sp>
        <p:nvSpPr>
          <p:cNvPr id="63493" name="Rectangle 3">
            <a:extLst>
              <a:ext uri="{FF2B5EF4-FFF2-40B4-BE49-F238E27FC236}">
                <a16:creationId xmlns:a16="http://schemas.microsoft.com/office/drawing/2014/main" id="{38A34F90-6747-320E-49FB-AA38E40B5D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LK" altLang="en-LK">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27E9430-8EC2-A0DE-C327-A05AC9F2FC4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DBE8D894-24D6-77EF-2A32-D666DCECD8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FontTx/>
              <a:buAutoNum type="arabicPeriod"/>
            </a:pPr>
            <a:endParaRPr lang="en-LK" altLang="en-LK">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42BE65EB-794D-DBA0-C260-6D4C92A7E5CA}"/>
              </a:ext>
            </a:extLst>
          </p:cNvPr>
          <p:cNvSpPr>
            <a:spLocks noGrp="1" noRot="1" noChangeAspect="1" noTextEdit="1"/>
          </p:cNvSpPr>
          <p:nvPr>
            <p:ph type="sldImg"/>
          </p:nvPr>
        </p:nvSpPr>
        <p:spPr>
          <a:ln/>
        </p:spPr>
      </p:sp>
      <p:sp>
        <p:nvSpPr>
          <p:cNvPr id="65539" name="Notes Placeholder 2">
            <a:extLst>
              <a:ext uri="{FF2B5EF4-FFF2-40B4-BE49-F238E27FC236}">
                <a16:creationId xmlns:a16="http://schemas.microsoft.com/office/drawing/2014/main" id="{9BC0F0EC-8E4B-280E-DDA0-62A46BB4EA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Tx/>
              <a:buAutoNum type="arabicPeriod"/>
            </a:pPr>
            <a:endParaRPr lang="en-LK" altLang="en-LK">
              <a:latin typeface="Arial" panose="020B0604020202020204" pitchFamily="34" charset="0"/>
            </a:endParaRPr>
          </a:p>
        </p:txBody>
      </p:sp>
      <p:sp>
        <p:nvSpPr>
          <p:cNvPr id="65540" name="Date Placeholder 3">
            <a:extLst>
              <a:ext uri="{FF2B5EF4-FFF2-40B4-BE49-F238E27FC236}">
                <a16:creationId xmlns:a16="http://schemas.microsoft.com/office/drawing/2014/main" id="{E200C528-1766-4814-77F7-61AFD18571B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65541" name="Slide Number Placeholder 4">
            <a:extLst>
              <a:ext uri="{FF2B5EF4-FFF2-40B4-BE49-F238E27FC236}">
                <a16:creationId xmlns:a16="http://schemas.microsoft.com/office/drawing/2014/main" id="{282AF4A8-0674-6A8A-52D6-4EAF76C0E2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7C3B2C-212D-1A4E-91EE-EDE5EF997D92}" type="slidenum">
              <a:rPr lang="en-US" altLang="en-LK"/>
              <a:pPr/>
              <a:t>19</a:t>
            </a:fld>
            <a:endParaRPr lang="en-US" altLang="en-LK"/>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CF8F5D60-154F-F0AC-6139-FD67CA939AEA}"/>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E806EE40-CCC5-5E5F-E8B7-7946E496D7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21D91A93-9211-865E-C21B-C9B3F9134FB5}"/>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C9374485-C47F-5E41-4FD2-A3A4A1D3E5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altLang="en-LK" i="1">
                <a:latin typeface="Arial" panose="020B0604020202020204" pitchFamily="34" charset="0"/>
              </a:rPr>
              <a:t>Result</a:t>
            </a:r>
            <a:r>
              <a:rPr lang="en-US" altLang="en-LK">
                <a:latin typeface="Arial" panose="020B0604020202020204" pitchFamily="34" charset="0"/>
              </a:rPr>
              <a:t>: Each thread could create a Singleton. This is a violation of the Singleton pattern!</a:t>
            </a:r>
          </a:p>
          <a:p>
            <a:endParaRPr lang="en-US" altLang="en-LK">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73E3E56C-174F-4E9F-9D90-068D34D9F44A}"/>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0D3540C6-8AE4-3F8E-D396-C63393743F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F0526618-CDE8-31AC-2FC5-FA1A47FF335C}"/>
              </a:ext>
            </a:extLst>
          </p:cNvPr>
          <p:cNvSpPr>
            <a:spLocks noGrp="1" noRot="1" noChangeAspect="1" noTextEdit="1"/>
          </p:cNvSpPr>
          <p:nvPr>
            <p:ph type="sldImg"/>
          </p:nvPr>
        </p:nvSpPr>
        <p:spPr>
          <a:ln/>
        </p:spPr>
      </p:sp>
      <p:sp>
        <p:nvSpPr>
          <p:cNvPr id="69635" name="Notes Placeholder 2">
            <a:extLst>
              <a:ext uri="{FF2B5EF4-FFF2-40B4-BE49-F238E27FC236}">
                <a16:creationId xmlns:a16="http://schemas.microsoft.com/office/drawing/2014/main" id="{698AD1AB-6186-0AB7-702A-24CD2A027C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LK" altLang="en-LK">
              <a:latin typeface="Arial" panose="020B0604020202020204" pitchFamily="34" charset="0"/>
            </a:endParaRPr>
          </a:p>
        </p:txBody>
      </p:sp>
      <p:sp>
        <p:nvSpPr>
          <p:cNvPr id="69636" name="Date Placeholder 3">
            <a:extLst>
              <a:ext uri="{FF2B5EF4-FFF2-40B4-BE49-F238E27FC236}">
                <a16:creationId xmlns:a16="http://schemas.microsoft.com/office/drawing/2014/main" id="{647FA315-4E82-CBF8-A23D-A6C936659E4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69637" name="Slide Number Placeholder 4">
            <a:extLst>
              <a:ext uri="{FF2B5EF4-FFF2-40B4-BE49-F238E27FC236}">
                <a16:creationId xmlns:a16="http://schemas.microsoft.com/office/drawing/2014/main" id="{C78EE5F1-70B9-33E1-C019-73EFEA67AF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DAE3C3-5AE1-7A48-8643-D01F218FF227}" type="slidenum">
              <a:rPr lang="en-US" altLang="en-LK"/>
              <a:pPr/>
              <a:t>25</a:t>
            </a:fld>
            <a:endParaRPr lang="en-US" altLang="en-LK"/>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9DE5717-E654-2FB0-B432-2CF18BAEE310}"/>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E0AC6F01-C3FA-85E1-8366-FF0A59599E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F5059DAA-A74F-DD04-B0B9-58606069D2E4}"/>
              </a:ext>
            </a:extLst>
          </p:cNvPr>
          <p:cNvSpPr>
            <a:spLocks noGrp="1" noRot="1" noChangeAspect="1" noTextEdit="1"/>
          </p:cNvSpPr>
          <p:nvPr>
            <p:ph type="sldImg"/>
          </p:nvPr>
        </p:nvSpPr>
        <p:spPr>
          <a:ln/>
        </p:spPr>
      </p:sp>
      <p:sp>
        <p:nvSpPr>
          <p:cNvPr id="71683" name="Notes Placeholder 2">
            <a:extLst>
              <a:ext uri="{FF2B5EF4-FFF2-40B4-BE49-F238E27FC236}">
                <a16:creationId xmlns:a16="http://schemas.microsoft.com/office/drawing/2014/main" id="{28360739-1610-AFB5-ADF0-4F63F8A4EEF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71684" name="Date Placeholder 3">
            <a:extLst>
              <a:ext uri="{FF2B5EF4-FFF2-40B4-BE49-F238E27FC236}">
                <a16:creationId xmlns:a16="http://schemas.microsoft.com/office/drawing/2014/main" id="{34A5B696-E962-2B1A-727C-E406ACEC4D2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71685" name="Slide Number Placeholder 4">
            <a:extLst>
              <a:ext uri="{FF2B5EF4-FFF2-40B4-BE49-F238E27FC236}">
                <a16:creationId xmlns:a16="http://schemas.microsoft.com/office/drawing/2014/main" id="{492B3AA0-9957-CDC2-E589-9F36D38006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A9C67DF-C9D5-394F-82DB-9073F96E21E4}" type="slidenum">
              <a:rPr lang="en-US" altLang="en-LK"/>
              <a:pPr/>
              <a:t>35</a:t>
            </a:fld>
            <a:endParaRPr lang="en-US" altLang="en-LK"/>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23D7EC2-7399-0AA3-7385-F7AB9FEC2906}"/>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4B23D83F-0950-0D89-F8AB-3714F6DEB2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endParaRPr lang="en-LK" altLang="en-LK">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3C45A8-80BD-2D5D-B490-5EDF1707030A}"/>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3ED2AD66-3F5C-4B5B-F2B7-978B255B35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ACDDE096-76DD-64B1-CAE4-9DB41886D6F8}"/>
              </a:ext>
            </a:extLst>
          </p:cNvPr>
          <p:cNvSpPr>
            <a:spLocks noGrp="1" noRot="1" noChangeAspect="1" noTextEdit="1"/>
          </p:cNvSpPr>
          <p:nvPr>
            <p:ph type="sldImg"/>
          </p:nvPr>
        </p:nvSpPr>
        <p:spPr>
          <a:ln/>
        </p:spPr>
      </p:sp>
      <p:sp>
        <p:nvSpPr>
          <p:cNvPr id="74755" name="Notes Placeholder 2">
            <a:extLst>
              <a:ext uri="{FF2B5EF4-FFF2-40B4-BE49-F238E27FC236}">
                <a16:creationId xmlns:a16="http://schemas.microsoft.com/office/drawing/2014/main" id="{BAB75EDC-E4C1-DC81-1DD6-19A76DB709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74756" name="Date Placeholder 3">
            <a:extLst>
              <a:ext uri="{FF2B5EF4-FFF2-40B4-BE49-F238E27FC236}">
                <a16:creationId xmlns:a16="http://schemas.microsoft.com/office/drawing/2014/main" id="{4F861979-E7BC-CB8D-03AA-8E1AE047932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74757" name="Slide Number Placeholder 4">
            <a:extLst>
              <a:ext uri="{FF2B5EF4-FFF2-40B4-BE49-F238E27FC236}">
                <a16:creationId xmlns:a16="http://schemas.microsoft.com/office/drawing/2014/main" id="{9F0FDFED-A2ED-9E34-91AD-2C12B094DA0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4D04B1-55F5-EF40-BC1A-C67E343DE1FF}" type="slidenum">
              <a:rPr lang="en-US" altLang="en-LK"/>
              <a:pPr/>
              <a:t>38</a:t>
            </a:fld>
            <a:endParaRPr lang="en-US" altLang="en-LK"/>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E307ABD0-833C-FADA-51B0-92551AC3732A}"/>
              </a:ext>
            </a:extLst>
          </p:cNvPr>
          <p:cNvSpPr>
            <a:spLocks noGrp="1" noRot="1" noChangeAspect="1" noTextEdit="1"/>
          </p:cNvSpPr>
          <p:nvPr>
            <p:ph type="sldImg"/>
          </p:nvPr>
        </p:nvSpPr>
        <p:spPr>
          <a:ln/>
        </p:spPr>
      </p:sp>
      <p:sp>
        <p:nvSpPr>
          <p:cNvPr id="75779" name="Notes Placeholder 2">
            <a:extLst>
              <a:ext uri="{FF2B5EF4-FFF2-40B4-BE49-F238E27FC236}">
                <a16:creationId xmlns:a16="http://schemas.microsoft.com/office/drawing/2014/main" id="{E0DEA7D8-0310-EF26-232D-922B64EFDE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75780" name="Date Placeholder 3">
            <a:extLst>
              <a:ext uri="{FF2B5EF4-FFF2-40B4-BE49-F238E27FC236}">
                <a16:creationId xmlns:a16="http://schemas.microsoft.com/office/drawing/2014/main" id="{4926C113-F9DC-6EB9-D542-89BC7423B52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75781" name="Slide Number Placeholder 4">
            <a:extLst>
              <a:ext uri="{FF2B5EF4-FFF2-40B4-BE49-F238E27FC236}">
                <a16:creationId xmlns:a16="http://schemas.microsoft.com/office/drawing/2014/main" id="{BD13A38A-7047-83A0-21BD-888735D198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940ACEE-E19C-854C-BA90-DD360AAC3CAB}" type="slidenum">
              <a:rPr lang="en-US" altLang="en-LK"/>
              <a:pPr/>
              <a:t>40</a:t>
            </a:fld>
            <a:endParaRPr lang="en-US" altLang="en-LK"/>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4D14A42C-9AEF-8C90-CD26-35BD2229688A}"/>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A3DEA1EE-16C0-0D2E-5B2F-962F50F021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DC6083E6-899E-F458-C3FC-875AC9056A93}"/>
              </a:ext>
            </a:extLst>
          </p:cNvPr>
          <p:cNvSpPr>
            <a:spLocks noGrp="1" noRot="1" noChangeAspect="1" noTextEdit="1"/>
          </p:cNvSpPr>
          <p:nvPr>
            <p:ph type="sldImg"/>
          </p:nvPr>
        </p:nvSpPr>
        <p:spPr>
          <a:ln/>
        </p:spPr>
      </p:sp>
      <p:sp>
        <p:nvSpPr>
          <p:cNvPr id="77827" name="Notes Placeholder 2">
            <a:extLst>
              <a:ext uri="{FF2B5EF4-FFF2-40B4-BE49-F238E27FC236}">
                <a16:creationId xmlns:a16="http://schemas.microsoft.com/office/drawing/2014/main" id="{50F59D7A-93F0-385B-342D-B5F7BB5B2C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LK" altLang="en-LK">
              <a:latin typeface="Arial" panose="020B0604020202020204" pitchFamily="34" charset="0"/>
            </a:endParaRPr>
          </a:p>
        </p:txBody>
      </p:sp>
      <p:sp>
        <p:nvSpPr>
          <p:cNvPr id="77828" name="Date Placeholder 3">
            <a:extLst>
              <a:ext uri="{FF2B5EF4-FFF2-40B4-BE49-F238E27FC236}">
                <a16:creationId xmlns:a16="http://schemas.microsoft.com/office/drawing/2014/main" id="{FB9056BD-F5EB-D0DC-EEE4-B5106E512CA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13 November 2008</a:t>
            </a:r>
          </a:p>
        </p:txBody>
      </p:sp>
      <p:sp>
        <p:nvSpPr>
          <p:cNvPr id="77829" name="Slide Number Placeholder 4">
            <a:extLst>
              <a:ext uri="{FF2B5EF4-FFF2-40B4-BE49-F238E27FC236}">
                <a16:creationId xmlns:a16="http://schemas.microsoft.com/office/drawing/2014/main" id="{01F1463D-8D34-1DAD-736A-BBA78BCD73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4412F2-E151-4A44-B1B7-03899373554B}" type="slidenum">
              <a:rPr lang="en-US" altLang="en-LK"/>
              <a:pPr/>
              <a:t>43</a:t>
            </a:fld>
            <a:endParaRPr lang="en-US" altLang="en-LK"/>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0E816B17-E41E-A9C3-B68B-C0D6D695954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FB05D220-4CE6-A5EB-98FA-2EB371EF3AB4}"/>
              </a:ext>
            </a:extLst>
          </p:cNvPr>
          <p:cNvSpPr>
            <a:spLocks noGrp="1" noChangeArrowheads="1"/>
          </p:cNvSpPr>
          <p:nvPr>
            <p:ph type="sldNum" sz="quarter" idx="11"/>
          </p:nvPr>
        </p:nvSpPr>
        <p:spPr>
          <a:ln/>
        </p:spPr>
        <p:txBody>
          <a:bodyPr/>
          <a:lstStyle>
            <a:lvl1pPr>
              <a:defRPr/>
            </a:lvl1pPr>
          </a:lstStyle>
          <a:p>
            <a:fld id="{5FC84316-4948-5C41-8F6B-1FF175A611F2}" type="slidenum">
              <a:rPr lang="en-US" altLang="en-LK"/>
              <a:pPr/>
              <a:t>‹#›</a:t>
            </a:fld>
            <a:endParaRPr lang="en-US" altLang="en-LK"/>
          </a:p>
        </p:txBody>
      </p:sp>
      <p:sp>
        <p:nvSpPr>
          <p:cNvPr id="6" name="Rectangle 16">
            <a:extLst>
              <a:ext uri="{FF2B5EF4-FFF2-40B4-BE49-F238E27FC236}">
                <a16:creationId xmlns:a16="http://schemas.microsoft.com/office/drawing/2014/main" id="{DF3CB28A-A726-4888-AC9F-42A47114B798}"/>
              </a:ext>
            </a:extLst>
          </p:cNvPr>
          <p:cNvSpPr>
            <a:spLocks noGrp="1" noChangeArrowheads="1"/>
          </p:cNvSpPr>
          <p:nvPr>
            <p:ph type="dt" sz="half" idx="12"/>
          </p:nvPr>
        </p:nvSpPr>
        <p:spPr>
          <a:ln/>
        </p:spPr>
        <p:txBody>
          <a:bodyPr/>
          <a:lstStyle>
            <a:lvl1pPr>
              <a:defRPr/>
            </a:lvl1pPr>
          </a:lstStyle>
          <a:p>
            <a:pPr>
              <a:defRPr/>
            </a:pPr>
            <a:fld id="{DF2B6305-BD72-1B4B-A40F-FBFE18FB36CF}" type="datetime1">
              <a:rPr lang="en-US"/>
              <a:pPr>
                <a:defRPr/>
              </a:pPr>
              <a:t>10/1/25</a:t>
            </a:fld>
            <a:endParaRPr lang="en-US"/>
          </a:p>
        </p:txBody>
      </p:sp>
    </p:spTree>
    <p:extLst>
      <p:ext uri="{BB962C8B-B14F-4D97-AF65-F5344CB8AC3E}">
        <p14:creationId xmlns:p14="http://schemas.microsoft.com/office/powerpoint/2010/main" val="3175261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457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120D4-3D3C-A307-09E3-806B39DEA41D}"/>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endParaRPr lang="en-LK"/>
          </a:p>
        </p:txBody>
      </p:sp>
      <p:sp>
        <p:nvSpPr>
          <p:cNvPr id="3" name="Subtitle 2">
            <a:extLst>
              <a:ext uri="{FF2B5EF4-FFF2-40B4-BE49-F238E27FC236}">
                <a16:creationId xmlns:a16="http://schemas.microsoft.com/office/drawing/2014/main" id="{58ABB9A0-2E5D-1CCA-13ED-86BA701803B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LK"/>
          </a:p>
        </p:txBody>
      </p:sp>
      <p:sp>
        <p:nvSpPr>
          <p:cNvPr id="4" name="Date Placeholder 3">
            <a:extLst>
              <a:ext uri="{FF2B5EF4-FFF2-40B4-BE49-F238E27FC236}">
                <a16:creationId xmlns:a16="http://schemas.microsoft.com/office/drawing/2014/main" id="{DF2A1B52-40C5-6501-92CA-99782A4A5C59}"/>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5" name="Footer Placeholder 4">
            <a:extLst>
              <a:ext uri="{FF2B5EF4-FFF2-40B4-BE49-F238E27FC236}">
                <a16:creationId xmlns:a16="http://schemas.microsoft.com/office/drawing/2014/main" id="{51BFDDBD-15F3-6E16-DBC7-5D9A87F883AC}"/>
              </a:ext>
            </a:extLst>
          </p:cNvPr>
          <p:cNvSpPr>
            <a:spLocks noGrp="1"/>
          </p:cNvSpPr>
          <p:nvPr>
            <p:ph type="ftr" sz="quarter" idx="11"/>
          </p:nvPr>
        </p:nvSpPr>
        <p:spPr/>
        <p:txBody>
          <a:bodyPr/>
          <a:lstStyle>
            <a:lvl1pPr>
              <a:defRPr/>
            </a:lvl1pPr>
          </a:lstStyle>
          <a:p>
            <a:endParaRPr lang="en-LK"/>
          </a:p>
        </p:txBody>
      </p:sp>
      <p:sp>
        <p:nvSpPr>
          <p:cNvPr id="6" name="Slide Number Placeholder 5">
            <a:extLst>
              <a:ext uri="{FF2B5EF4-FFF2-40B4-BE49-F238E27FC236}">
                <a16:creationId xmlns:a16="http://schemas.microsoft.com/office/drawing/2014/main" id="{1EF7C056-3E4F-CA02-F823-7A951B83BB89}"/>
              </a:ext>
            </a:extLst>
          </p:cNvPr>
          <p:cNvSpPr>
            <a:spLocks noGrp="1"/>
          </p:cNvSpPr>
          <p:nvPr>
            <p:ph type="sldNum" sz="quarter" idx="12"/>
          </p:nvPr>
        </p:nvSpPr>
        <p:spPr/>
        <p:txBody>
          <a:bodyPr/>
          <a:lstStyle>
            <a:lvl1pPr>
              <a:defRPr/>
            </a:lvl1pPr>
          </a:lstStyle>
          <a:p>
            <a:fld id="{0163BD5D-742F-0A47-A775-8482A2B73CE3}" type="slidenum">
              <a:rPr lang="en-LK"/>
              <a:pPr/>
              <a:t>‹#›</a:t>
            </a:fld>
            <a:endParaRPr lang="en-LK"/>
          </a:p>
        </p:txBody>
      </p:sp>
    </p:spTree>
    <p:extLst>
      <p:ext uri="{BB962C8B-B14F-4D97-AF65-F5344CB8AC3E}">
        <p14:creationId xmlns:p14="http://schemas.microsoft.com/office/powerpoint/2010/main" val="203760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A3FAE-C534-F35E-F9BD-9E5236D690FF}"/>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63B24E2F-DC9C-C721-351A-753B91BD3B6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E554020E-194F-941D-9CFF-4AE03DA7952A}"/>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5" name="Footer Placeholder 4">
            <a:extLst>
              <a:ext uri="{FF2B5EF4-FFF2-40B4-BE49-F238E27FC236}">
                <a16:creationId xmlns:a16="http://schemas.microsoft.com/office/drawing/2014/main" id="{A63EBAB5-EF00-496A-5141-9594B2A46E8F}"/>
              </a:ext>
            </a:extLst>
          </p:cNvPr>
          <p:cNvSpPr>
            <a:spLocks noGrp="1"/>
          </p:cNvSpPr>
          <p:nvPr>
            <p:ph type="ftr" sz="quarter" idx="11"/>
          </p:nvPr>
        </p:nvSpPr>
        <p:spPr/>
        <p:txBody>
          <a:bodyPr/>
          <a:lstStyle>
            <a:lvl1pPr>
              <a:defRPr/>
            </a:lvl1pPr>
          </a:lstStyle>
          <a:p>
            <a:endParaRPr lang="en-LK"/>
          </a:p>
        </p:txBody>
      </p:sp>
      <p:sp>
        <p:nvSpPr>
          <p:cNvPr id="6" name="Slide Number Placeholder 5">
            <a:extLst>
              <a:ext uri="{FF2B5EF4-FFF2-40B4-BE49-F238E27FC236}">
                <a16:creationId xmlns:a16="http://schemas.microsoft.com/office/drawing/2014/main" id="{B4F3F97A-B2BF-89C1-3C83-E826B9651A9D}"/>
              </a:ext>
            </a:extLst>
          </p:cNvPr>
          <p:cNvSpPr>
            <a:spLocks noGrp="1"/>
          </p:cNvSpPr>
          <p:nvPr>
            <p:ph type="sldNum" sz="quarter" idx="12"/>
          </p:nvPr>
        </p:nvSpPr>
        <p:spPr/>
        <p:txBody>
          <a:bodyPr/>
          <a:lstStyle>
            <a:lvl1pPr>
              <a:defRPr/>
            </a:lvl1pPr>
          </a:lstStyle>
          <a:p>
            <a:fld id="{EE2A9538-4333-1D4D-9424-3B6B1FEE24CA}" type="slidenum">
              <a:rPr lang="en-LK"/>
              <a:pPr/>
              <a:t>‹#›</a:t>
            </a:fld>
            <a:endParaRPr lang="en-LK"/>
          </a:p>
        </p:txBody>
      </p:sp>
    </p:spTree>
    <p:extLst>
      <p:ext uri="{BB962C8B-B14F-4D97-AF65-F5344CB8AC3E}">
        <p14:creationId xmlns:p14="http://schemas.microsoft.com/office/powerpoint/2010/main" val="2829368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421FA-E3B8-516E-E663-A71C0DBBB7D5}"/>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endParaRPr lang="en-LK"/>
          </a:p>
        </p:txBody>
      </p:sp>
      <p:sp>
        <p:nvSpPr>
          <p:cNvPr id="3" name="Text Placeholder 2">
            <a:extLst>
              <a:ext uri="{FF2B5EF4-FFF2-40B4-BE49-F238E27FC236}">
                <a16:creationId xmlns:a16="http://schemas.microsoft.com/office/drawing/2014/main" id="{F870B415-71C4-D651-1743-C75C7A5861EB}"/>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Date Placeholder 3">
            <a:extLst>
              <a:ext uri="{FF2B5EF4-FFF2-40B4-BE49-F238E27FC236}">
                <a16:creationId xmlns:a16="http://schemas.microsoft.com/office/drawing/2014/main" id="{4161DE63-564A-3950-31F8-27E79D5B1AE9}"/>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5" name="Footer Placeholder 4">
            <a:extLst>
              <a:ext uri="{FF2B5EF4-FFF2-40B4-BE49-F238E27FC236}">
                <a16:creationId xmlns:a16="http://schemas.microsoft.com/office/drawing/2014/main" id="{C19E6748-652D-6746-9C08-77F823C2B1C4}"/>
              </a:ext>
            </a:extLst>
          </p:cNvPr>
          <p:cNvSpPr>
            <a:spLocks noGrp="1"/>
          </p:cNvSpPr>
          <p:nvPr>
            <p:ph type="ftr" sz="quarter" idx="11"/>
          </p:nvPr>
        </p:nvSpPr>
        <p:spPr/>
        <p:txBody>
          <a:bodyPr/>
          <a:lstStyle>
            <a:lvl1pPr>
              <a:defRPr/>
            </a:lvl1pPr>
          </a:lstStyle>
          <a:p>
            <a:endParaRPr lang="en-LK"/>
          </a:p>
        </p:txBody>
      </p:sp>
      <p:sp>
        <p:nvSpPr>
          <p:cNvPr id="6" name="Slide Number Placeholder 5">
            <a:extLst>
              <a:ext uri="{FF2B5EF4-FFF2-40B4-BE49-F238E27FC236}">
                <a16:creationId xmlns:a16="http://schemas.microsoft.com/office/drawing/2014/main" id="{B2279349-C57A-D2CE-8B3A-809E8E1625DC}"/>
              </a:ext>
            </a:extLst>
          </p:cNvPr>
          <p:cNvSpPr>
            <a:spLocks noGrp="1"/>
          </p:cNvSpPr>
          <p:nvPr>
            <p:ph type="sldNum" sz="quarter" idx="12"/>
          </p:nvPr>
        </p:nvSpPr>
        <p:spPr/>
        <p:txBody>
          <a:bodyPr/>
          <a:lstStyle>
            <a:lvl1pPr>
              <a:defRPr/>
            </a:lvl1pPr>
          </a:lstStyle>
          <a:p>
            <a:fld id="{EE71ED33-FD25-524F-A90B-F6E9E766C2B9}" type="slidenum">
              <a:rPr lang="en-LK"/>
              <a:pPr/>
              <a:t>‹#›</a:t>
            </a:fld>
            <a:endParaRPr lang="en-LK"/>
          </a:p>
        </p:txBody>
      </p:sp>
    </p:spTree>
    <p:extLst>
      <p:ext uri="{BB962C8B-B14F-4D97-AF65-F5344CB8AC3E}">
        <p14:creationId xmlns:p14="http://schemas.microsoft.com/office/powerpoint/2010/main" val="3686165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CD7F-D7B7-C97D-5905-CFDF2BD1C2C2}"/>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BD836632-7174-30B6-9D2C-04B8AA016BAA}"/>
              </a:ext>
            </a:extLst>
          </p:cNvPr>
          <p:cNvSpPr>
            <a:spLocks noGrp="1"/>
          </p:cNvSpPr>
          <p:nvPr>
            <p:ph sz="half" idx="1"/>
          </p:nvPr>
        </p:nvSpPr>
        <p:spPr>
          <a:xfrm>
            <a:off x="62865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Content Placeholder 3">
            <a:extLst>
              <a:ext uri="{FF2B5EF4-FFF2-40B4-BE49-F238E27FC236}">
                <a16:creationId xmlns:a16="http://schemas.microsoft.com/office/drawing/2014/main" id="{320DBFE7-17C4-35CC-B9AE-12BEED1B96CF}"/>
              </a:ext>
            </a:extLst>
          </p:cNvPr>
          <p:cNvSpPr>
            <a:spLocks noGrp="1"/>
          </p:cNvSpPr>
          <p:nvPr>
            <p:ph sz="half" idx="2"/>
          </p:nvPr>
        </p:nvSpPr>
        <p:spPr>
          <a:xfrm>
            <a:off x="464820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Date Placeholder 4">
            <a:extLst>
              <a:ext uri="{FF2B5EF4-FFF2-40B4-BE49-F238E27FC236}">
                <a16:creationId xmlns:a16="http://schemas.microsoft.com/office/drawing/2014/main" id="{9A1686D6-1108-D03A-ECB5-50BFC1E4722C}"/>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6" name="Footer Placeholder 5">
            <a:extLst>
              <a:ext uri="{FF2B5EF4-FFF2-40B4-BE49-F238E27FC236}">
                <a16:creationId xmlns:a16="http://schemas.microsoft.com/office/drawing/2014/main" id="{83EC96A8-0850-70A6-8328-65275A41465D}"/>
              </a:ext>
            </a:extLst>
          </p:cNvPr>
          <p:cNvSpPr>
            <a:spLocks noGrp="1"/>
          </p:cNvSpPr>
          <p:nvPr>
            <p:ph type="ftr" sz="quarter" idx="11"/>
          </p:nvPr>
        </p:nvSpPr>
        <p:spPr/>
        <p:txBody>
          <a:bodyPr/>
          <a:lstStyle>
            <a:lvl1pPr>
              <a:defRPr/>
            </a:lvl1pPr>
          </a:lstStyle>
          <a:p>
            <a:endParaRPr lang="en-LK"/>
          </a:p>
        </p:txBody>
      </p:sp>
      <p:sp>
        <p:nvSpPr>
          <p:cNvPr id="7" name="Slide Number Placeholder 6">
            <a:extLst>
              <a:ext uri="{FF2B5EF4-FFF2-40B4-BE49-F238E27FC236}">
                <a16:creationId xmlns:a16="http://schemas.microsoft.com/office/drawing/2014/main" id="{61640CC8-5378-AFAF-A09D-9CC255B69B54}"/>
              </a:ext>
            </a:extLst>
          </p:cNvPr>
          <p:cNvSpPr>
            <a:spLocks noGrp="1"/>
          </p:cNvSpPr>
          <p:nvPr>
            <p:ph type="sldNum" sz="quarter" idx="12"/>
          </p:nvPr>
        </p:nvSpPr>
        <p:spPr/>
        <p:txBody>
          <a:bodyPr/>
          <a:lstStyle>
            <a:lvl1pPr>
              <a:defRPr/>
            </a:lvl1pPr>
          </a:lstStyle>
          <a:p>
            <a:fld id="{9BC78E82-294B-4F45-904B-BC5ADEA07205}" type="slidenum">
              <a:rPr lang="en-LK"/>
              <a:pPr/>
              <a:t>‹#›</a:t>
            </a:fld>
            <a:endParaRPr lang="en-LK"/>
          </a:p>
        </p:txBody>
      </p:sp>
    </p:spTree>
    <p:extLst>
      <p:ext uri="{BB962C8B-B14F-4D97-AF65-F5344CB8AC3E}">
        <p14:creationId xmlns:p14="http://schemas.microsoft.com/office/powerpoint/2010/main" val="301816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753FC-C1C1-ECD2-42D8-A27825DA4B85}"/>
              </a:ext>
            </a:extLst>
          </p:cNvPr>
          <p:cNvSpPr>
            <a:spLocks noGrp="1"/>
          </p:cNvSpPr>
          <p:nvPr>
            <p:ph type="title"/>
          </p:nvPr>
        </p:nvSpPr>
        <p:spPr>
          <a:xfrm>
            <a:off x="630238" y="365125"/>
            <a:ext cx="7886700" cy="1325563"/>
          </a:xfrm>
        </p:spPr>
        <p:txBody>
          <a:bodyPr/>
          <a:lstStyle/>
          <a:p>
            <a:r>
              <a:rPr lang="en-GB"/>
              <a:t>Click to edit Master title style</a:t>
            </a:r>
            <a:endParaRPr lang="en-LK"/>
          </a:p>
        </p:txBody>
      </p:sp>
      <p:sp>
        <p:nvSpPr>
          <p:cNvPr id="3" name="Text Placeholder 2">
            <a:extLst>
              <a:ext uri="{FF2B5EF4-FFF2-40B4-BE49-F238E27FC236}">
                <a16:creationId xmlns:a16="http://schemas.microsoft.com/office/drawing/2014/main" id="{FCD1081A-1B67-84C2-EC11-D4B6D6DB980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2E5F2F7-DE10-F265-CC3A-E858158E661B}"/>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Text Placeholder 4">
            <a:extLst>
              <a:ext uri="{FF2B5EF4-FFF2-40B4-BE49-F238E27FC236}">
                <a16:creationId xmlns:a16="http://schemas.microsoft.com/office/drawing/2014/main" id="{211B7929-B32C-6C1A-7962-9185D813648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678FF81-8356-7917-1CC5-3645E38A2D11}"/>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7" name="Date Placeholder 6">
            <a:extLst>
              <a:ext uri="{FF2B5EF4-FFF2-40B4-BE49-F238E27FC236}">
                <a16:creationId xmlns:a16="http://schemas.microsoft.com/office/drawing/2014/main" id="{EF0E7CCD-7A38-205B-65D0-EBF313525A8F}"/>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8" name="Footer Placeholder 7">
            <a:extLst>
              <a:ext uri="{FF2B5EF4-FFF2-40B4-BE49-F238E27FC236}">
                <a16:creationId xmlns:a16="http://schemas.microsoft.com/office/drawing/2014/main" id="{91CF3DC1-7E4F-DEFE-CCCD-1574F9014D2F}"/>
              </a:ext>
            </a:extLst>
          </p:cNvPr>
          <p:cNvSpPr>
            <a:spLocks noGrp="1"/>
          </p:cNvSpPr>
          <p:nvPr>
            <p:ph type="ftr" sz="quarter" idx="11"/>
          </p:nvPr>
        </p:nvSpPr>
        <p:spPr/>
        <p:txBody>
          <a:bodyPr/>
          <a:lstStyle>
            <a:lvl1pPr>
              <a:defRPr/>
            </a:lvl1pPr>
          </a:lstStyle>
          <a:p>
            <a:endParaRPr lang="en-LK"/>
          </a:p>
        </p:txBody>
      </p:sp>
      <p:sp>
        <p:nvSpPr>
          <p:cNvPr id="9" name="Slide Number Placeholder 8">
            <a:extLst>
              <a:ext uri="{FF2B5EF4-FFF2-40B4-BE49-F238E27FC236}">
                <a16:creationId xmlns:a16="http://schemas.microsoft.com/office/drawing/2014/main" id="{18C3A636-5682-E891-4EB7-1C58C403AC55}"/>
              </a:ext>
            </a:extLst>
          </p:cNvPr>
          <p:cNvSpPr>
            <a:spLocks noGrp="1"/>
          </p:cNvSpPr>
          <p:nvPr>
            <p:ph type="sldNum" sz="quarter" idx="12"/>
          </p:nvPr>
        </p:nvSpPr>
        <p:spPr/>
        <p:txBody>
          <a:bodyPr/>
          <a:lstStyle>
            <a:lvl1pPr>
              <a:defRPr/>
            </a:lvl1pPr>
          </a:lstStyle>
          <a:p>
            <a:fld id="{C6CEF934-2864-6F4B-8AAA-9F193B4C3125}" type="slidenum">
              <a:rPr lang="en-LK"/>
              <a:pPr/>
              <a:t>‹#›</a:t>
            </a:fld>
            <a:endParaRPr lang="en-LK"/>
          </a:p>
        </p:txBody>
      </p:sp>
    </p:spTree>
    <p:extLst>
      <p:ext uri="{BB962C8B-B14F-4D97-AF65-F5344CB8AC3E}">
        <p14:creationId xmlns:p14="http://schemas.microsoft.com/office/powerpoint/2010/main" val="2135876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DDE58-FF63-8671-1E83-34CC5B897DF8}"/>
              </a:ext>
            </a:extLst>
          </p:cNvPr>
          <p:cNvSpPr>
            <a:spLocks noGrp="1"/>
          </p:cNvSpPr>
          <p:nvPr>
            <p:ph type="title"/>
          </p:nvPr>
        </p:nvSpPr>
        <p:spPr/>
        <p:txBody>
          <a:bodyPr/>
          <a:lstStyle/>
          <a:p>
            <a:r>
              <a:rPr lang="en-GB"/>
              <a:t>Click to edit Master title style</a:t>
            </a:r>
            <a:endParaRPr lang="en-LK"/>
          </a:p>
        </p:txBody>
      </p:sp>
      <p:sp>
        <p:nvSpPr>
          <p:cNvPr id="3" name="Date Placeholder 2">
            <a:extLst>
              <a:ext uri="{FF2B5EF4-FFF2-40B4-BE49-F238E27FC236}">
                <a16:creationId xmlns:a16="http://schemas.microsoft.com/office/drawing/2014/main" id="{28AD0915-D1FC-7704-19BC-F4CC230495E7}"/>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4" name="Footer Placeholder 3">
            <a:extLst>
              <a:ext uri="{FF2B5EF4-FFF2-40B4-BE49-F238E27FC236}">
                <a16:creationId xmlns:a16="http://schemas.microsoft.com/office/drawing/2014/main" id="{7189A3E5-912C-A36C-924E-9F0884B09232}"/>
              </a:ext>
            </a:extLst>
          </p:cNvPr>
          <p:cNvSpPr>
            <a:spLocks noGrp="1"/>
          </p:cNvSpPr>
          <p:nvPr>
            <p:ph type="ftr" sz="quarter" idx="11"/>
          </p:nvPr>
        </p:nvSpPr>
        <p:spPr/>
        <p:txBody>
          <a:bodyPr/>
          <a:lstStyle>
            <a:lvl1pPr>
              <a:defRPr/>
            </a:lvl1pPr>
          </a:lstStyle>
          <a:p>
            <a:endParaRPr lang="en-LK"/>
          </a:p>
        </p:txBody>
      </p:sp>
      <p:sp>
        <p:nvSpPr>
          <p:cNvPr id="5" name="Slide Number Placeholder 4">
            <a:extLst>
              <a:ext uri="{FF2B5EF4-FFF2-40B4-BE49-F238E27FC236}">
                <a16:creationId xmlns:a16="http://schemas.microsoft.com/office/drawing/2014/main" id="{EDCF7CC6-792D-B3BB-909B-33B217A822B8}"/>
              </a:ext>
            </a:extLst>
          </p:cNvPr>
          <p:cNvSpPr>
            <a:spLocks noGrp="1"/>
          </p:cNvSpPr>
          <p:nvPr>
            <p:ph type="sldNum" sz="quarter" idx="12"/>
          </p:nvPr>
        </p:nvSpPr>
        <p:spPr/>
        <p:txBody>
          <a:bodyPr/>
          <a:lstStyle>
            <a:lvl1pPr>
              <a:defRPr/>
            </a:lvl1pPr>
          </a:lstStyle>
          <a:p>
            <a:fld id="{D9352BCB-8143-9D4E-ADF9-833EDF69B540}" type="slidenum">
              <a:rPr lang="en-LK"/>
              <a:pPr/>
              <a:t>‹#›</a:t>
            </a:fld>
            <a:endParaRPr lang="en-LK"/>
          </a:p>
        </p:txBody>
      </p:sp>
    </p:spTree>
    <p:extLst>
      <p:ext uri="{BB962C8B-B14F-4D97-AF65-F5344CB8AC3E}">
        <p14:creationId xmlns:p14="http://schemas.microsoft.com/office/powerpoint/2010/main" val="699330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A3D30-D676-E699-E259-8F7EDE9D58F3}"/>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3" name="Footer Placeholder 2">
            <a:extLst>
              <a:ext uri="{FF2B5EF4-FFF2-40B4-BE49-F238E27FC236}">
                <a16:creationId xmlns:a16="http://schemas.microsoft.com/office/drawing/2014/main" id="{259216D0-85FA-7529-C588-514C06804E6A}"/>
              </a:ext>
            </a:extLst>
          </p:cNvPr>
          <p:cNvSpPr>
            <a:spLocks noGrp="1"/>
          </p:cNvSpPr>
          <p:nvPr>
            <p:ph type="ftr" sz="quarter" idx="11"/>
          </p:nvPr>
        </p:nvSpPr>
        <p:spPr/>
        <p:txBody>
          <a:bodyPr/>
          <a:lstStyle>
            <a:lvl1pPr>
              <a:defRPr/>
            </a:lvl1pPr>
          </a:lstStyle>
          <a:p>
            <a:endParaRPr lang="en-LK"/>
          </a:p>
        </p:txBody>
      </p:sp>
      <p:sp>
        <p:nvSpPr>
          <p:cNvPr id="4" name="Slide Number Placeholder 3">
            <a:extLst>
              <a:ext uri="{FF2B5EF4-FFF2-40B4-BE49-F238E27FC236}">
                <a16:creationId xmlns:a16="http://schemas.microsoft.com/office/drawing/2014/main" id="{C1D0C7D2-3D0F-3EE3-4821-2CF471264969}"/>
              </a:ext>
            </a:extLst>
          </p:cNvPr>
          <p:cNvSpPr>
            <a:spLocks noGrp="1"/>
          </p:cNvSpPr>
          <p:nvPr>
            <p:ph type="sldNum" sz="quarter" idx="12"/>
          </p:nvPr>
        </p:nvSpPr>
        <p:spPr/>
        <p:txBody>
          <a:bodyPr/>
          <a:lstStyle>
            <a:lvl1pPr>
              <a:defRPr/>
            </a:lvl1pPr>
          </a:lstStyle>
          <a:p>
            <a:fld id="{B47D8B52-AB49-A54E-AE42-528C8123584B}" type="slidenum">
              <a:rPr lang="en-LK"/>
              <a:pPr/>
              <a:t>‹#›</a:t>
            </a:fld>
            <a:endParaRPr lang="en-LK"/>
          </a:p>
        </p:txBody>
      </p:sp>
    </p:spTree>
    <p:extLst>
      <p:ext uri="{BB962C8B-B14F-4D97-AF65-F5344CB8AC3E}">
        <p14:creationId xmlns:p14="http://schemas.microsoft.com/office/powerpoint/2010/main" val="329650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9F5C-8B9F-3633-E62B-5B8DD74DF8C5}"/>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LK"/>
          </a:p>
        </p:txBody>
      </p:sp>
      <p:sp>
        <p:nvSpPr>
          <p:cNvPr id="3" name="Content Placeholder 2">
            <a:extLst>
              <a:ext uri="{FF2B5EF4-FFF2-40B4-BE49-F238E27FC236}">
                <a16:creationId xmlns:a16="http://schemas.microsoft.com/office/drawing/2014/main" id="{23F3AE2A-9304-7126-D08A-CEFB040B9B0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Text Placeholder 3">
            <a:extLst>
              <a:ext uri="{FF2B5EF4-FFF2-40B4-BE49-F238E27FC236}">
                <a16:creationId xmlns:a16="http://schemas.microsoft.com/office/drawing/2014/main" id="{7308D3A6-B4EC-84A4-C419-3321AD8756D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2BA3D05-CC66-2013-7C09-71E8B99403D3}"/>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6" name="Footer Placeholder 5">
            <a:extLst>
              <a:ext uri="{FF2B5EF4-FFF2-40B4-BE49-F238E27FC236}">
                <a16:creationId xmlns:a16="http://schemas.microsoft.com/office/drawing/2014/main" id="{A849B87B-2CEC-3AC4-94DE-F29C570BFE54}"/>
              </a:ext>
            </a:extLst>
          </p:cNvPr>
          <p:cNvSpPr>
            <a:spLocks noGrp="1"/>
          </p:cNvSpPr>
          <p:nvPr>
            <p:ph type="ftr" sz="quarter" idx="11"/>
          </p:nvPr>
        </p:nvSpPr>
        <p:spPr/>
        <p:txBody>
          <a:bodyPr/>
          <a:lstStyle>
            <a:lvl1pPr>
              <a:defRPr/>
            </a:lvl1pPr>
          </a:lstStyle>
          <a:p>
            <a:endParaRPr lang="en-LK"/>
          </a:p>
        </p:txBody>
      </p:sp>
      <p:sp>
        <p:nvSpPr>
          <p:cNvPr id="7" name="Slide Number Placeholder 6">
            <a:extLst>
              <a:ext uri="{FF2B5EF4-FFF2-40B4-BE49-F238E27FC236}">
                <a16:creationId xmlns:a16="http://schemas.microsoft.com/office/drawing/2014/main" id="{E8BB65CA-CA23-A138-0A3B-B33B77382F2A}"/>
              </a:ext>
            </a:extLst>
          </p:cNvPr>
          <p:cNvSpPr>
            <a:spLocks noGrp="1"/>
          </p:cNvSpPr>
          <p:nvPr>
            <p:ph type="sldNum" sz="quarter" idx="12"/>
          </p:nvPr>
        </p:nvSpPr>
        <p:spPr/>
        <p:txBody>
          <a:bodyPr/>
          <a:lstStyle>
            <a:lvl1pPr>
              <a:defRPr/>
            </a:lvl1pPr>
          </a:lstStyle>
          <a:p>
            <a:fld id="{366B8125-0743-F644-893F-54DBC21AC8DF}" type="slidenum">
              <a:rPr lang="en-LK"/>
              <a:pPr/>
              <a:t>‹#›</a:t>
            </a:fld>
            <a:endParaRPr lang="en-LK"/>
          </a:p>
        </p:txBody>
      </p:sp>
    </p:spTree>
    <p:extLst>
      <p:ext uri="{BB962C8B-B14F-4D97-AF65-F5344CB8AC3E}">
        <p14:creationId xmlns:p14="http://schemas.microsoft.com/office/powerpoint/2010/main" val="2262162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95C41-365D-78E4-07DE-B5EE176CB644}"/>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LK"/>
          </a:p>
        </p:txBody>
      </p:sp>
      <p:sp>
        <p:nvSpPr>
          <p:cNvPr id="3" name="Picture Placeholder 2">
            <a:extLst>
              <a:ext uri="{FF2B5EF4-FFF2-40B4-BE49-F238E27FC236}">
                <a16:creationId xmlns:a16="http://schemas.microsoft.com/office/drawing/2014/main" id="{EAB5BE2D-08CA-33C3-D459-96CEFC3E11E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K"/>
          </a:p>
        </p:txBody>
      </p:sp>
      <p:sp>
        <p:nvSpPr>
          <p:cNvPr id="4" name="Text Placeholder 3">
            <a:extLst>
              <a:ext uri="{FF2B5EF4-FFF2-40B4-BE49-F238E27FC236}">
                <a16:creationId xmlns:a16="http://schemas.microsoft.com/office/drawing/2014/main" id="{8AB5E1F6-5590-E307-0487-1C9FF377901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4CE09BC-626F-F2C0-406C-C0CDDC34C481}"/>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6" name="Footer Placeholder 5">
            <a:extLst>
              <a:ext uri="{FF2B5EF4-FFF2-40B4-BE49-F238E27FC236}">
                <a16:creationId xmlns:a16="http://schemas.microsoft.com/office/drawing/2014/main" id="{5B24808E-BF2F-12A6-3B4C-1619AD9017E1}"/>
              </a:ext>
            </a:extLst>
          </p:cNvPr>
          <p:cNvSpPr>
            <a:spLocks noGrp="1"/>
          </p:cNvSpPr>
          <p:nvPr>
            <p:ph type="ftr" sz="quarter" idx="11"/>
          </p:nvPr>
        </p:nvSpPr>
        <p:spPr/>
        <p:txBody>
          <a:bodyPr/>
          <a:lstStyle>
            <a:lvl1pPr>
              <a:defRPr/>
            </a:lvl1pPr>
          </a:lstStyle>
          <a:p>
            <a:endParaRPr lang="en-LK"/>
          </a:p>
        </p:txBody>
      </p:sp>
      <p:sp>
        <p:nvSpPr>
          <p:cNvPr id="7" name="Slide Number Placeholder 6">
            <a:extLst>
              <a:ext uri="{FF2B5EF4-FFF2-40B4-BE49-F238E27FC236}">
                <a16:creationId xmlns:a16="http://schemas.microsoft.com/office/drawing/2014/main" id="{A8E45422-72B8-48D1-B6BC-FF47E40E2684}"/>
              </a:ext>
            </a:extLst>
          </p:cNvPr>
          <p:cNvSpPr>
            <a:spLocks noGrp="1"/>
          </p:cNvSpPr>
          <p:nvPr>
            <p:ph type="sldNum" sz="quarter" idx="12"/>
          </p:nvPr>
        </p:nvSpPr>
        <p:spPr/>
        <p:txBody>
          <a:bodyPr/>
          <a:lstStyle>
            <a:lvl1pPr>
              <a:defRPr/>
            </a:lvl1pPr>
          </a:lstStyle>
          <a:p>
            <a:fld id="{84ED416C-1C5A-1C49-912B-A55B33EB9EAD}" type="slidenum">
              <a:rPr lang="en-LK"/>
              <a:pPr/>
              <a:t>‹#›</a:t>
            </a:fld>
            <a:endParaRPr lang="en-LK"/>
          </a:p>
        </p:txBody>
      </p:sp>
    </p:spTree>
    <p:extLst>
      <p:ext uri="{BB962C8B-B14F-4D97-AF65-F5344CB8AC3E}">
        <p14:creationId xmlns:p14="http://schemas.microsoft.com/office/powerpoint/2010/main" val="1577375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252F-ED08-3051-314D-51F898A5DB40}"/>
              </a:ext>
            </a:extLst>
          </p:cNvPr>
          <p:cNvSpPr>
            <a:spLocks noGrp="1"/>
          </p:cNvSpPr>
          <p:nvPr>
            <p:ph type="title"/>
          </p:nvPr>
        </p:nvSpPr>
        <p:spPr/>
        <p:txBody>
          <a:bodyPr/>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3CF4C280-C9A8-05FE-FB3A-1BC11CAC140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9C2D5901-1786-870F-8F80-26436BACD4ED}"/>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5" name="Footer Placeholder 4">
            <a:extLst>
              <a:ext uri="{FF2B5EF4-FFF2-40B4-BE49-F238E27FC236}">
                <a16:creationId xmlns:a16="http://schemas.microsoft.com/office/drawing/2014/main" id="{24B19254-7501-F630-0BCB-16DB2D6A50E5}"/>
              </a:ext>
            </a:extLst>
          </p:cNvPr>
          <p:cNvSpPr>
            <a:spLocks noGrp="1"/>
          </p:cNvSpPr>
          <p:nvPr>
            <p:ph type="ftr" sz="quarter" idx="11"/>
          </p:nvPr>
        </p:nvSpPr>
        <p:spPr/>
        <p:txBody>
          <a:bodyPr/>
          <a:lstStyle>
            <a:lvl1pPr>
              <a:defRPr/>
            </a:lvl1pPr>
          </a:lstStyle>
          <a:p>
            <a:endParaRPr lang="en-LK"/>
          </a:p>
        </p:txBody>
      </p:sp>
      <p:sp>
        <p:nvSpPr>
          <p:cNvPr id="6" name="Slide Number Placeholder 5">
            <a:extLst>
              <a:ext uri="{FF2B5EF4-FFF2-40B4-BE49-F238E27FC236}">
                <a16:creationId xmlns:a16="http://schemas.microsoft.com/office/drawing/2014/main" id="{B35FE46F-77B2-2083-1FDC-E1DE035126BB}"/>
              </a:ext>
            </a:extLst>
          </p:cNvPr>
          <p:cNvSpPr>
            <a:spLocks noGrp="1"/>
          </p:cNvSpPr>
          <p:nvPr>
            <p:ph type="sldNum" sz="quarter" idx="12"/>
          </p:nvPr>
        </p:nvSpPr>
        <p:spPr/>
        <p:txBody>
          <a:bodyPr/>
          <a:lstStyle>
            <a:lvl1pPr>
              <a:defRPr/>
            </a:lvl1pPr>
          </a:lstStyle>
          <a:p>
            <a:fld id="{7E7A4588-BFB3-3C41-9456-41B4CAE18251}" type="slidenum">
              <a:rPr lang="en-LK"/>
              <a:pPr/>
              <a:t>‹#›</a:t>
            </a:fld>
            <a:endParaRPr lang="en-LK"/>
          </a:p>
        </p:txBody>
      </p:sp>
    </p:spTree>
    <p:extLst>
      <p:ext uri="{BB962C8B-B14F-4D97-AF65-F5344CB8AC3E}">
        <p14:creationId xmlns:p14="http://schemas.microsoft.com/office/powerpoint/2010/main" val="20722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5E1E31-D006-8E21-20B5-89E2ED183D23}"/>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D8476DE6-7E5E-2352-1DAC-F79D829A3E83}"/>
              </a:ext>
            </a:extLst>
          </p:cNvPr>
          <p:cNvSpPr>
            <a:spLocks noGrp="1"/>
          </p:cNvSpPr>
          <p:nvPr>
            <p:ph type="body" orient="vert" idx="1"/>
          </p:nvPr>
        </p:nvSpPr>
        <p:spPr>
          <a:xfrm>
            <a:off x="628650" y="365125"/>
            <a:ext cx="57626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004C578A-9B02-B2C9-5754-20338338DBC8}"/>
              </a:ext>
            </a:extLst>
          </p:cNvPr>
          <p:cNvSpPr>
            <a:spLocks noGrp="1"/>
          </p:cNvSpPr>
          <p:nvPr>
            <p:ph type="dt" sz="half" idx="10"/>
          </p:nvPr>
        </p:nvSpPr>
        <p:spPr/>
        <p:txBody>
          <a:bodyPr/>
          <a:lstStyle>
            <a:lvl1pPr>
              <a:defRPr/>
            </a:lvl1pPr>
          </a:lstStyle>
          <a:p>
            <a:fld id="{D69030AD-41CA-2444-BEAA-F90C603403C4}" type="datetimeFigureOut">
              <a:rPr lang="en-LK"/>
              <a:pPr/>
              <a:t>2025-10-01</a:t>
            </a:fld>
            <a:endParaRPr lang="en-LK"/>
          </a:p>
        </p:txBody>
      </p:sp>
      <p:sp>
        <p:nvSpPr>
          <p:cNvPr id="5" name="Footer Placeholder 4">
            <a:extLst>
              <a:ext uri="{FF2B5EF4-FFF2-40B4-BE49-F238E27FC236}">
                <a16:creationId xmlns:a16="http://schemas.microsoft.com/office/drawing/2014/main" id="{A4EC3785-8191-16F5-9BE6-BBBA9B50339D}"/>
              </a:ext>
            </a:extLst>
          </p:cNvPr>
          <p:cNvSpPr>
            <a:spLocks noGrp="1"/>
          </p:cNvSpPr>
          <p:nvPr>
            <p:ph type="ftr" sz="quarter" idx="11"/>
          </p:nvPr>
        </p:nvSpPr>
        <p:spPr/>
        <p:txBody>
          <a:bodyPr/>
          <a:lstStyle>
            <a:lvl1pPr>
              <a:defRPr/>
            </a:lvl1pPr>
          </a:lstStyle>
          <a:p>
            <a:endParaRPr lang="en-LK"/>
          </a:p>
        </p:txBody>
      </p:sp>
      <p:sp>
        <p:nvSpPr>
          <p:cNvPr id="6" name="Slide Number Placeholder 5">
            <a:extLst>
              <a:ext uri="{FF2B5EF4-FFF2-40B4-BE49-F238E27FC236}">
                <a16:creationId xmlns:a16="http://schemas.microsoft.com/office/drawing/2014/main" id="{A65210AD-A9C6-4C89-7C39-12838851E5BC}"/>
              </a:ext>
            </a:extLst>
          </p:cNvPr>
          <p:cNvSpPr>
            <a:spLocks noGrp="1"/>
          </p:cNvSpPr>
          <p:nvPr>
            <p:ph type="sldNum" sz="quarter" idx="12"/>
          </p:nvPr>
        </p:nvSpPr>
        <p:spPr/>
        <p:txBody>
          <a:bodyPr/>
          <a:lstStyle>
            <a:lvl1pPr>
              <a:defRPr/>
            </a:lvl1pPr>
          </a:lstStyle>
          <a:p>
            <a:fld id="{F7C4449A-DE55-8642-9AF5-0F173842A5A5}" type="slidenum">
              <a:rPr lang="en-LK"/>
              <a:pPr/>
              <a:t>‹#›</a:t>
            </a:fld>
            <a:endParaRPr lang="en-LK"/>
          </a:p>
        </p:txBody>
      </p:sp>
    </p:spTree>
    <p:extLst>
      <p:ext uri="{BB962C8B-B14F-4D97-AF65-F5344CB8AC3E}">
        <p14:creationId xmlns:p14="http://schemas.microsoft.com/office/powerpoint/2010/main" val="11455579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F0D498C-0CF4-D007-8281-633EA999924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46083" name="Rectangle 3">
            <a:extLst>
              <a:ext uri="{FF2B5EF4-FFF2-40B4-BE49-F238E27FC236}">
                <a16:creationId xmlns:a16="http://schemas.microsoft.com/office/drawing/2014/main" id="{5F0DDAA1-6000-7FE9-3CFE-A09BA78FB01B}"/>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Black" panose="020B0604020202020204" pitchFamily="34" charset="0"/>
              </a:defRPr>
            </a:lvl1pPr>
          </a:lstStyle>
          <a:p>
            <a:fld id="{9363CA0F-0FBE-9245-958D-79B177A6B361}" type="slidenum">
              <a:rPr lang="en-US" altLang="en-LK"/>
              <a:pPr/>
              <a:t>‹#›</a:t>
            </a:fld>
            <a:endParaRPr lang="en-US" altLang="en-LK"/>
          </a:p>
        </p:txBody>
      </p:sp>
      <p:grpSp>
        <p:nvGrpSpPr>
          <p:cNvPr id="1028" name="Group 4">
            <a:extLst>
              <a:ext uri="{FF2B5EF4-FFF2-40B4-BE49-F238E27FC236}">
                <a16:creationId xmlns:a16="http://schemas.microsoft.com/office/drawing/2014/main" id="{E5B0BBD8-7756-840E-0CB4-85F5D31E6FCE}"/>
              </a:ext>
            </a:extLst>
          </p:cNvPr>
          <p:cNvGrpSpPr>
            <a:grpSpLocks/>
          </p:cNvGrpSpPr>
          <p:nvPr/>
        </p:nvGrpSpPr>
        <p:grpSpPr bwMode="auto">
          <a:xfrm>
            <a:off x="0" y="0"/>
            <a:ext cx="9144000" cy="546100"/>
            <a:chOff x="0" y="0"/>
            <a:chExt cx="5760" cy="344"/>
          </a:xfrm>
        </p:grpSpPr>
        <p:sp>
          <p:nvSpPr>
            <p:cNvPr id="46085" name="Rectangle 5">
              <a:extLst>
                <a:ext uri="{FF2B5EF4-FFF2-40B4-BE49-F238E27FC236}">
                  <a16:creationId xmlns:a16="http://schemas.microsoft.com/office/drawing/2014/main" id="{B340689A-3077-4495-17A7-44CF0D070769}"/>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46086" name="Rectangle 6">
              <a:extLst>
                <a:ext uri="{FF2B5EF4-FFF2-40B4-BE49-F238E27FC236}">
                  <a16:creationId xmlns:a16="http://schemas.microsoft.com/office/drawing/2014/main" id="{2B947DAB-A87E-AD64-415B-7863D3AB5463}"/>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eaLnBrk="1" hangingPunct="1">
                <a:defRPr/>
              </a:pPr>
              <a:endParaRPr lang="en-US" sz="2400">
                <a:latin typeface="Times New Roman" pitchFamily="18" charset="0"/>
              </a:endParaRPr>
            </a:p>
          </p:txBody>
        </p:sp>
        <p:sp>
          <p:nvSpPr>
            <p:cNvPr id="46087" name="Rectangle 7">
              <a:extLst>
                <a:ext uri="{FF2B5EF4-FFF2-40B4-BE49-F238E27FC236}">
                  <a16:creationId xmlns:a16="http://schemas.microsoft.com/office/drawing/2014/main" id="{8F2D0EE1-3201-E86A-67CD-48CAF42C31AE}"/>
                </a:ext>
              </a:extLst>
            </p:cNvPr>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eaLnBrk="1" hangingPunct="1">
                <a:defRPr/>
              </a:pPr>
              <a:endParaRPr lang="en-US">
                <a:solidFill>
                  <a:schemeClr val="hlink"/>
                </a:solidFill>
                <a:latin typeface="Arial" charset="0"/>
              </a:endParaRPr>
            </a:p>
          </p:txBody>
        </p:sp>
        <p:sp>
          <p:nvSpPr>
            <p:cNvPr id="46088" name="Rectangle 8">
              <a:extLst>
                <a:ext uri="{FF2B5EF4-FFF2-40B4-BE49-F238E27FC236}">
                  <a16:creationId xmlns:a16="http://schemas.microsoft.com/office/drawing/2014/main" id="{1F48B34A-62C5-67CB-2EDF-533037EDB680}"/>
                </a:ext>
              </a:extLst>
            </p:cNvPr>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eaLnBrk="1" hangingPunct="1">
                <a:defRPr/>
              </a:pPr>
              <a:endParaRPr lang="en-US">
                <a:solidFill>
                  <a:schemeClr val="hlink"/>
                </a:solidFill>
                <a:latin typeface="Arial" charset="0"/>
              </a:endParaRPr>
            </a:p>
          </p:txBody>
        </p:sp>
        <p:sp>
          <p:nvSpPr>
            <p:cNvPr id="46089" name="Rectangle 9">
              <a:extLst>
                <a:ext uri="{FF2B5EF4-FFF2-40B4-BE49-F238E27FC236}">
                  <a16:creationId xmlns:a16="http://schemas.microsoft.com/office/drawing/2014/main" id="{D53B6B99-F6D9-4AFB-D8D2-12F2C8771FED}"/>
                </a:ext>
              </a:extLst>
            </p:cNvPr>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eaLnBrk="1" hangingPunct="1">
                <a:defRPr/>
              </a:pPr>
              <a:endParaRPr lang="en-US">
                <a:solidFill>
                  <a:schemeClr val="accent2"/>
                </a:solidFill>
                <a:latin typeface="Arial" charset="0"/>
              </a:endParaRPr>
            </a:p>
          </p:txBody>
        </p:sp>
        <p:sp>
          <p:nvSpPr>
            <p:cNvPr id="46090" name="Rectangle 10">
              <a:extLst>
                <a:ext uri="{FF2B5EF4-FFF2-40B4-BE49-F238E27FC236}">
                  <a16:creationId xmlns:a16="http://schemas.microsoft.com/office/drawing/2014/main" id="{6644DC78-CAEF-1307-D807-B1A7FFF222BD}"/>
                </a:ext>
              </a:extLst>
            </p:cNvPr>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eaLnBrk="1" hangingPunct="1">
                <a:defRPr/>
              </a:pPr>
              <a:endParaRPr lang="en-US">
                <a:solidFill>
                  <a:schemeClr val="hlink"/>
                </a:solidFill>
                <a:latin typeface="Arial" charset="0"/>
              </a:endParaRPr>
            </a:p>
          </p:txBody>
        </p:sp>
        <p:sp>
          <p:nvSpPr>
            <p:cNvPr id="46091" name="Rectangle 11">
              <a:extLst>
                <a:ext uri="{FF2B5EF4-FFF2-40B4-BE49-F238E27FC236}">
                  <a16:creationId xmlns:a16="http://schemas.microsoft.com/office/drawing/2014/main" id="{13C06CF7-4371-E56E-AF3E-707AC5027D58}"/>
                </a:ext>
              </a:extLst>
            </p:cNvPr>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eaLnBrk="1" hangingPunct="1">
                <a:defRPr/>
              </a:pPr>
              <a:endParaRPr lang="en-US" sz="2400">
                <a:latin typeface="Times New Roman" pitchFamily="18" charset="0"/>
              </a:endParaRPr>
            </a:p>
          </p:txBody>
        </p:sp>
        <p:sp>
          <p:nvSpPr>
            <p:cNvPr id="46092" name="Rectangle 12">
              <a:extLst>
                <a:ext uri="{FF2B5EF4-FFF2-40B4-BE49-F238E27FC236}">
                  <a16:creationId xmlns:a16="http://schemas.microsoft.com/office/drawing/2014/main" id="{6FAEB047-5E4B-CAA8-9167-2BE791035F4F}"/>
                </a:ext>
              </a:extLst>
            </p:cNvPr>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eaLnBrk="1" hangingPunct="1">
                <a:defRPr/>
              </a:pPr>
              <a:endParaRPr lang="en-US">
                <a:solidFill>
                  <a:schemeClr val="accent2"/>
                </a:solidFill>
                <a:latin typeface="Arial" charset="0"/>
              </a:endParaRPr>
            </a:p>
          </p:txBody>
        </p:sp>
        <p:sp>
          <p:nvSpPr>
            <p:cNvPr id="46093" name="Rectangle 13">
              <a:extLst>
                <a:ext uri="{FF2B5EF4-FFF2-40B4-BE49-F238E27FC236}">
                  <a16:creationId xmlns:a16="http://schemas.microsoft.com/office/drawing/2014/main" id="{D89449C3-6988-FEE9-0DBB-EC347F9AB0BE}"/>
                </a:ext>
              </a:extLst>
            </p:cNvPr>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eaLnBrk="1" hangingPunct="1">
                <a:defRPr/>
              </a:pPr>
              <a:endParaRPr lang="en-US">
                <a:solidFill>
                  <a:schemeClr val="accent2"/>
                </a:solidFill>
                <a:latin typeface="Arial" charset="0"/>
              </a:endParaRPr>
            </a:p>
          </p:txBody>
        </p:sp>
      </p:grpSp>
      <p:sp>
        <p:nvSpPr>
          <p:cNvPr id="1029" name="Rectangle 14">
            <a:extLst>
              <a:ext uri="{FF2B5EF4-FFF2-40B4-BE49-F238E27FC236}">
                <a16:creationId xmlns:a16="http://schemas.microsoft.com/office/drawing/2014/main" id="{36E63729-7BC3-76D7-9C1D-A8ECD6E0EE24}"/>
              </a:ext>
            </a:extLst>
          </p:cNvPr>
          <p:cNvSpPr>
            <a:spLocks noGrp="1" noChangeArrowheads="1"/>
          </p:cNvSpPr>
          <p:nvPr>
            <p:ph type="title"/>
          </p:nvPr>
        </p:nvSpPr>
        <p:spPr bwMode="auto">
          <a:xfrm>
            <a:off x="457200" y="457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LK"/>
              <a:t>Click to edit Master title style</a:t>
            </a:r>
          </a:p>
        </p:txBody>
      </p:sp>
      <p:sp>
        <p:nvSpPr>
          <p:cNvPr id="1030" name="Rectangle 15">
            <a:extLst>
              <a:ext uri="{FF2B5EF4-FFF2-40B4-BE49-F238E27FC236}">
                <a16:creationId xmlns:a16="http://schemas.microsoft.com/office/drawing/2014/main" id="{DD6307FB-DBE7-72BD-4129-6FA95AA22B13}"/>
              </a:ext>
            </a:extLst>
          </p:cNvPr>
          <p:cNvSpPr>
            <a:spLocks noGrp="1" noChangeArrowheads="1"/>
          </p:cNvSpPr>
          <p:nvPr>
            <p:ph type="body" idx="1"/>
          </p:nvPr>
        </p:nvSpPr>
        <p:spPr bwMode="auto">
          <a:xfrm>
            <a:off x="457200" y="1371600"/>
            <a:ext cx="8229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LK"/>
              <a:t>Click to edit Master text styles</a:t>
            </a:r>
          </a:p>
          <a:p>
            <a:pPr lvl="1"/>
            <a:r>
              <a:rPr lang="en-US" altLang="en-LK"/>
              <a:t>Second level</a:t>
            </a:r>
          </a:p>
          <a:p>
            <a:pPr lvl="2"/>
            <a:r>
              <a:rPr lang="en-US" altLang="en-LK"/>
              <a:t>Third level</a:t>
            </a:r>
          </a:p>
          <a:p>
            <a:pPr lvl="3"/>
            <a:r>
              <a:rPr lang="en-US" altLang="en-LK"/>
              <a:t>Fourth level</a:t>
            </a:r>
          </a:p>
          <a:p>
            <a:pPr lvl="4"/>
            <a:r>
              <a:rPr lang="en-US" altLang="en-LK"/>
              <a:t>Fifth level</a:t>
            </a:r>
          </a:p>
        </p:txBody>
      </p:sp>
      <p:sp>
        <p:nvSpPr>
          <p:cNvPr id="46096" name="Rectangle 16">
            <a:extLst>
              <a:ext uri="{FF2B5EF4-FFF2-40B4-BE49-F238E27FC236}">
                <a16:creationId xmlns:a16="http://schemas.microsoft.com/office/drawing/2014/main" id="{49808C68-55F7-B938-0134-09ED3A434FB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fld id="{0E60607D-1772-F445-B9ED-D15A18DA2F04}" type="datetime1">
              <a:rPr lang="en-US"/>
              <a:pPr>
                <a:defRPr/>
              </a:pPr>
              <a:t>10/1/25</a:t>
            </a:fld>
            <a:endParaRPr lang="en-US"/>
          </a:p>
        </p:txBody>
      </p:sp>
    </p:spTree>
  </p:cSld>
  <p:clrMap bg1="lt1" tx1="dk1" bg2="lt2" tx2="dk2" accent1="accent1" accent2="accent2" accent3="accent3" accent4="accent4" accent5="accent5" accent6="accent6" hlink="hlink" folHlink="folHlink"/>
  <p:sldLayoutIdLst>
    <p:sldLayoutId id="2147484055" r:id="rId1"/>
    <p:sldLayoutId id="2147484056" r:id="rId2"/>
  </p:sldLayoutIdLst>
  <p:hf hdr="0" ftr="0"/>
  <p:txStyles>
    <p:titleStyle>
      <a:lvl1pPr algn="l" rtl="0" eaLnBrk="0" fontAlgn="base" hangingPunct="0">
        <a:spcBef>
          <a:spcPct val="0"/>
        </a:spcBef>
        <a:spcAft>
          <a:spcPct val="0"/>
        </a:spcAft>
        <a:defRPr sz="3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Arial" charset="0"/>
        </a:defRPr>
      </a:lvl2pPr>
      <a:lvl3pPr algn="l" rtl="0" eaLnBrk="0" fontAlgn="base" hangingPunct="0">
        <a:spcBef>
          <a:spcPct val="0"/>
        </a:spcBef>
        <a:spcAft>
          <a:spcPct val="0"/>
        </a:spcAft>
        <a:defRPr sz="3200">
          <a:solidFill>
            <a:schemeClr val="tx1"/>
          </a:solidFill>
          <a:latin typeface="Arial" charset="0"/>
        </a:defRPr>
      </a:lvl3pPr>
      <a:lvl4pPr algn="l" rtl="0" eaLnBrk="0" fontAlgn="base" hangingPunct="0">
        <a:spcBef>
          <a:spcPct val="0"/>
        </a:spcBef>
        <a:spcAft>
          <a:spcPct val="0"/>
        </a:spcAft>
        <a:defRPr sz="3200">
          <a:solidFill>
            <a:schemeClr val="tx1"/>
          </a:solidFill>
          <a:latin typeface="Arial" charset="0"/>
        </a:defRPr>
      </a:lvl4pPr>
      <a:lvl5pPr algn="l" rtl="0" eaLnBrk="0" fontAlgn="base" hangingPunct="0">
        <a:spcBef>
          <a:spcPct val="0"/>
        </a:spcBef>
        <a:spcAft>
          <a:spcPct val="0"/>
        </a:spcAft>
        <a:defRPr sz="3200">
          <a:solidFill>
            <a:schemeClr val="tx1"/>
          </a:solidFill>
          <a:latin typeface="Arial" charset="0"/>
        </a:defRPr>
      </a:lvl5pPr>
      <a:lvl6pPr marL="457200" algn="l" rtl="0" fontAlgn="base">
        <a:spcBef>
          <a:spcPct val="0"/>
        </a:spcBef>
        <a:spcAft>
          <a:spcPct val="0"/>
        </a:spcAft>
        <a:defRPr sz="3200">
          <a:solidFill>
            <a:schemeClr val="tx1"/>
          </a:solidFill>
          <a:latin typeface="Arial" charset="0"/>
        </a:defRPr>
      </a:lvl6pPr>
      <a:lvl7pPr marL="914400" algn="l" rtl="0" fontAlgn="base">
        <a:spcBef>
          <a:spcPct val="0"/>
        </a:spcBef>
        <a:spcAft>
          <a:spcPct val="0"/>
        </a:spcAft>
        <a:defRPr sz="3200">
          <a:solidFill>
            <a:schemeClr val="tx1"/>
          </a:solidFill>
          <a:latin typeface="Arial" charset="0"/>
        </a:defRPr>
      </a:lvl7pPr>
      <a:lvl8pPr marL="1371600" algn="l" rtl="0" fontAlgn="base">
        <a:spcBef>
          <a:spcPct val="0"/>
        </a:spcBef>
        <a:spcAft>
          <a:spcPct val="0"/>
        </a:spcAft>
        <a:defRPr sz="3200">
          <a:solidFill>
            <a:schemeClr val="tx1"/>
          </a:solidFill>
          <a:latin typeface="Arial" charset="0"/>
        </a:defRPr>
      </a:lvl8pPr>
      <a:lvl9pPr marL="1828800" algn="l" rtl="0" fontAlgn="base">
        <a:spcBef>
          <a:spcPct val="0"/>
        </a:spcBef>
        <a:spcAft>
          <a:spcPct val="0"/>
        </a:spcAft>
        <a:defRPr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0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16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14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90A21D-EE6F-84E2-30DC-43659D9CCE73}"/>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LK"/>
          </a:p>
        </p:txBody>
      </p:sp>
      <p:sp>
        <p:nvSpPr>
          <p:cNvPr id="3" name="Text Placeholder 2">
            <a:extLst>
              <a:ext uri="{FF2B5EF4-FFF2-40B4-BE49-F238E27FC236}">
                <a16:creationId xmlns:a16="http://schemas.microsoft.com/office/drawing/2014/main" id="{C3815050-8FDF-5027-B953-71C0DBE0B52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86ED999D-BA0B-05AB-3641-EAE58FDB156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030AD-41CA-2444-BEAA-F90C603403C4}" type="datetimeFigureOut">
              <a:rPr lang="en-LK"/>
              <a:pPr/>
              <a:t>2025-10-01</a:t>
            </a:fld>
            <a:endParaRPr lang="en-LK"/>
          </a:p>
        </p:txBody>
      </p:sp>
      <p:sp>
        <p:nvSpPr>
          <p:cNvPr id="5" name="Footer Placeholder 4">
            <a:extLst>
              <a:ext uri="{FF2B5EF4-FFF2-40B4-BE49-F238E27FC236}">
                <a16:creationId xmlns:a16="http://schemas.microsoft.com/office/drawing/2014/main" id="{EEB8FB56-1D06-AC25-C1D9-B24842B9CC34}"/>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K"/>
          </a:p>
        </p:txBody>
      </p:sp>
      <p:sp>
        <p:nvSpPr>
          <p:cNvPr id="6" name="Slide Number Placeholder 5">
            <a:extLst>
              <a:ext uri="{FF2B5EF4-FFF2-40B4-BE49-F238E27FC236}">
                <a16:creationId xmlns:a16="http://schemas.microsoft.com/office/drawing/2014/main" id="{EC9BBE42-0270-7102-3EA8-59DE1184B1F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9709E2-5083-3E4E-8E93-2F75B8651CA7}" type="slidenum">
              <a:rPr lang="en-LK"/>
              <a:pPr/>
              <a:t>‹#›</a:t>
            </a:fld>
            <a:endParaRPr lang="en-LK"/>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http://www.javaworld.com/javaworld/jw-04-2003/jw-0425-designpatterns.html?page=6"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hyperlink" Target="http://c2.com/cgi/wiki?SingletonPattern" TargetMode="Externa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1BAF10-FE9C-EABC-0471-24FD73293CB6}"/>
              </a:ext>
            </a:extLst>
          </p:cNvPr>
          <p:cNvSpPr txBox="1"/>
          <p:nvPr/>
        </p:nvSpPr>
        <p:spPr>
          <a:xfrm>
            <a:off x="1752600" y="3223260"/>
            <a:ext cx="5943600" cy="1938992"/>
          </a:xfrm>
          <a:prstGeom prst="rect">
            <a:avLst/>
          </a:prstGeom>
          <a:noFill/>
        </p:spPr>
        <p:txBody>
          <a:bodyPr wrap="square" rtlCol="0">
            <a:spAutoFit/>
          </a:bodyPr>
          <a:lstStyle/>
          <a:p>
            <a:r>
              <a:rPr lang="en-LK" sz="4000" dirty="0"/>
              <a:t>Design Patterns</a:t>
            </a:r>
          </a:p>
          <a:p>
            <a:r>
              <a:rPr lang="en-LK" sz="4000" dirty="0"/>
              <a:t>Dr.Prabath </a:t>
            </a:r>
            <a:r>
              <a:rPr lang="en-LK" sz="4000"/>
              <a:t>Weerasinghe EC5204</a:t>
            </a:r>
            <a:endParaRPr lang="en-LK"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370A333B-C14B-C20F-272F-727930092206}"/>
              </a:ext>
            </a:extLst>
          </p:cNvPr>
          <p:cNvSpPr>
            <a:spLocks noGrp="1"/>
          </p:cNvSpPr>
          <p:nvPr>
            <p:ph type="title"/>
          </p:nvPr>
        </p:nvSpPr>
        <p:spPr>
          <a:xfrm>
            <a:off x="457200" y="457200"/>
            <a:ext cx="8229600" cy="533400"/>
          </a:xfrm>
        </p:spPr>
        <p:txBody>
          <a:bodyPr/>
          <a:lstStyle/>
          <a:p>
            <a:r>
              <a:rPr lang="en-US" altLang="en-LK"/>
              <a:t>Agenda</a:t>
            </a:r>
          </a:p>
        </p:txBody>
      </p:sp>
      <p:sp>
        <p:nvSpPr>
          <p:cNvPr id="4099" name="Content Placeholder 2">
            <a:extLst>
              <a:ext uri="{FF2B5EF4-FFF2-40B4-BE49-F238E27FC236}">
                <a16:creationId xmlns:a16="http://schemas.microsoft.com/office/drawing/2014/main" id="{11375092-1789-EEEC-1076-4AE50051A4F6}"/>
              </a:ext>
            </a:extLst>
          </p:cNvPr>
          <p:cNvSpPr>
            <a:spLocks noGrp="1"/>
          </p:cNvSpPr>
          <p:nvPr>
            <p:ph idx="1"/>
          </p:nvPr>
        </p:nvSpPr>
        <p:spPr>
          <a:xfrm>
            <a:off x="228600" y="914400"/>
            <a:ext cx="8305800" cy="5638800"/>
          </a:xfrm>
        </p:spPr>
        <p:txBody>
          <a:bodyPr/>
          <a:lstStyle/>
          <a:p>
            <a:r>
              <a:rPr lang="en-US" altLang="en-LK" sz="1600"/>
              <a:t>Introduction to Design Patterns</a:t>
            </a:r>
          </a:p>
          <a:p>
            <a:pPr lvl="1"/>
            <a:r>
              <a:rPr lang="en-US" altLang="en-LK" sz="1600"/>
              <a:t>What is a Design Pattern</a:t>
            </a:r>
          </a:p>
          <a:p>
            <a:pPr lvl="1"/>
            <a:r>
              <a:rPr lang="en-US" altLang="en-LK" sz="1600"/>
              <a:t>Why Study Design Patterns</a:t>
            </a:r>
          </a:p>
          <a:p>
            <a:pPr lvl="1"/>
            <a:r>
              <a:rPr lang="en-US" altLang="en-LK" sz="1600"/>
              <a:t>History of Design Patterns</a:t>
            </a:r>
          </a:p>
          <a:p>
            <a:pPr lvl="1"/>
            <a:r>
              <a:rPr lang="en-US" altLang="en-LK" sz="1600"/>
              <a:t>The Gang of Four</a:t>
            </a:r>
          </a:p>
          <a:p>
            <a:pPr lvl="1"/>
            <a:r>
              <a:rPr lang="en-US" altLang="en-LK" sz="1600"/>
              <a:t>Tangent: Unit Testing</a:t>
            </a:r>
          </a:p>
          <a:p>
            <a:pPr lvl="1"/>
            <a:r>
              <a:rPr lang="en-US" altLang="en-LK" sz="1600"/>
              <a:t>The Book: Head First Design Patterns</a:t>
            </a:r>
          </a:p>
          <a:p>
            <a:pPr lvl="1"/>
            <a:endParaRPr lang="en-US" altLang="en-LK" sz="1600"/>
          </a:p>
          <a:p>
            <a:r>
              <a:rPr lang="en-US" altLang="en-LK" sz="1600"/>
              <a:t>The Singleton Pattern</a:t>
            </a:r>
          </a:p>
          <a:p>
            <a:pPr lvl="1"/>
            <a:r>
              <a:rPr lang="en-US" altLang="en-LK" sz="1600"/>
              <a:t>Logger Example</a:t>
            </a:r>
          </a:p>
          <a:p>
            <a:pPr lvl="1"/>
            <a:r>
              <a:rPr lang="en-US" altLang="en-LK" sz="1600"/>
              <a:t>Lazy Instantiation</a:t>
            </a:r>
          </a:p>
          <a:p>
            <a:pPr lvl="1"/>
            <a:r>
              <a:rPr lang="en-US" altLang="en-LK" sz="1600"/>
              <a:t>Singleton vs. Static Variables</a:t>
            </a:r>
          </a:p>
          <a:p>
            <a:pPr lvl="1"/>
            <a:r>
              <a:rPr lang="en-US" altLang="en-LK" sz="1600"/>
              <a:t>Threading: Simple, Double-Checked, Eager Initialization</a:t>
            </a:r>
          </a:p>
          <a:p>
            <a:pPr lvl="1"/>
            <a:r>
              <a:rPr lang="en-US" altLang="en-LK" sz="1600"/>
              <a:t>Lab</a:t>
            </a:r>
          </a:p>
          <a:p>
            <a:pPr lvl="1"/>
            <a:r>
              <a:rPr lang="en-US" altLang="en-LK" sz="1600"/>
              <a:t>Inheritance</a:t>
            </a:r>
          </a:p>
          <a:p>
            <a:pPr lvl="1"/>
            <a:r>
              <a:rPr lang="en-US" altLang="en-LK" sz="1600"/>
              <a:t>Add Registry to Singleton</a:t>
            </a:r>
          </a:p>
          <a:p>
            <a:pPr lvl="1"/>
            <a:r>
              <a:rPr lang="en-US" altLang="en-LK" sz="1600"/>
              <a:t>Dependencies</a:t>
            </a:r>
          </a:p>
          <a:p>
            <a:pPr lvl="1"/>
            <a:r>
              <a:rPr lang="en-US" altLang="en-LK" sz="1600"/>
              <a:t>Unit Testing</a:t>
            </a:r>
          </a:p>
          <a:p>
            <a:pPr lvl="1"/>
            <a:r>
              <a:rPr lang="en-US" altLang="en-LK" sz="1600"/>
              <a:t>Articles</a:t>
            </a:r>
          </a:p>
          <a:p>
            <a:pPr lvl="1">
              <a:buFont typeface="Wingdings" pitchFamily="2" charset="2"/>
              <a:buNone/>
            </a:pPr>
            <a:endParaRPr lang="en-US" altLang="en-LK" sz="1600"/>
          </a:p>
          <a:p>
            <a:endParaRPr lang="en-US" altLang="en-LK" sz="1600"/>
          </a:p>
        </p:txBody>
      </p:sp>
      <p:sp>
        <p:nvSpPr>
          <p:cNvPr id="4100" name="Slide Number Placeholder 3">
            <a:extLst>
              <a:ext uri="{FF2B5EF4-FFF2-40B4-BE49-F238E27FC236}">
                <a16:creationId xmlns:a16="http://schemas.microsoft.com/office/drawing/2014/main" id="{FFFA9411-4B87-EF6B-3095-A54D6828336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4E6A6DC-EA3C-194B-986D-2B35740C1C9E}" type="slidenum">
              <a:rPr lang="en-US" altLang="en-LK">
                <a:latin typeface="Arial Black" panose="020B0604020202020204" pitchFamily="34" charset="0"/>
              </a:rPr>
              <a:pPr/>
              <a:t>2</a:t>
            </a:fld>
            <a:endParaRPr lang="en-US" altLang="en-LK">
              <a:latin typeface="Arial Black"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BB6F4102-32D0-5DCC-35A1-5EBA498D86E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999B32-F048-DF4D-BA76-515B20E8C48F}" type="slidenum">
              <a:rPr lang="en-US" altLang="en-LK">
                <a:latin typeface="Arial Black" panose="020B0604020202020204" pitchFamily="34" charset="0"/>
              </a:rPr>
              <a:pPr/>
              <a:t>3</a:t>
            </a:fld>
            <a:endParaRPr lang="en-US" altLang="en-LK">
              <a:latin typeface="Arial Black" panose="020B0604020202020204" pitchFamily="34" charset="0"/>
            </a:endParaRPr>
          </a:p>
        </p:txBody>
      </p:sp>
      <p:sp>
        <p:nvSpPr>
          <p:cNvPr id="5123" name="Title 1">
            <a:extLst>
              <a:ext uri="{FF2B5EF4-FFF2-40B4-BE49-F238E27FC236}">
                <a16:creationId xmlns:a16="http://schemas.microsoft.com/office/drawing/2014/main" id="{BD44B9AD-2F55-B149-3E14-0D48563E976A}"/>
              </a:ext>
            </a:extLst>
          </p:cNvPr>
          <p:cNvSpPr>
            <a:spLocks noGrp="1"/>
          </p:cNvSpPr>
          <p:nvPr>
            <p:ph type="title"/>
          </p:nvPr>
        </p:nvSpPr>
        <p:spPr/>
        <p:txBody>
          <a:bodyPr/>
          <a:lstStyle/>
          <a:p>
            <a:r>
              <a:rPr lang="en-US" altLang="en-LK"/>
              <a:t>What is a Design Pattern?</a:t>
            </a:r>
          </a:p>
        </p:txBody>
      </p:sp>
      <p:sp>
        <p:nvSpPr>
          <p:cNvPr id="5124" name="Content Placeholder 2">
            <a:extLst>
              <a:ext uri="{FF2B5EF4-FFF2-40B4-BE49-F238E27FC236}">
                <a16:creationId xmlns:a16="http://schemas.microsoft.com/office/drawing/2014/main" id="{F7DAEC58-3989-476E-CA70-9DD0574370FF}"/>
              </a:ext>
            </a:extLst>
          </p:cNvPr>
          <p:cNvSpPr>
            <a:spLocks noGrp="1"/>
          </p:cNvSpPr>
          <p:nvPr>
            <p:ph idx="1"/>
          </p:nvPr>
        </p:nvSpPr>
        <p:spPr>
          <a:xfrm>
            <a:off x="457200" y="1371600"/>
            <a:ext cx="8229600" cy="4648200"/>
          </a:xfrm>
        </p:spPr>
        <p:txBody>
          <a:bodyPr/>
          <a:lstStyle/>
          <a:p>
            <a:pPr>
              <a:buFont typeface="Arial" panose="020B0604020202020204" pitchFamily="34" charset="0"/>
              <a:buChar char="•"/>
            </a:pPr>
            <a:r>
              <a:rPr lang="en-US" altLang="en-LK"/>
              <a:t>A problem that someone has already solved.</a:t>
            </a:r>
          </a:p>
          <a:p>
            <a:pPr>
              <a:buFont typeface="Arial" panose="020B0604020202020204" pitchFamily="34" charset="0"/>
              <a:buChar char="•"/>
            </a:pPr>
            <a:r>
              <a:rPr lang="en-US" altLang="en-LK"/>
              <a:t>A model or design to use as a guide</a:t>
            </a:r>
          </a:p>
          <a:p>
            <a:pPr>
              <a:buFont typeface="Arial" panose="020B0604020202020204" pitchFamily="34" charset="0"/>
              <a:buChar char="•"/>
            </a:pPr>
            <a:endParaRPr lang="en-US" altLang="en-LK"/>
          </a:p>
          <a:p>
            <a:pPr>
              <a:buFont typeface="Arial" panose="020B0604020202020204" pitchFamily="34" charset="0"/>
              <a:buChar char="•"/>
            </a:pPr>
            <a:r>
              <a:rPr lang="en-US" altLang="en-LK"/>
              <a:t>More formally: “A proven solution to a common problem in a specified context." </a:t>
            </a:r>
          </a:p>
          <a:p>
            <a:pPr>
              <a:buFont typeface="Arial" panose="020B0604020202020204" pitchFamily="34" charset="0"/>
              <a:buChar char="•"/>
            </a:pPr>
            <a:endParaRPr lang="en-US" altLang="en-LK"/>
          </a:p>
          <a:p>
            <a:pPr>
              <a:buFont typeface="Wingdings" pitchFamily="2" charset="2"/>
              <a:buNone/>
            </a:pPr>
            <a:r>
              <a:rPr lang="en-US" altLang="en-LK" u="sng"/>
              <a:t>Real World Examples</a:t>
            </a:r>
          </a:p>
          <a:p>
            <a:r>
              <a:rPr lang="en-US" altLang="en-LK"/>
              <a:t>Blueprint for a house</a:t>
            </a:r>
          </a:p>
          <a:p>
            <a:r>
              <a:rPr lang="en-US" altLang="en-LK"/>
              <a:t>Manufacturing</a:t>
            </a:r>
          </a:p>
          <a:p>
            <a:pPr>
              <a:buFont typeface="Wingdings" pitchFamily="2" charset="2"/>
              <a:buNone/>
            </a:pPr>
            <a:endParaRPr lang="en-US" altLang="en-LK" u="sng"/>
          </a:p>
        </p:txBody>
      </p:sp>
      <p:sp>
        <p:nvSpPr>
          <p:cNvPr id="5125" name="Slide Number Placeholder 3">
            <a:extLst>
              <a:ext uri="{FF2B5EF4-FFF2-40B4-BE49-F238E27FC236}">
                <a16:creationId xmlns:a16="http://schemas.microsoft.com/office/drawing/2014/main" id="{6CFF9050-D71F-4EDD-5152-CF556C187025}"/>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03C7DEA-8F16-B949-A098-DE84978570A6}" type="slidenum">
              <a:rPr lang="en-US" altLang="en-LK" sz="1000">
                <a:latin typeface="Arial Black" panose="020B0604020202020204" pitchFamily="34" charset="0"/>
              </a:rPr>
              <a:pPr algn="r" eaLnBrk="1" hangingPunct="1"/>
              <a:t>3</a:t>
            </a:fld>
            <a:endParaRPr lang="en-US" altLang="en-LK" sz="1000">
              <a:latin typeface="Arial Black" panose="020B0604020202020204" pitchFamily="34" charset="0"/>
            </a:endParaRPr>
          </a:p>
        </p:txBody>
      </p:sp>
      <p:sp>
        <p:nvSpPr>
          <p:cNvPr id="5126" name="Date Placeholder 4">
            <a:extLst>
              <a:ext uri="{FF2B5EF4-FFF2-40B4-BE49-F238E27FC236}">
                <a16:creationId xmlns:a16="http://schemas.microsoft.com/office/drawing/2014/main" id="{555B9374-4BF9-5623-0002-FA0105C2A07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C71166-44EC-0E4D-9E3C-46D4B70BB1C5}" type="datetime1">
              <a:rPr lang="en-US" altLang="en-LK" smtClean="0"/>
              <a:pPr/>
              <a:t>10/1/25</a:t>
            </a:fld>
            <a:endParaRPr lang="en-US" altLang="en-LK"/>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289621D2-F794-61BE-043C-03372B852D22}"/>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29E260F-528B-1A49-98BA-829F129D7A17}" type="slidenum">
              <a:rPr lang="en-US" altLang="en-LK">
                <a:latin typeface="Arial Black" panose="020B0604020202020204" pitchFamily="34" charset="0"/>
              </a:rPr>
              <a:pPr/>
              <a:t>4</a:t>
            </a:fld>
            <a:endParaRPr lang="en-US" altLang="en-LK">
              <a:latin typeface="Arial Black" panose="020B0604020202020204" pitchFamily="34" charset="0"/>
            </a:endParaRPr>
          </a:p>
        </p:txBody>
      </p:sp>
      <p:sp>
        <p:nvSpPr>
          <p:cNvPr id="6147" name="Slide Number Placeholder 4">
            <a:extLst>
              <a:ext uri="{FF2B5EF4-FFF2-40B4-BE49-F238E27FC236}">
                <a16:creationId xmlns:a16="http://schemas.microsoft.com/office/drawing/2014/main" id="{4445DB92-8407-7D3C-5657-7CE0A0EDB702}"/>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FB8519FA-0392-1B44-8A31-03C68BD92B4F}" type="slidenum">
              <a:rPr lang="en-US" altLang="en-LK" sz="1000">
                <a:latin typeface="Arial Black" panose="020B0604020202020204" pitchFamily="34" charset="0"/>
              </a:rPr>
              <a:pPr algn="r" eaLnBrk="1" hangingPunct="1"/>
              <a:t>4</a:t>
            </a:fld>
            <a:endParaRPr lang="en-US" altLang="en-LK" sz="1000">
              <a:latin typeface="Arial Black" panose="020B0604020202020204" pitchFamily="34" charset="0"/>
            </a:endParaRPr>
          </a:p>
        </p:txBody>
      </p:sp>
      <p:sp>
        <p:nvSpPr>
          <p:cNvPr id="6148" name="Date Placeholder 5">
            <a:extLst>
              <a:ext uri="{FF2B5EF4-FFF2-40B4-BE49-F238E27FC236}">
                <a16:creationId xmlns:a16="http://schemas.microsoft.com/office/drawing/2014/main" id="{BF9FCD0A-484B-52BA-109C-520E6264352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DE606A-8180-9348-83C4-9C26A775771D}" type="datetime1">
              <a:rPr lang="en-US" altLang="en-LK" smtClean="0"/>
              <a:pPr/>
              <a:t>10/1/25</a:t>
            </a:fld>
            <a:endParaRPr lang="en-US" altLang="en-LK"/>
          </a:p>
        </p:txBody>
      </p:sp>
      <p:sp>
        <p:nvSpPr>
          <p:cNvPr id="6149" name="Rectangle 2">
            <a:extLst>
              <a:ext uri="{FF2B5EF4-FFF2-40B4-BE49-F238E27FC236}">
                <a16:creationId xmlns:a16="http://schemas.microsoft.com/office/drawing/2014/main" id="{0CFAD0C7-728E-1DD3-74A8-12AC14EB1CF2}"/>
              </a:ext>
            </a:extLst>
          </p:cNvPr>
          <p:cNvSpPr>
            <a:spLocks noGrp="1" noChangeArrowheads="1"/>
          </p:cNvSpPr>
          <p:nvPr>
            <p:ph type="title"/>
          </p:nvPr>
        </p:nvSpPr>
        <p:spPr/>
        <p:txBody>
          <a:bodyPr/>
          <a:lstStyle/>
          <a:p>
            <a:pPr eaLnBrk="1" hangingPunct="1"/>
            <a:r>
              <a:rPr lang="en-US" altLang="en-LK"/>
              <a:t>Why Study Design Patterns?</a:t>
            </a:r>
          </a:p>
        </p:txBody>
      </p:sp>
      <p:sp>
        <p:nvSpPr>
          <p:cNvPr id="6150" name="Rectangle 3">
            <a:extLst>
              <a:ext uri="{FF2B5EF4-FFF2-40B4-BE49-F238E27FC236}">
                <a16:creationId xmlns:a16="http://schemas.microsoft.com/office/drawing/2014/main" id="{D92CD3ED-7468-6AC1-3AC0-8AACB7266A46}"/>
              </a:ext>
            </a:extLst>
          </p:cNvPr>
          <p:cNvSpPr>
            <a:spLocks noGrp="1" noChangeArrowheads="1"/>
          </p:cNvSpPr>
          <p:nvPr>
            <p:ph type="body" idx="1"/>
          </p:nvPr>
        </p:nvSpPr>
        <p:spPr/>
        <p:txBody>
          <a:bodyPr/>
          <a:lstStyle/>
          <a:p>
            <a:pPr eaLnBrk="1" hangingPunct="1"/>
            <a:r>
              <a:rPr lang="en-US" altLang="en-LK"/>
              <a:t>Provides software developers a toolkit for handling problems that have already been solved.</a:t>
            </a:r>
          </a:p>
          <a:p>
            <a:pPr eaLnBrk="1" hangingPunct="1">
              <a:buFont typeface="Wingdings" pitchFamily="2" charset="2"/>
              <a:buNone/>
            </a:pPr>
            <a:endParaRPr lang="en-US" altLang="en-LK"/>
          </a:p>
          <a:p>
            <a:pPr eaLnBrk="1" hangingPunct="1"/>
            <a:r>
              <a:rPr lang="en-US" altLang="en-LK"/>
              <a:t>Provides a vocabulary that can be used amongst software developers.</a:t>
            </a:r>
          </a:p>
          <a:p>
            <a:pPr lvl="1" eaLnBrk="1" hangingPunct="1"/>
            <a:r>
              <a:rPr lang="en-US" altLang="en-LK"/>
              <a:t>The Pattern Name itself helps establish a vocabulary</a:t>
            </a:r>
          </a:p>
          <a:p>
            <a:pPr eaLnBrk="1" hangingPunct="1"/>
            <a:endParaRPr lang="en-US" altLang="en-LK"/>
          </a:p>
          <a:p>
            <a:pPr eaLnBrk="1" hangingPunct="1"/>
            <a:r>
              <a:rPr lang="en-US" altLang="en-LK"/>
              <a:t>Helps you </a:t>
            </a:r>
            <a:r>
              <a:rPr lang="en-US" altLang="en-LK" i="1"/>
              <a:t>think</a:t>
            </a:r>
            <a:r>
              <a:rPr lang="en-US" altLang="en-LK"/>
              <a:t> about how to solve a software problem.</a:t>
            </a:r>
          </a:p>
          <a:p>
            <a:pPr eaLnBrk="1" hangingPunct="1">
              <a:buFont typeface="Wingdings" pitchFamily="2" charset="2"/>
              <a:buNone/>
            </a:pPr>
            <a:endParaRPr lang="en-US" altLang="en-LK"/>
          </a:p>
          <a:p>
            <a:pPr eaLnBrk="1" hangingPunct="1">
              <a:buFont typeface="Wingdings" pitchFamily="2" charset="2"/>
              <a:buNone/>
            </a:pPr>
            <a:endParaRPr lang="en-US" altLang="en-LK"/>
          </a:p>
          <a:p>
            <a:pPr eaLnBrk="1" hangingPunct="1"/>
            <a:endParaRPr lang="en-US" altLang="en-LK"/>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CF10ED1D-07F9-D527-7374-20ADE9736CD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DFFC79D-38C5-E746-8B43-5364529DF78F}" type="slidenum">
              <a:rPr lang="en-US" altLang="en-LK">
                <a:latin typeface="Arial Black" panose="020B0604020202020204" pitchFamily="34" charset="0"/>
              </a:rPr>
              <a:pPr/>
              <a:t>5</a:t>
            </a:fld>
            <a:endParaRPr lang="en-US" altLang="en-LK">
              <a:latin typeface="Arial Black" panose="020B0604020202020204" pitchFamily="34" charset="0"/>
            </a:endParaRPr>
          </a:p>
        </p:txBody>
      </p:sp>
      <p:sp>
        <p:nvSpPr>
          <p:cNvPr id="7171" name="Slide Number Placeholder 4">
            <a:extLst>
              <a:ext uri="{FF2B5EF4-FFF2-40B4-BE49-F238E27FC236}">
                <a16:creationId xmlns:a16="http://schemas.microsoft.com/office/drawing/2014/main" id="{C9D9D3E7-4260-3164-46D5-C204BA98FECE}"/>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97F6852-B111-D545-B625-95B6035F46B5}" type="slidenum">
              <a:rPr lang="en-US" altLang="en-LK" sz="1000">
                <a:latin typeface="Arial Black" panose="020B0604020202020204" pitchFamily="34" charset="0"/>
              </a:rPr>
              <a:pPr algn="r" eaLnBrk="1" hangingPunct="1"/>
              <a:t>5</a:t>
            </a:fld>
            <a:endParaRPr lang="en-US" altLang="en-LK" sz="1000">
              <a:latin typeface="Arial Black" panose="020B0604020202020204" pitchFamily="34" charset="0"/>
            </a:endParaRPr>
          </a:p>
        </p:txBody>
      </p:sp>
      <p:sp>
        <p:nvSpPr>
          <p:cNvPr id="7172" name="Date Placeholder 5">
            <a:extLst>
              <a:ext uri="{FF2B5EF4-FFF2-40B4-BE49-F238E27FC236}">
                <a16:creationId xmlns:a16="http://schemas.microsoft.com/office/drawing/2014/main" id="{F1264B4D-8814-1622-1D91-B654637B0AA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C646480-0404-B54C-9BCE-CAED225E892D}" type="datetime1">
              <a:rPr lang="en-US" altLang="en-LK" smtClean="0"/>
              <a:pPr/>
              <a:t>10/1/25</a:t>
            </a:fld>
            <a:endParaRPr lang="en-US" altLang="en-LK"/>
          </a:p>
        </p:txBody>
      </p:sp>
      <p:sp>
        <p:nvSpPr>
          <p:cNvPr id="7173" name="Rectangle 2">
            <a:extLst>
              <a:ext uri="{FF2B5EF4-FFF2-40B4-BE49-F238E27FC236}">
                <a16:creationId xmlns:a16="http://schemas.microsoft.com/office/drawing/2014/main" id="{B7AC2364-C82E-4F51-F580-9F261DBCFC54}"/>
              </a:ext>
            </a:extLst>
          </p:cNvPr>
          <p:cNvSpPr>
            <a:spLocks noGrp="1" noChangeArrowheads="1"/>
          </p:cNvSpPr>
          <p:nvPr>
            <p:ph type="title"/>
          </p:nvPr>
        </p:nvSpPr>
        <p:spPr/>
        <p:txBody>
          <a:bodyPr/>
          <a:lstStyle/>
          <a:p>
            <a:pPr eaLnBrk="1" hangingPunct="1"/>
            <a:r>
              <a:rPr lang="en-US" altLang="en-LK"/>
              <a:t>History of Design Patterns</a:t>
            </a:r>
          </a:p>
        </p:txBody>
      </p:sp>
      <p:sp>
        <p:nvSpPr>
          <p:cNvPr id="7174" name="Rectangle 3">
            <a:extLst>
              <a:ext uri="{FF2B5EF4-FFF2-40B4-BE49-F238E27FC236}">
                <a16:creationId xmlns:a16="http://schemas.microsoft.com/office/drawing/2014/main" id="{A7B7517F-27D6-BDF6-9F77-964ABEBFD960}"/>
              </a:ext>
            </a:extLst>
          </p:cNvPr>
          <p:cNvSpPr>
            <a:spLocks noGrp="1" noChangeArrowheads="1"/>
          </p:cNvSpPr>
          <p:nvPr>
            <p:ph type="body" idx="1"/>
          </p:nvPr>
        </p:nvSpPr>
        <p:spPr>
          <a:xfrm>
            <a:off x="457200" y="1295400"/>
            <a:ext cx="8229600" cy="5029200"/>
          </a:xfrm>
        </p:spPr>
        <p:txBody>
          <a:bodyPr/>
          <a:lstStyle/>
          <a:p>
            <a:pPr eaLnBrk="1" hangingPunct="1"/>
            <a:r>
              <a:rPr lang="en-US" altLang="en-LK"/>
              <a:t>Christopher Alexander (Civil Engineer) in 1977 wrote</a:t>
            </a:r>
          </a:p>
          <a:p>
            <a:pPr lvl="1" eaLnBrk="1" hangingPunct="1"/>
            <a:r>
              <a:rPr lang="en-US" altLang="en-LK"/>
              <a:t>“Each pattern describes a problem which occurs over and over again in our environment, and then describes the core of the solution to that problem, in such a way that you can use this solution a million times over, </a:t>
            </a:r>
            <a:r>
              <a:rPr lang="en-US" altLang="en-LK" i="1"/>
              <a:t>without ever doing it the same way twice</a:t>
            </a:r>
            <a:r>
              <a:rPr lang="en-US" altLang="en-LK"/>
              <a:t>.”</a:t>
            </a:r>
          </a:p>
          <a:p>
            <a:pPr lvl="1" eaLnBrk="1" hangingPunct="1"/>
            <a:endParaRPr lang="en-US" altLang="en-LK"/>
          </a:p>
          <a:p>
            <a:pPr eaLnBrk="1" hangingPunct="1"/>
            <a:r>
              <a:rPr lang="en-US" altLang="en-LK"/>
              <a:t>Each pattern has the same elements</a:t>
            </a:r>
          </a:p>
          <a:p>
            <a:pPr lvl="1" eaLnBrk="1" hangingPunct="1"/>
            <a:r>
              <a:rPr lang="en-US" altLang="en-LK" b="1" i="1"/>
              <a:t>Pattern Name </a:t>
            </a:r>
            <a:r>
              <a:rPr lang="en-US" altLang="en-LK"/>
              <a:t>– helps develop a catalog of common problems</a:t>
            </a:r>
          </a:p>
          <a:p>
            <a:pPr lvl="1" eaLnBrk="1" hangingPunct="1"/>
            <a:r>
              <a:rPr lang="en-US" altLang="en-LK" b="1" i="1"/>
              <a:t>Problem</a:t>
            </a:r>
            <a:r>
              <a:rPr lang="en-US" altLang="en-LK"/>
              <a:t> – describes when to apply the pattern. Describes problem and its context.</a:t>
            </a:r>
          </a:p>
          <a:p>
            <a:pPr lvl="1" eaLnBrk="1" hangingPunct="1"/>
            <a:r>
              <a:rPr lang="en-US" altLang="en-LK" b="1" i="1"/>
              <a:t>Solution</a:t>
            </a:r>
            <a:r>
              <a:rPr lang="en-US" altLang="en-LK"/>
              <a:t> – Elements that make up the design, their relationships, responsibilities, and collaborations.</a:t>
            </a:r>
          </a:p>
          <a:p>
            <a:pPr lvl="1" eaLnBrk="1" hangingPunct="1"/>
            <a:r>
              <a:rPr lang="en-US" altLang="en-LK" b="1" i="1"/>
              <a:t>Consequences</a:t>
            </a:r>
            <a:r>
              <a:rPr lang="en-US" altLang="en-LK"/>
              <a:t> – Results and trade-offs of applying the pattern</a:t>
            </a:r>
          </a:p>
          <a:p>
            <a:pPr eaLnBrk="1" hangingPunct="1">
              <a:buFont typeface="Wingdings" pitchFamily="2" charset="2"/>
              <a:buNone/>
            </a:pPr>
            <a:endParaRPr lang="en-US" altLang="en-LK"/>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80EE0846-C601-46C1-0B55-BAA1BA43C5C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0B95F45-13D8-E646-8492-46183095D552}" type="slidenum">
              <a:rPr lang="en-US" altLang="en-LK">
                <a:latin typeface="Arial Black" panose="020B0604020202020204" pitchFamily="34" charset="0"/>
              </a:rPr>
              <a:pPr/>
              <a:t>6</a:t>
            </a:fld>
            <a:endParaRPr lang="en-US" altLang="en-LK">
              <a:latin typeface="Arial Black" panose="020B0604020202020204" pitchFamily="34" charset="0"/>
            </a:endParaRPr>
          </a:p>
        </p:txBody>
      </p:sp>
      <p:sp>
        <p:nvSpPr>
          <p:cNvPr id="8195" name="Title 1">
            <a:extLst>
              <a:ext uri="{FF2B5EF4-FFF2-40B4-BE49-F238E27FC236}">
                <a16:creationId xmlns:a16="http://schemas.microsoft.com/office/drawing/2014/main" id="{96F6E6FF-8502-8D08-0CE8-F13AFFC11B78}"/>
              </a:ext>
            </a:extLst>
          </p:cNvPr>
          <p:cNvSpPr>
            <a:spLocks noGrp="1"/>
          </p:cNvSpPr>
          <p:nvPr>
            <p:ph type="title"/>
          </p:nvPr>
        </p:nvSpPr>
        <p:spPr/>
        <p:txBody>
          <a:bodyPr/>
          <a:lstStyle/>
          <a:p>
            <a:r>
              <a:rPr lang="en-US" altLang="en-LK"/>
              <a:t>History (continued)</a:t>
            </a:r>
          </a:p>
        </p:txBody>
      </p:sp>
      <p:sp>
        <p:nvSpPr>
          <p:cNvPr id="8196" name="Content Placeholder 2">
            <a:extLst>
              <a:ext uri="{FF2B5EF4-FFF2-40B4-BE49-F238E27FC236}">
                <a16:creationId xmlns:a16="http://schemas.microsoft.com/office/drawing/2014/main" id="{299562C6-1D78-1A96-1A37-48173817FFF4}"/>
              </a:ext>
            </a:extLst>
          </p:cNvPr>
          <p:cNvSpPr>
            <a:spLocks noGrp="1"/>
          </p:cNvSpPr>
          <p:nvPr>
            <p:ph idx="1"/>
          </p:nvPr>
        </p:nvSpPr>
        <p:spPr/>
        <p:txBody>
          <a:bodyPr/>
          <a:lstStyle/>
          <a:p>
            <a:r>
              <a:rPr lang="en-US" altLang="en-LK"/>
              <a:t>In 1995,  the principles that Alexander established were applied to software design and architecture.  The result was the book:</a:t>
            </a:r>
          </a:p>
          <a:p>
            <a:pPr eaLnBrk="1" hangingPunct="1">
              <a:buFont typeface="Wingdings" pitchFamily="2" charset="2"/>
              <a:buNone/>
            </a:pPr>
            <a:endParaRPr lang="en-US" altLang="en-LK"/>
          </a:p>
          <a:p>
            <a:pPr eaLnBrk="1" hangingPunct="1">
              <a:buFont typeface="Wingdings" pitchFamily="2" charset="2"/>
              <a:buNone/>
            </a:pPr>
            <a:r>
              <a:rPr lang="en-US" altLang="en-LK"/>
              <a:t>“Design Patterns: Elements of Reusable Object-Oriented Software” by Erich Gamma, Richard Helm, Ralph Johnson, and John Vlissides.</a:t>
            </a:r>
          </a:p>
          <a:p>
            <a:pPr eaLnBrk="1" hangingPunct="1">
              <a:buFont typeface="Wingdings" pitchFamily="2" charset="2"/>
              <a:buNone/>
            </a:pPr>
            <a:endParaRPr lang="en-US" altLang="en-LK"/>
          </a:p>
          <a:p>
            <a:pPr eaLnBrk="1" hangingPunct="1">
              <a:buFont typeface="Wingdings" pitchFamily="2" charset="2"/>
              <a:buNone/>
            </a:pPr>
            <a:r>
              <a:rPr lang="en-US" altLang="en-LK"/>
              <a:t>Also commonly known as “The Gang of Four”.</a:t>
            </a:r>
          </a:p>
          <a:p>
            <a:endParaRPr lang="en-US" altLang="en-LK"/>
          </a:p>
        </p:txBody>
      </p:sp>
      <p:sp>
        <p:nvSpPr>
          <p:cNvPr id="8197" name="Slide Number Placeholder 3">
            <a:extLst>
              <a:ext uri="{FF2B5EF4-FFF2-40B4-BE49-F238E27FC236}">
                <a16:creationId xmlns:a16="http://schemas.microsoft.com/office/drawing/2014/main" id="{7151B756-A3FE-91D1-08A9-60929E80FF6F}"/>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8F60734-4A2E-B345-89E2-98A1DC3ABAF6}" type="slidenum">
              <a:rPr lang="en-US" altLang="en-LK" sz="1000">
                <a:latin typeface="Arial Black" panose="020B0604020202020204" pitchFamily="34" charset="0"/>
              </a:rPr>
              <a:pPr algn="r" eaLnBrk="1" hangingPunct="1"/>
              <a:t>6</a:t>
            </a:fld>
            <a:endParaRPr lang="en-US" altLang="en-LK" sz="1000">
              <a:latin typeface="Arial Black" panose="020B0604020202020204" pitchFamily="34" charset="0"/>
            </a:endParaRPr>
          </a:p>
        </p:txBody>
      </p:sp>
      <p:sp>
        <p:nvSpPr>
          <p:cNvPr id="8198" name="Date Placeholder 4">
            <a:extLst>
              <a:ext uri="{FF2B5EF4-FFF2-40B4-BE49-F238E27FC236}">
                <a16:creationId xmlns:a16="http://schemas.microsoft.com/office/drawing/2014/main" id="{D8AB09DC-5B16-8783-B96A-7B700D0033F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0B76D2-62F7-A141-9C54-56C229E42EC6}" type="datetime1">
              <a:rPr lang="en-US" altLang="en-LK" smtClean="0"/>
              <a:pPr/>
              <a:t>10/1/25</a:t>
            </a:fld>
            <a:endParaRPr lang="en-US" altLang="en-LK"/>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880E1F7F-8670-D2A0-F4F8-36E2924DB59A}"/>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336474C-A0ED-FE4C-B593-74D65FCA6446}" type="slidenum">
              <a:rPr lang="en-US" altLang="en-LK">
                <a:latin typeface="Arial Black" panose="020B0604020202020204" pitchFamily="34" charset="0"/>
              </a:rPr>
              <a:pPr/>
              <a:t>7</a:t>
            </a:fld>
            <a:endParaRPr lang="en-US" altLang="en-LK">
              <a:latin typeface="Arial Black" panose="020B0604020202020204" pitchFamily="34" charset="0"/>
            </a:endParaRPr>
          </a:p>
        </p:txBody>
      </p:sp>
      <p:sp>
        <p:nvSpPr>
          <p:cNvPr id="9219" name="Title 1">
            <a:extLst>
              <a:ext uri="{FF2B5EF4-FFF2-40B4-BE49-F238E27FC236}">
                <a16:creationId xmlns:a16="http://schemas.microsoft.com/office/drawing/2014/main" id="{48514142-3381-FE54-5EA8-74385F1615BE}"/>
              </a:ext>
            </a:extLst>
          </p:cNvPr>
          <p:cNvSpPr>
            <a:spLocks noGrp="1"/>
          </p:cNvSpPr>
          <p:nvPr>
            <p:ph type="title"/>
          </p:nvPr>
        </p:nvSpPr>
        <p:spPr/>
        <p:txBody>
          <a:bodyPr/>
          <a:lstStyle/>
          <a:p>
            <a:r>
              <a:rPr lang="en-US" altLang="en-LK"/>
              <a:t>The Gang of Four</a:t>
            </a:r>
          </a:p>
        </p:txBody>
      </p:sp>
      <p:sp>
        <p:nvSpPr>
          <p:cNvPr id="9220" name="Content Placeholder 2">
            <a:extLst>
              <a:ext uri="{FF2B5EF4-FFF2-40B4-BE49-F238E27FC236}">
                <a16:creationId xmlns:a16="http://schemas.microsoft.com/office/drawing/2014/main" id="{8C478B28-C7F7-5239-2986-96F691AD6F49}"/>
              </a:ext>
            </a:extLst>
          </p:cNvPr>
          <p:cNvSpPr>
            <a:spLocks noGrp="1"/>
          </p:cNvSpPr>
          <p:nvPr>
            <p:ph idx="1"/>
          </p:nvPr>
        </p:nvSpPr>
        <p:spPr/>
        <p:txBody>
          <a:bodyPr/>
          <a:lstStyle/>
          <a:p>
            <a:r>
              <a:rPr lang="en-US" altLang="en-LK"/>
              <a:t>Defines a Catalog of different design patterns.</a:t>
            </a:r>
          </a:p>
          <a:p>
            <a:endParaRPr lang="en-US" altLang="en-LK"/>
          </a:p>
          <a:p>
            <a:r>
              <a:rPr lang="en-US" altLang="en-LK"/>
              <a:t>Three different types</a:t>
            </a:r>
          </a:p>
          <a:p>
            <a:pPr lvl="1"/>
            <a:r>
              <a:rPr lang="en-US" altLang="en-LK" i="1"/>
              <a:t>Creational</a:t>
            </a:r>
            <a:r>
              <a:rPr lang="en-US" altLang="en-LK"/>
              <a:t> – “creating objects in a manner suitable for the situation”</a:t>
            </a:r>
          </a:p>
          <a:p>
            <a:pPr lvl="1"/>
            <a:r>
              <a:rPr lang="en-US" altLang="en-LK" i="1"/>
              <a:t>Structural</a:t>
            </a:r>
            <a:r>
              <a:rPr lang="en-US" altLang="en-LK"/>
              <a:t> – “ease the design by identifying a simple way to realize relationships between entities”</a:t>
            </a:r>
          </a:p>
          <a:p>
            <a:pPr lvl="1"/>
            <a:r>
              <a:rPr lang="en-US" altLang="en-LK" i="1"/>
              <a:t>Behavorial</a:t>
            </a:r>
            <a:r>
              <a:rPr lang="en-US" altLang="en-LK"/>
              <a:t> – “common communication patterns between objects”</a:t>
            </a:r>
          </a:p>
        </p:txBody>
      </p:sp>
      <p:sp>
        <p:nvSpPr>
          <p:cNvPr id="9221" name="Slide Number Placeholder 3">
            <a:extLst>
              <a:ext uri="{FF2B5EF4-FFF2-40B4-BE49-F238E27FC236}">
                <a16:creationId xmlns:a16="http://schemas.microsoft.com/office/drawing/2014/main" id="{50A0F913-45EB-6580-3EA0-B4F80E9C2CFC}"/>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E862283-B10C-924F-B26A-27503686DC28}" type="slidenum">
              <a:rPr lang="en-US" altLang="en-LK" sz="1000">
                <a:latin typeface="Arial Black" panose="020B0604020202020204" pitchFamily="34" charset="0"/>
              </a:rPr>
              <a:pPr algn="r" eaLnBrk="1" hangingPunct="1"/>
              <a:t>7</a:t>
            </a:fld>
            <a:endParaRPr lang="en-US" altLang="en-LK" sz="1000">
              <a:latin typeface="Arial Black" panose="020B0604020202020204" pitchFamily="34" charset="0"/>
            </a:endParaRPr>
          </a:p>
        </p:txBody>
      </p:sp>
      <p:sp>
        <p:nvSpPr>
          <p:cNvPr id="9222" name="Date Placeholder 4">
            <a:extLst>
              <a:ext uri="{FF2B5EF4-FFF2-40B4-BE49-F238E27FC236}">
                <a16:creationId xmlns:a16="http://schemas.microsoft.com/office/drawing/2014/main" id="{3E8E50F7-1AD1-9597-6867-A20DC32BE40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7F1963-CDE2-EC4B-AB88-010B7F23E611}" type="datetime1">
              <a:rPr lang="en-US" altLang="en-LK" smtClean="0"/>
              <a:pPr/>
              <a:t>10/1/25</a:t>
            </a:fld>
            <a:endParaRPr lang="en-US" altLang="en-LK"/>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2CAFD950-E127-9E34-9599-02A5D51BB80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4CDB86F-43F8-A045-B82D-D599DEB0CA42}" type="slidenum">
              <a:rPr lang="en-US" altLang="en-LK">
                <a:latin typeface="Arial Black" panose="020B0604020202020204" pitchFamily="34" charset="0"/>
              </a:rPr>
              <a:pPr/>
              <a:t>8</a:t>
            </a:fld>
            <a:endParaRPr lang="en-US" altLang="en-LK">
              <a:latin typeface="Arial Black" panose="020B0604020202020204" pitchFamily="34" charset="0"/>
            </a:endParaRPr>
          </a:p>
        </p:txBody>
      </p:sp>
      <p:sp>
        <p:nvSpPr>
          <p:cNvPr id="10243" name="Title 1">
            <a:extLst>
              <a:ext uri="{FF2B5EF4-FFF2-40B4-BE49-F238E27FC236}">
                <a16:creationId xmlns:a16="http://schemas.microsoft.com/office/drawing/2014/main" id="{04C3FC16-40B1-7F4D-CCE3-B1D6140FB77F}"/>
              </a:ext>
            </a:extLst>
          </p:cNvPr>
          <p:cNvSpPr>
            <a:spLocks noGrp="1"/>
          </p:cNvSpPr>
          <p:nvPr>
            <p:ph type="title"/>
          </p:nvPr>
        </p:nvSpPr>
        <p:spPr/>
        <p:txBody>
          <a:bodyPr/>
          <a:lstStyle/>
          <a:p>
            <a:r>
              <a:rPr lang="en-US" altLang="en-LK"/>
              <a:t>The Gang of Four: Pattern Catalog</a:t>
            </a:r>
          </a:p>
        </p:txBody>
      </p:sp>
      <p:graphicFrame>
        <p:nvGraphicFramePr>
          <p:cNvPr id="6" name="Content Placeholder 5">
            <a:extLst>
              <a:ext uri="{FF2B5EF4-FFF2-40B4-BE49-F238E27FC236}">
                <a16:creationId xmlns:a16="http://schemas.microsoft.com/office/drawing/2014/main" id="{BEDA9DE3-DA9A-C711-F41C-53947565ECFE}"/>
              </a:ext>
            </a:extLst>
          </p:cNvPr>
          <p:cNvGraphicFramePr>
            <a:graphicFrameLocks noGrp="1"/>
          </p:cNvGraphicFramePr>
          <p:nvPr>
            <p:ph idx="1"/>
          </p:nvPr>
        </p:nvGraphicFramePr>
        <p:xfrm>
          <a:off x="457200" y="1371600"/>
          <a:ext cx="8229600" cy="4851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dirty="0">
                          <a:solidFill>
                            <a:schemeClr val="tx1"/>
                          </a:solidFill>
                        </a:rPr>
                        <a:t>Creational</a:t>
                      </a:r>
                    </a:p>
                    <a:p>
                      <a:pPr lvl="1"/>
                      <a:r>
                        <a:rPr lang="en-US" dirty="0">
                          <a:solidFill>
                            <a:srgbClr val="FF0000"/>
                          </a:solidFill>
                        </a:rPr>
                        <a:t>Abstract Factory</a:t>
                      </a:r>
                    </a:p>
                    <a:p>
                      <a:pPr lvl="1"/>
                      <a:r>
                        <a:rPr lang="en-US" dirty="0">
                          <a:solidFill>
                            <a:schemeClr val="tx1"/>
                          </a:solidFill>
                        </a:rPr>
                        <a:t>Builder</a:t>
                      </a:r>
                    </a:p>
                    <a:p>
                      <a:pPr lvl="1"/>
                      <a:r>
                        <a:rPr lang="en-US" dirty="0">
                          <a:solidFill>
                            <a:srgbClr val="FF0000"/>
                          </a:solidFill>
                        </a:rPr>
                        <a:t>Factory Method</a:t>
                      </a:r>
                    </a:p>
                    <a:p>
                      <a:pPr lvl="1"/>
                      <a:r>
                        <a:rPr lang="en-US" dirty="0">
                          <a:solidFill>
                            <a:schemeClr val="tx1"/>
                          </a:solidFill>
                        </a:rPr>
                        <a:t>Prototype</a:t>
                      </a:r>
                    </a:p>
                    <a:p>
                      <a:pPr lvl="1"/>
                      <a:r>
                        <a:rPr lang="en-US" dirty="0">
                          <a:solidFill>
                            <a:srgbClr val="FF0000"/>
                          </a:solidFill>
                        </a:rPr>
                        <a:t>Singleton</a:t>
                      </a:r>
                    </a:p>
                    <a:p>
                      <a:endParaRPr lang="en-US" dirty="0">
                        <a:solidFill>
                          <a:schemeClr val="tx1"/>
                        </a:solidFill>
                      </a:endParaRPr>
                    </a:p>
                    <a:p>
                      <a:r>
                        <a:rPr lang="en-US" dirty="0">
                          <a:solidFill>
                            <a:schemeClr val="tx1"/>
                          </a:solidFill>
                        </a:rPr>
                        <a:t>Structural</a:t>
                      </a:r>
                    </a:p>
                    <a:p>
                      <a:pPr lvl="1"/>
                      <a:r>
                        <a:rPr lang="en-US" dirty="0">
                          <a:solidFill>
                            <a:srgbClr val="FF0000"/>
                          </a:solidFill>
                        </a:rPr>
                        <a:t>Adapter</a:t>
                      </a:r>
                    </a:p>
                    <a:p>
                      <a:pPr lvl="1"/>
                      <a:r>
                        <a:rPr lang="en-US" dirty="0">
                          <a:solidFill>
                            <a:schemeClr val="tx1"/>
                          </a:solidFill>
                        </a:rPr>
                        <a:t>Bridge</a:t>
                      </a:r>
                    </a:p>
                    <a:p>
                      <a:pPr lvl="1"/>
                      <a:r>
                        <a:rPr lang="en-US" dirty="0">
                          <a:solidFill>
                            <a:schemeClr val="tx1"/>
                          </a:solidFill>
                        </a:rPr>
                        <a:t>Composite</a:t>
                      </a:r>
                    </a:p>
                    <a:p>
                      <a:pPr lvl="1"/>
                      <a:r>
                        <a:rPr lang="en-US" dirty="0">
                          <a:solidFill>
                            <a:srgbClr val="FF0000"/>
                          </a:solidFill>
                        </a:rPr>
                        <a:t>Decorator</a:t>
                      </a:r>
                    </a:p>
                    <a:p>
                      <a:pPr lvl="1"/>
                      <a:r>
                        <a:rPr lang="en-US" dirty="0">
                          <a:solidFill>
                            <a:schemeClr val="tx1"/>
                          </a:solidFill>
                        </a:rPr>
                        <a:t>Façade</a:t>
                      </a:r>
                    </a:p>
                    <a:p>
                      <a:pPr lvl="1"/>
                      <a:r>
                        <a:rPr lang="en-US" dirty="0">
                          <a:solidFill>
                            <a:schemeClr val="tx1"/>
                          </a:solidFill>
                        </a:rPr>
                        <a:t>Flyweight</a:t>
                      </a:r>
                    </a:p>
                    <a:p>
                      <a:pPr lvl="1"/>
                      <a:r>
                        <a:rPr lang="en-US" dirty="0">
                          <a:solidFill>
                            <a:schemeClr val="tx1"/>
                          </a:solidFill>
                        </a:rPr>
                        <a:t>Proxy</a:t>
                      </a:r>
                    </a:p>
                    <a:p>
                      <a:endParaRPr lang="en-US" dirty="0">
                        <a:solidFill>
                          <a:schemeClr val="tx1"/>
                        </a:solidFill>
                      </a:endParaRPr>
                    </a:p>
                  </a:txBody>
                  <a:tcPr>
                    <a:noFill/>
                  </a:tcPr>
                </a:tc>
                <a:tc>
                  <a:txBody>
                    <a:bodyPr/>
                    <a:lstStyle/>
                    <a:p>
                      <a:r>
                        <a:rPr lang="en-US" dirty="0">
                          <a:solidFill>
                            <a:schemeClr val="tx1"/>
                          </a:solidFill>
                        </a:rPr>
                        <a:t>Behavioral</a:t>
                      </a:r>
                    </a:p>
                    <a:p>
                      <a:pPr lvl="1"/>
                      <a:r>
                        <a:rPr lang="en-US" dirty="0">
                          <a:solidFill>
                            <a:schemeClr val="tx1"/>
                          </a:solidFill>
                        </a:rPr>
                        <a:t>Chain of Responsibility</a:t>
                      </a:r>
                    </a:p>
                    <a:p>
                      <a:pPr lvl="1"/>
                      <a:r>
                        <a:rPr lang="en-US" dirty="0">
                          <a:solidFill>
                            <a:srgbClr val="FF0000"/>
                          </a:solidFill>
                        </a:rPr>
                        <a:t>Command</a:t>
                      </a:r>
                    </a:p>
                    <a:p>
                      <a:pPr lvl="1"/>
                      <a:r>
                        <a:rPr lang="en-US" dirty="0">
                          <a:solidFill>
                            <a:schemeClr val="tx1"/>
                          </a:solidFill>
                        </a:rPr>
                        <a:t>Interpreter</a:t>
                      </a:r>
                    </a:p>
                    <a:p>
                      <a:pPr lvl="1"/>
                      <a:r>
                        <a:rPr lang="en-US" dirty="0" err="1">
                          <a:solidFill>
                            <a:schemeClr val="tx1"/>
                          </a:solidFill>
                        </a:rPr>
                        <a:t>Iterator</a:t>
                      </a:r>
                      <a:endParaRPr lang="en-US" dirty="0">
                        <a:solidFill>
                          <a:schemeClr val="tx1"/>
                        </a:solidFill>
                      </a:endParaRPr>
                    </a:p>
                    <a:p>
                      <a:pPr lvl="1"/>
                      <a:r>
                        <a:rPr lang="en-US" dirty="0">
                          <a:solidFill>
                            <a:schemeClr val="tx1"/>
                          </a:solidFill>
                        </a:rPr>
                        <a:t>Mediator</a:t>
                      </a:r>
                    </a:p>
                    <a:p>
                      <a:pPr lvl="1"/>
                      <a:r>
                        <a:rPr lang="en-US" dirty="0">
                          <a:solidFill>
                            <a:schemeClr val="tx1"/>
                          </a:solidFill>
                        </a:rPr>
                        <a:t>Memento</a:t>
                      </a:r>
                    </a:p>
                    <a:p>
                      <a:pPr lvl="1"/>
                      <a:r>
                        <a:rPr lang="en-US" dirty="0">
                          <a:solidFill>
                            <a:srgbClr val="FF0000"/>
                          </a:solidFill>
                        </a:rPr>
                        <a:t>Observer</a:t>
                      </a:r>
                    </a:p>
                    <a:p>
                      <a:pPr lvl="1"/>
                      <a:r>
                        <a:rPr lang="en-US" dirty="0">
                          <a:solidFill>
                            <a:schemeClr val="tx1"/>
                          </a:solidFill>
                        </a:rPr>
                        <a:t>State</a:t>
                      </a:r>
                    </a:p>
                    <a:p>
                      <a:pPr lvl="1"/>
                      <a:r>
                        <a:rPr lang="en-US" dirty="0">
                          <a:solidFill>
                            <a:srgbClr val="FF0000"/>
                          </a:solidFill>
                        </a:rPr>
                        <a:t>Strategy</a:t>
                      </a:r>
                    </a:p>
                    <a:p>
                      <a:pPr lvl="1"/>
                      <a:r>
                        <a:rPr lang="en-US" dirty="0">
                          <a:solidFill>
                            <a:srgbClr val="FF0000"/>
                          </a:solidFill>
                        </a:rPr>
                        <a:t>Template</a:t>
                      </a:r>
                      <a:r>
                        <a:rPr lang="en-US" baseline="0" dirty="0">
                          <a:solidFill>
                            <a:srgbClr val="FF0000"/>
                          </a:solidFill>
                        </a:rPr>
                        <a:t> Method</a:t>
                      </a:r>
                    </a:p>
                    <a:p>
                      <a:pPr lvl="1"/>
                      <a:r>
                        <a:rPr lang="en-US" baseline="0" dirty="0">
                          <a:solidFill>
                            <a:schemeClr val="tx1"/>
                          </a:solidFill>
                        </a:rPr>
                        <a:t>Visitor</a:t>
                      </a:r>
                      <a:endParaRPr lang="en-US" dirty="0">
                        <a:solidFill>
                          <a:schemeClr val="tx1"/>
                        </a:solidFill>
                      </a:endParaRPr>
                    </a:p>
                  </a:txBody>
                  <a:tcPr>
                    <a:noFill/>
                  </a:tcPr>
                </a:tc>
                <a:extLst>
                  <a:ext uri="{0D108BD9-81ED-4DB2-BD59-A6C34878D82A}">
                    <a16:rowId xmlns:a16="http://schemas.microsoft.com/office/drawing/2014/main" val="10000"/>
                  </a:ext>
                </a:extLst>
              </a:tr>
              <a:tr h="370840">
                <a:tc>
                  <a:txBody>
                    <a:bodyPr/>
                    <a:lstStyle/>
                    <a:p>
                      <a:endParaRPr lang="en-US" dirty="0">
                        <a:solidFill>
                          <a:schemeClr val="tx1"/>
                        </a:solidFill>
                      </a:endParaRPr>
                    </a:p>
                  </a:txBody>
                  <a:tcPr>
                    <a:noFill/>
                  </a:tcPr>
                </a:tc>
                <a:tc>
                  <a:txBody>
                    <a:bodyPr/>
                    <a:lstStyle/>
                    <a:p>
                      <a:endParaRPr lang="en-US" dirty="0">
                        <a:solidFill>
                          <a:schemeClr val="tx1"/>
                        </a:solidFill>
                      </a:endParaRPr>
                    </a:p>
                  </a:txBody>
                  <a:tcPr>
                    <a:noFill/>
                  </a:tcPr>
                </a:tc>
                <a:extLst>
                  <a:ext uri="{0D108BD9-81ED-4DB2-BD59-A6C34878D82A}">
                    <a16:rowId xmlns:a16="http://schemas.microsoft.com/office/drawing/2014/main" val="10001"/>
                  </a:ext>
                </a:extLst>
              </a:tr>
            </a:tbl>
          </a:graphicData>
        </a:graphic>
      </p:graphicFrame>
      <p:sp>
        <p:nvSpPr>
          <p:cNvPr id="10255" name="Slide Number Placeholder 3">
            <a:extLst>
              <a:ext uri="{FF2B5EF4-FFF2-40B4-BE49-F238E27FC236}">
                <a16:creationId xmlns:a16="http://schemas.microsoft.com/office/drawing/2014/main" id="{9F401BA6-9FDF-03CD-0505-08EB9F0E7865}"/>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1AC27E0-2364-BF46-9119-9BAEFE641B9B}" type="slidenum">
              <a:rPr lang="en-US" altLang="en-LK" sz="1000">
                <a:latin typeface="Arial Black" panose="020B0604020202020204" pitchFamily="34" charset="0"/>
              </a:rPr>
              <a:pPr algn="r" eaLnBrk="1" hangingPunct="1"/>
              <a:t>8</a:t>
            </a:fld>
            <a:endParaRPr lang="en-US" altLang="en-LK" sz="1000">
              <a:latin typeface="Arial Black" panose="020B0604020202020204" pitchFamily="34" charset="0"/>
            </a:endParaRPr>
          </a:p>
        </p:txBody>
      </p:sp>
      <p:sp>
        <p:nvSpPr>
          <p:cNvPr id="10256" name="Date Placeholder 4">
            <a:extLst>
              <a:ext uri="{FF2B5EF4-FFF2-40B4-BE49-F238E27FC236}">
                <a16:creationId xmlns:a16="http://schemas.microsoft.com/office/drawing/2014/main" id="{49C86DA1-161C-1788-CAB4-2AEEE28016A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1E5AD91-E235-0543-B85B-608E48E05D96}" type="datetime1">
              <a:rPr lang="en-US" altLang="en-LK" smtClean="0"/>
              <a:pPr/>
              <a:t>10/1/25</a:t>
            </a:fld>
            <a:endParaRPr lang="en-US" altLang="en-LK"/>
          </a:p>
        </p:txBody>
      </p:sp>
      <p:sp>
        <p:nvSpPr>
          <p:cNvPr id="10257" name="TextBox 6">
            <a:extLst>
              <a:ext uri="{FF2B5EF4-FFF2-40B4-BE49-F238E27FC236}">
                <a16:creationId xmlns:a16="http://schemas.microsoft.com/office/drawing/2014/main" id="{FD932062-3F9B-4A5A-3956-FA99C9CF4579}"/>
              </a:ext>
            </a:extLst>
          </p:cNvPr>
          <p:cNvSpPr txBox="1">
            <a:spLocks noChangeArrowheads="1"/>
          </p:cNvSpPr>
          <p:nvPr/>
        </p:nvSpPr>
        <p:spPr bwMode="auto">
          <a:xfrm>
            <a:off x="4876800" y="5486400"/>
            <a:ext cx="2743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Patterns in red will be discussed in class.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3970F3A1-0D9C-6049-1E0E-3D349A1AB14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E4CAD23-BB85-AD41-9AC9-6F42912FC4E6}" type="slidenum">
              <a:rPr lang="en-US" altLang="en-LK">
                <a:latin typeface="Arial Black" panose="020B0604020202020204" pitchFamily="34" charset="0"/>
              </a:rPr>
              <a:pPr/>
              <a:t>9</a:t>
            </a:fld>
            <a:endParaRPr lang="en-US" altLang="en-LK">
              <a:latin typeface="Arial Black" panose="020B0604020202020204" pitchFamily="34" charset="0"/>
            </a:endParaRPr>
          </a:p>
        </p:txBody>
      </p:sp>
      <p:sp>
        <p:nvSpPr>
          <p:cNvPr id="11267" name="Title 1">
            <a:extLst>
              <a:ext uri="{FF2B5EF4-FFF2-40B4-BE49-F238E27FC236}">
                <a16:creationId xmlns:a16="http://schemas.microsoft.com/office/drawing/2014/main" id="{2A4965F0-FCE3-7E31-6B9F-D59D40E08BCF}"/>
              </a:ext>
            </a:extLst>
          </p:cNvPr>
          <p:cNvSpPr>
            <a:spLocks noGrp="1"/>
          </p:cNvSpPr>
          <p:nvPr>
            <p:ph type="title"/>
          </p:nvPr>
        </p:nvSpPr>
        <p:spPr/>
        <p:txBody>
          <a:bodyPr/>
          <a:lstStyle/>
          <a:p>
            <a:r>
              <a:rPr lang="en-US" altLang="en-LK" sz="2400"/>
              <a:t>How Design Patterns Solve Design Problems </a:t>
            </a:r>
          </a:p>
        </p:txBody>
      </p:sp>
      <p:sp>
        <p:nvSpPr>
          <p:cNvPr id="11268" name="Content Placeholder 2">
            <a:extLst>
              <a:ext uri="{FF2B5EF4-FFF2-40B4-BE49-F238E27FC236}">
                <a16:creationId xmlns:a16="http://schemas.microsoft.com/office/drawing/2014/main" id="{5B469E32-CCE6-620F-B306-95BDC8EC2DBF}"/>
              </a:ext>
            </a:extLst>
          </p:cNvPr>
          <p:cNvSpPr>
            <a:spLocks noGrp="1"/>
          </p:cNvSpPr>
          <p:nvPr>
            <p:ph idx="1"/>
          </p:nvPr>
        </p:nvSpPr>
        <p:spPr>
          <a:xfrm>
            <a:off x="457200" y="1066800"/>
            <a:ext cx="8229600" cy="5334000"/>
          </a:xfrm>
        </p:spPr>
        <p:txBody>
          <a:bodyPr/>
          <a:lstStyle/>
          <a:p>
            <a:pPr>
              <a:buFont typeface="Wingdings" pitchFamily="2" charset="2"/>
              <a:buNone/>
            </a:pPr>
            <a:r>
              <a:rPr lang="en-US" altLang="en-LK" sz="1600"/>
              <a:t>From Gang of Four.</a:t>
            </a:r>
          </a:p>
          <a:p>
            <a:pPr>
              <a:buFont typeface="Wingdings" pitchFamily="2" charset="2"/>
              <a:buNone/>
            </a:pPr>
            <a:endParaRPr lang="en-US" altLang="en-LK"/>
          </a:p>
          <a:p>
            <a:r>
              <a:rPr lang="en-US" altLang="en-LK"/>
              <a:t>Finding Appropriate Objects</a:t>
            </a:r>
          </a:p>
          <a:p>
            <a:r>
              <a:rPr lang="en-US" altLang="en-LK"/>
              <a:t>Determine Object Granularity</a:t>
            </a:r>
          </a:p>
          <a:p>
            <a:r>
              <a:rPr lang="en-US" altLang="en-LK"/>
              <a:t>Specify Object Interfaces</a:t>
            </a:r>
          </a:p>
          <a:p>
            <a:r>
              <a:rPr lang="en-US" altLang="en-LK"/>
              <a:t>Specifying Object Implementations</a:t>
            </a:r>
          </a:p>
          <a:p>
            <a:pPr lvl="1"/>
            <a:r>
              <a:rPr lang="en-US" altLang="en-LK"/>
              <a:t>Programming to an Interface, not an Implementation</a:t>
            </a:r>
          </a:p>
          <a:p>
            <a:r>
              <a:rPr lang="en-US" altLang="en-LK"/>
              <a:t>Encourage Reusability</a:t>
            </a:r>
          </a:p>
          <a:p>
            <a:pPr lvl="1"/>
            <a:r>
              <a:rPr lang="en-US" altLang="en-LK"/>
              <a:t>Inheritance versus Composition</a:t>
            </a:r>
          </a:p>
          <a:p>
            <a:pPr lvl="1"/>
            <a:r>
              <a:rPr lang="en-US" altLang="en-LK"/>
              <a:t>Delegation</a:t>
            </a:r>
          </a:p>
          <a:p>
            <a:r>
              <a:rPr lang="en-US" altLang="en-LK"/>
              <a:t>Support Extensibility</a:t>
            </a:r>
          </a:p>
          <a:p>
            <a:pPr lvl="1"/>
            <a:r>
              <a:rPr lang="en-US" altLang="en-LK"/>
              <a:t>Frameworks</a:t>
            </a:r>
          </a:p>
        </p:txBody>
      </p:sp>
      <p:sp>
        <p:nvSpPr>
          <p:cNvPr id="11269" name="Slide Number Placeholder 3">
            <a:extLst>
              <a:ext uri="{FF2B5EF4-FFF2-40B4-BE49-F238E27FC236}">
                <a16:creationId xmlns:a16="http://schemas.microsoft.com/office/drawing/2014/main" id="{99D9AB9B-7ADE-EAAF-4C14-DB968D58A7C7}"/>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BC764B8-959B-1645-8866-56DF8FDB032D}" type="slidenum">
              <a:rPr lang="en-US" altLang="en-LK" sz="1000">
                <a:latin typeface="Arial Black" panose="020B0604020202020204" pitchFamily="34" charset="0"/>
              </a:rPr>
              <a:pPr algn="r" eaLnBrk="1" hangingPunct="1"/>
              <a:t>9</a:t>
            </a:fld>
            <a:endParaRPr lang="en-US" altLang="en-LK" sz="1000">
              <a:latin typeface="Arial Black" panose="020B0604020202020204" pitchFamily="34" charset="0"/>
            </a:endParaRPr>
          </a:p>
        </p:txBody>
      </p:sp>
      <p:sp>
        <p:nvSpPr>
          <p:cNvPr id="11270" name="Date Placeholder 4">
            <a:extLst>
              <a:ext uri="{FF2B5EF4-FFF2-40B4-BE49-F238E27FC236}">
                <a16:creationId xmlns:a16="http://schemas.microsoft.com/office/drawing/2014/main" id="{A28A9DCB-152F-E56E-4038-99836A6200D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E15B7F-2DC7-C44D-AC82-72C33DE30129}" type="datetime1">
              <a:rPr lang="en-US" altLang="en-LK" smtClean="0"/>
              <a:pPr/>
              <a:t>10/1/25</a:t>
            </a:fld>
            <a:endParaRPr lang="en-US" altLang="en-LK"/>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EACDA1C4-DCAB-A152-9EEC-2CF780879A79}"/>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35AE96-0984-C541-8840-F0208321A0F3}" type="slidenum">
              <a:rPr lang="en-US" altLang="en-LK">
                <a:latin typeface="Arial Black" panose="020B0604020202020204" pitchFamily="34" charset="0"/>
              </a:rPr>
              <a:pPr/>
              <a:t>10</a:t>
            </a:fld>
            <a:endParaRPr lang="en-US" altLang="en-LK">
              <a:latin typeface="Arial Black" panose="020B0604020202020204" pitchFamily="34" charset="0"/>
            </a:endParaRPr>
          </a:p>
        </p:txBody>
      </p:sp>
      <p:sp>
        <p:nvSpPr>
          <p:cNvPr id="12291" name="Title 1">
            <a:extLst>
              <a:ext uri="{FF2B5EF4-FFF2-40B4-BE49-F238E27FC236}">
                <a16:creationId xmlns:a16="http://schemas.microsoft.com/office/drawing/2014/main" id="{697B1C0B-5A70-03C8-08ED-CACECD6C46C1}"/>
              </a:ext>
            </a:extLst>
          </p:cNvPr>
          <p:cNvSpPr>
            <a:spLocks noGrp="1"/>
          </p:cNvSpPr>
          <p:nvPr>
            <p:ph type="title"/>
          </p:nvPr>
        </p:nvSpPr>
        <p:spPr/>
        <p:txBody>
          <a:bodyPr/>
          <a:lstStyle/>
          <a:p>
            <a:r>
              <a:rPr lang="en-US" altLang="en-LK"/>
              <a:t>Reality</a:t>
            </a:r>
          </a:p>
        </p:txBody>
      </p:sp>
      <p:sp>
        <p:nvSpPr>
          <p:cNvPr id="12292" name="Content Placeholder 2">
            <a:extLst>
              <a:ext uri="{FF2B5EF4-FFF2-40B4-BE49-F238E27FC236}">
                <a16:creationId xmlns:a16="http://schemas.microsoft.com/office/drawing/2014/main" id="{20F7F99D-A544-D23F-5D4D-8623A96B7613}"/>
              </a:ext>
            </a:extLst>
          </p:cNvPr>
          <p:cNvSpPr>
            <a:spLocks noGrp="1"/>
          </p:cNvSpPr>
          <p:nvPr>
            <p:ph idx="1"/>
          </p:nvPr>
        </p:nvSpPr>
        <p:spPr>
          <a:xfrm>
            <a:off x="457200" y="1447800"/>
            <a:ext cx="8229600" cy="4800600"/>
          </a:xfrm>
        </p:spPr>
        <p:txBody>
          <a:bodyPr/>
          <a:lstStyle/>
          <a:p>
            <a:r>
              <a:rPr lang="en-US" altLang="en-LK"/>
              <a:t>Problems with design early on</a:t>
            </a:r>
          </a:p>
          <a:p>
            <a:pPr lvl="1"/>
            <a:r>
              <a:rPr lang="en-US" altLang="en-LK"/>
              <a:t>It is sometimes very hard to “see” a design pattern.</a:t>
            </a:r>
          </a:p>
          <a:p>
            <a:pPr lvl="1"/>
            <a:r>
              <a:rPr lang="en-US" altLang="en-LK"/>
              <a:t>Not all requirements are known.</a:t>
            </a:r>
          </a:p>
          <a:p>
            <a:pPr lvl="1"/>
            <a:r>
              <a:rPr lang="en-US" altLang="en-LK"/>
              <a:t>A design that is applicable early on becomes obsolete.</a:t>
            </a:r>
          </a:p>
          <a:p>
            <a:pPr lvl="1"/>
            <a:r>
              <a:rPr lang="en-US" altLang="en-LK"/>
              <a:t>“Paralysis by Analysis”</a:t>
            </a:r>
          </a:p>
          <a:p>
            <a:endParaRPr lang="en-US" altLang="en-LK"/>
          </a:p>
          <a:p>
            <a:r>
              <a:rPr lang="en-US" altLang="en-LK"/>
              <a:t>Due to these realities, refactoring is inevitable!</a:t>
            </a:r>
          </a:p>
          <a:p>
            <a:endParaRPr lang="en-US" altLang="en-LK"/>
          </a:p>
          <a:p>
            <a:r>
              <a:rPr lang="en-US" altLang="en-LK" i="1"/>
              <a:t>Question: </a:t>
            </a:r>
            <a:r>
              <a:rPr lang="en-US" altLang="en-LK"/>
              <a:t>How do you mitigate the fact that you won’t have all of the design figured out?</a:t>
            </a:r>
          </a:p>
        </p:txBody>
      </p:sp>
      <p:sp>
        <p:nvSpPr>
          <p:cNvPr id="12293" name="Slide Number Placeholder 3">
            <a:extLst>
              <a:ext uri="{FF2B5EF4-FFF2-40B4-BE49-F238E27FC236}">
                <a16:creationId xmlns:a16="http://schemas.microsoft.com/office/drawing/2014/main" id="{7186F07F-1F81-BD69-75ED-78FB4A9B0AB2}"/>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2ED152F-E70A-4E4B-9B5E-76F4A71C9E1E}" type="slidenum">
              <a:rPr lang="en-US" altLang="en-LK" sz="1000">
                <a:latin typeface="Arial Black" panose="020B0604020202020204" pitchFamily="34" charset="0"/>
              </a:rPr>
              <a:pPr algn="r" eaLnBrk="1" hangingPunct="1"/>
              <a:t>10</a:t>
            </a:fld>
            <a:endParaRPr lang="en-US" altLang="en-LK" sz="1000">
              <a:latin typeface="Arial Black" panose="020B0604020202020204" pitchFamily="34" charset="0"/>
            </a:endParaRPr>
          </a:p>
        </p:txBody>
      </p:sp>
      <p:sp>
        <p:nvSpPr>
          <p:cNvPr id="12294" name="Date Placeholder 4">
            <a:extLst>
              <a:ext uri="{FF2B5EF4-FFF2-40B4-BE49-F238E27FC236}">
                <a16:creationId xmlns:a16="http://schemas.microsoft.com/office/drawing/2014/main" id="{35325AB5-1F5F-928E-8205-D7508F0F1EF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38238F2-A28E-A04D-84D7-C942DCF5780B}" type="datetime1">
              <a:rPr lang="en-US" altLang="en-LK" smtClean="0"/>
              <a:pPr/>
              <a:t>10/1/25</a:t>
            </a:fld>
            <a:endParaRPr lang="en-US" altLang="en-LK"/>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23A80985-1A41-A5DD-99DA-158CD0CCCCCE}"/>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39E83FA-1C05-3447-A6A3-229D2C012AE9}" type="slidenum">
              <a:rPr lang="en-US" altLang="en-LK">
                <a:latin typeface="Arial Black" panose="020B0604020202020204" pitchFamily="34" charset="0"/>
              </a:rPr>
              <a:pPr/>
              <a:t>11</a:t>
            </a:fld>
            <a:endParaRPr lang="en-US" altLang="en-LK">
              <a:latin typeface="Arial Black" panose="020B0604020202020204" pitchFamily="34" charset="0"/>
            </a:endParaRPr>
          </a:p>
        </p:txBody>
      </p:sp>
      <p:sp>
        <p:nvSpPr>
          <p:cNvPr id="13315" name="Title 1">
            <a:extLst>
              <a:ext uri="{FF2B5EF4-FFF2-40B4-BE49-F238E27FC236}">
                <a16:creationId xmlns:a16="http://schemas.microsoft.com/office/drawing/2014/main" id="{3229C816-0576-A6AE-1EE3-0115F813DE52}"/>
              </a:ext>
            </a:extLst>
          </p:cNvPr>
          <p:cNvSpPr>
            <a:spLocks noGrp="1"/>
          </p:cNvSpPr>
          <p:nvPr>
            <p:ph type="title"/>
          </p:nvPr>
        </p:nvSpPr>
        <p:spPr/>
        <p:txBody>
          <a:bodyPr/>
          <a:lstStyle/>
          <a:p>
            <a:r>
              <a:rPr lang="en-US" altLang="en-LK"/>
              <a:t>Tangent: Unit Testing</a:t>
            </a:r>
          </a:p>
        </p:txBody>
      </p:sp>
      <p:sp>
        <p:nvSpPr>
          <p:cNvPr id="13316" name="Content Placeholder 2">
            <a:extLst>
              <a:ext uri="{FF2B5EF4-FFF2-40B4-BE49-F238E27FC236}">
                <a16:creationId xmlns:a16="http://schemas.microsoft.com/office/drawing/2014/main" id="{B341B453-5EBA-63F8-94F8-2559D4ACA318}"/>
              </a:ext>
            </a:extLst>
          </p:cNvPr>
          <p:cNvSpPr>
            <a:spLocks noGrp="1"/>
          </p:cNvSpPr>
          <p:nvPr>
            <p:ph idx="1"/>
          </p:nvPr>
        </p:nvSpPr>
        <p:spPr>
          <a:xfrm>
            <a:off x="533400" y="1371600"/>
            <a:ext cx="8229600" cy="5029200"/>
          </a:xfrm>
        </p:spPr>
        <p:txBody>
          <a:bodyPr/>
          <a:lstStyle/>
          <a:p>
            <a:r>
              <a:rPr lang="en-US" altLang="en-LK"/>
              <a:t>If you create unit tests early in the development cycle, then it will be easier to refactor later on when more requirements are known.</a:t>
            </a:r>
          </a:p>
          <a:p>
            <a:pPr lvl="1"/>
            <a:r>
              <a:rPr lang="en-US" altLang="en-LK"/>
              <a:t>As a developer, you will have more confidence to make good design adjustments.</a:t>
            </a:r>
          </a:p>
          <a:p>
            <a:pPr lvl="1"/>
            <a:r>
              <a:rPr lang="en-US" altLang="en-LK"/>
              <a:t>Good design adjustments may lead to better maintainability of the code!</a:t>
            </a:r>
          </a:p>
          <a:p>
            <a:pPr lvl="1">
              <a:buFont typeface="Wingdings" pitchFamily="2" charset="2"/>
              <a:buNone/>
            </a:pPr>
            <a:endParaRPr lang="en-US" altLang="en-LK"/>
          </a:p>
          <a:p>
            <a:r>
              <a:rPr lang="en-US" altLang="en-LK"/>
              <a:t>What happens if you do not have Unit Tests early on?  These statements may be heard:</a:t>
            </a:r>
          </a:p>
          <a:p>
            <a:pPr lvl="1"/>
            <a:r>
              <a:rPr lang="en-US" altLang="en-LK"/>
              <a:t>“ I am afraid to breaking something.”</a:t>
            </a:r>
          </a:p>
          <a:p>
            <a:pPr lvl="1"/>
            <a:r>
              <a:rPr lang="en-US" altLang="en-LK"/>
              <a:t>“I know the right thing to do….but I am not going to do it because the system may become unstable.”</a:t>
            </a:r>
          </a:p>
          <a:p>
            <a:pPr lvl="1"/>
            <a:r>
              <a:rPr lang="en-US" altLang="en-LK"/>
              <a:t>You may incur “Technical Debt” if you do not refactor well</a:t>
            </a:r>
          </a:p>
          <a:p>
            <a:pPr lvl="1"/>
            <a:endParaRPr lang="en-US" altLang="en-LK"/>
          </a:p>
        </p:txBody>
      </p:sp>
      <p:sp>
        <p:nvSpPr>
          <p:cNvPr id="13317" name="Slide Number Placeholder 3">
            <a:extLst>
              <a:ext uri="{FF2B5EF4-FFF2-40B4-BE49-F238E27FC236}">
                <a16:creationId xmlns:a16="http://schemas.microsoft.com/office/drawing/2014/main" id="{ED432791-691B-E4A1-6444-A8A2CE45C453}"/>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F9B683FA-2996-7844-A442-A7026CC70139}" type="slidenum">
              <a:rPr lang="en-US" altLang="en-LK" sz="1000">
                <a:latin typeface="Arial Black" panose="020B0604020202020204" pitchFamily="34" charset="0"/>
              </a:rPr>
              <a:pPr algn="r" eaLnBrk="1" hangingPunct="1"/>
              <a:t>11</a:t>
            </a:fld>
            <a:endParaRPr lang="en-US" altLang="en-LK" sz="1000">
              <a:latin typeface="Arial Black" panose="020B0604020202020204" pitchFamily="34" charset="0"/>
            </a:endParaRPr>
          </a:p>
        </p:txBody>
      </p:sp>
      <p:sp>
        <p:nvSpPr>
          <p:cNvPr id="13318" name="Date Placeholder 4">
            <a:extLst>
              <a:ext uri="{FF2B5EF4-FFF2-40B4-BE49-F238E27FC236}">
                <a16:creationId xmlns:a16="http://schemas.microsoft.com/office/drawing/2014/main" id="{64D6B474-3506-C411-03C4-4811416F1B4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42EE26-A13D-F649-A559-58263D47E4B1}" type="datetime1">
              <a:rPr lang="en-US" altLang="en-LK" smtClean="0"/>
              <a:pPr/>
              <a:t>10/1/25</a:t>
            </a:fld>
            <a:endParaRPr lang="en-US" altLang="en-LK"/>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4D24105F-20E9-F8E5-86B6-E4CAE079A7D3}"/>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16D49F-14DD-0B46-ADFA-1618E3AD5367}" type="slidenum">
              <a:rPr lang="en-US" altLang="en-LK">
                <a:latin typeface="Arial Black" panose="020B0604020202020204" pitchFamily="34" charset="0"/>
              </a:rPr>
              <a:pPr/>
              <a:t>12</a:t>
            </a:fld>
            <a:endParaRPr lang="en-US" altLang="en-LK">
              <a:latin typeface="Arial Black" panose="020B0604020202020204" pitchFamily="34" charset="0"/>
            </a:endParaRPr>
          </a:p>
        </p:txBody>
      </p:sp>
      <p:sp>
        <p:nvSpPr>
          <p:cNvPr id="14339" name="Title 1">
            <a:extLst>
              <a:ext uri="{FF2B5EF4-FFF2-40B4-BE49-F238E27FC236}">
                <a16:creationId xmlns:a16="http://schemas.microsoft.com/office/drawing/2014/main" id="{A7167641-EFAB-49D3-9FAB-AEDE28378887}"/>
              </a:ext>
            </a:extLst>
          </p:cNvPr>
          <p:cNvSpPr>
            <a:spLocks noGrp="1"/>
          </p:cNvSpPr>
          <p:nvPr>
            <p:ph type="title"/>
          </p:nvPr>
        </p:nvSpPr>
        <p:spPr/>
        <p:txBody>
          <a:bodyPr/>
          <a:lstStyle/>
          <a:p>
            <a:r>
              <a:rPr lang="en-US" altLang="en-LK"/>
              <a:t>Unit Testing (cont)</a:t>
            </a:r>
          </a:p>
        </p:txBody>
      </p:sp>
      <p:sp>
        <p:nvSpPr>
          <p:cNvPr id="14340" name="Content Placeholder 2">
            <a:extLst>
              <a:ext uri="{FF2B5EF4-FFF2-40B4-BE49-F238E27FC236}">
                <a16:creationId xmlns:a16="http://schemas.microsoft.com/office/drawing/2014/main" id="{587B339E-F19D-324B-ACD8-A83A797E4D43}"/>
              </a:ext>
            </a:extLst>
          </p:cNvPr>
          <p:cNvSpPr>
            <a:spLocks noGrp="1"/>
          </p:cNvSpPr>
          <p:nvPr>
            <p:ph idx="1"/>
          </p:nvPr>
        </p:nvSpPr>
        <p:spPr/>
        <p:txBody>
          <a:bodyPr/>
          <a:lstStyle/>
          <a:p>
            <a:r>
              <a:rPr lang="en-US" altLang="en-LK"/>
              <a:t>Unit Testing leads to easier Refactoring</a:t>
            </a:r>
          </a:p>
          <a:p>
            <a:r>
              <a:rPr lang="en-US" altLang="en-LK"/>
              <a:t>With easier Refactoring, you can take the risk of applying Design Patterns, even if it means changing a lot of code.</a:t>
            </a:r>
          </a:p>
          <a:p>
            <a:r>
              <a:rPr lang="en-US" altLang="en-LK"/>
              <a:t>Applying Design Patterns can decrease Technical Debt and improve the maintainability and extendibility of your system.</a:t>
            </a:r>
          </a:p>
          <a:p>
            <a:pPr>
              <a:buFont typeface="Wingdings" pitchFamily="2" charset="2"/>
              <a:buNone/>
            </a:pPr>
            <a:endParaRPr lang="en-US" altLang="en-LK"/>
          </a:p>
          <a:p>
            <a:pPr>
              <a:buFont typeface="Wingdings" pitchFamily="2" charset="2"/>
              <a:buNone/>
            </a:pPr>
            <a:r>
              <a:rPr lang="en-US" altLang="en-LK"/>
              <a:t>Therefore…it </a:t>
            </a:r>
            <a:r>
              <a:rPr lang="en-US" altLang="en-LK" i="1"/>
              <a:t>pays</a:t>
            </a:r>
            <a:r>
              <a:rPr lang="en-US" altLang="en-LK"/>
              <a:t> to Unit Test!</a:t>
            </a:r>
          </a:p>
          <a:p>
            <a:endParaRPr lang="en-US" altLang="en-LK"/>
          </a:p>
          <a:p>
            <a:endParaRPr lang="en-US" altLang="en-LK"/>
          </a:p>
          <a:p>
            <a:pPr lvl="1"/>
            <a:endParaRPr lang="en-US" altLang="en-LK"/>
          </a:p>
          <a:p>
            <a:pPr lvl="2">
              <a:buFont typeface="Wingdings" pitchFamily="2" charset="2"/>
              <a:buNone/>
            </a:pPr>
            <a:r>
              <a:rPr lang="en-US" altLang="en-LK"/>
              <a:t> </a:t>
            </a:r>
          </a:p>
        </p:txBody>
      </p:sp>
      <p:sp>
        <p:nvSpPr>
          <p:cNvPr id="14341" name="Slide Number Placeholder 3">
            <a:extLst>
              <a:ext uri="{FF2B5EF4-FFF2-40B4-BE49-F238E27FC236}">
                <a16:creationId xmlns:a16="http://schemas.microsoft.com/office/drawing/2014/main" id="{EF1A6BEB-DB47-9FB5-8154-CB56BC22FAF0}"/>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5CCF7B6-B38A-E54A-BAE7-23359AE5DFCB}" type="slidenum">
              <a:rPr lang="en-US" altLang="en-LK" sz="1000">
                <a:latin typeface="Arial Black" panose="020B0604020202020204" pitchFamily="34" charset="0"/>
              </a:rPr>
              <a:pPr algn="r" eaLnBrk="1" hangingPunct="1"/>
              <a:t>12</a:t>
            </a:fld>
            <a:endParaRPr lang="en-US" altLang="en-LK" sz="1000">
              <a:latin typeface="Arial Black" panose="020B0604020202020204" pitchFamily="34" charset="0"/>
            </a:endParaRPr>
          </a:p>
        </p:txBody>
      </p:sp>
      <p:sp>
        <p:nvSpPr>
          <p:cNvPr id="14342" name="Date Placeholder 4">
            <a:extLst>
              <a:ext uri="{FF2B5EF4-FFF2-40B4-BE49-F238E27FC236}">
                <a16:creationId xmlns:a16="http://schemas.microsoft.com/office/drawing/2014/main" id="{A4083044-6AC2-E277-1754-2A8423545D1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06BE417-148A-CA47-97C0-BA6563359CCD}" type="datetime1">
              <a:rPr lang="en-US" altLang="en-LK" smtClean="0"/>
              <a:pPr/>
              <a:t>10/1/25</a:t>
            </a:fld>
            <a:endParaRPr lang="en-US" altLang="en-LK"/>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a:extLst>
              <a:ext uri="{FF2B5EF4-FFF2-40B4-BE49-F238E27FC236}">
                <a16:creationId xmlns:a16="http://schemas.microsoft.com/office/drawing/2014/main" id="{A5655E6F-B80A-C532-57A0-F1A081235F53}"/>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31F0D-2FDD-6D48-82D6-F2466B5E1A93}" type="slidenum">
              <a:rPr lang="en-US" altLang="en-LK">
                <a:latin typeface="Arial Black" panose="020B0604020202020204" pitchFamily="34" charset="0"/>
              </a:rPr>
              <a:pPr/>
              <a:t>13</a:t>
            </a:fld>
            <a:endParaRPr lang="en-US" altLang="en-LK">
              <a:latin typeface="Arial Black" panose="020B0604020202020204" pitchFamily="34" charset="0"/>
            </a:endParaRPr>
          </a:p>
        </p:txBody>
      </p:sp>
      <p:sp>
        <p:nvSpPr>
          <p:cNvPr id="15363" name="Title 1">
            <a:extLst>
              <a:ext uri="{FF2B5EF4-FFF2-40B4-BE49-F238E27FC236}">
                <a16:creationId xmlns:a16="http://schemas.microsoft.com/office/drawing/2014/main" id="{6979C3A3-3DEA-D47B-FA69-549A5CDE3955}"/>
              </a:ext>
            </a:extLst>
          </p:cNvPr>
          <p:cNvSpPr>
            <a:spLocks noGrp="1"/>
          </p:cNvSpPr>
          <p:nvPr>
            <p:ph type="title"/>
          </p:nvPr>
        </p:nvSpPr>
        <p:spPr/>
        <p:txBody>
          <a:bodyPr/>
          <a:lstStyle/>
          <a:p>
            <a:r>
              <a:rPr lang="en-US" altLang="en-LK"/>
              <a:t>Unit Testing: Final Thoughts</a:t>
            </a:r>
          </a:p>
        </p:txBody>
      </p:sp>
      <p:sp>
        <p:nvSpPr>
          <p:cNvPr id="15364" name="Content Placeholder 2">
            <a:extLst>
              <a:ext uri="{FF2B5EF4-FFF2-40B4-BE49-F238E27FC236}">
                <a16:creationId xmlns:a16="http://schemas.microsoft.com/office/drawing/2014/main" id="{565C965C-5BD1-1047-2589-0A8E0053EC27}"/>
              </a:ext>
            </a:extLst>
          </p:cNvPr>
          <p:cNvSpPr>
            <a:spLocks noGrp="1"/>
          </p:cNvSpPr>
          <p:nvPr>
            <p:ph idx="1"/>
          </p:nvPr>
        </p:nvSpPr>
        <p:spPr/>
        <p:txBody>
          <a:bodyPr/>
          <a:lstStyle/>
          <a:p>
            <a:r>
              <a:rPr lang="en-US" altLang="en-LK"/>
              <a:t>Make unit testing part of the project culture.</a:t>
            </a:r>
          </a:p>
          <a:p>
            <a:endParaRPr lang="en-US" altLang="en-LK"/>
          </a:p>
          <a:p>
            <a:r>
              <a:rPr lang="en-US" altLang="en-LK"/>
              <a:t>When creating a schedule, include unit testing in your estimates.</a:t>
            </a:r>
          </a:p>
          <a:p>
            <a:endParaRPr lang="en-US" altLang="en-LK"/>
          </a:p>
          <a:p>
            <a:r>
              <a:rPr lang="en-US" altLang="en-LK"/>
              <a:t>Create your unit tests </a:t>
            </a:r>
            <a:r>
              <a:rPr lang="en-US" altLang="en-LK" i="1"/>
              <a:t>before </a:t>
            </a:r>
            <a:r>
              <a:rPr lang="en-US" altLang="en-LK"/>
              <a:t>you write the code.</a:t>
            </a:r>
          </a:p>
          <a:p>
            <a:pPr lvl="1"/>
            <a:r>
              <a:rPr lang="en-US" altLang="en-LK"/>
              <a:t>This helps define “Doneness”</a:t>
            </a:r>
          </a:p>
          <a:p>
            <a:pPr lvl="1"/>
            <a:r>
              <a:rPr lang="en-US" altLang="en-LK"/>
              <a:t>Helps you think about how software needs to be layered…it may actually lead to more refactoring!</a:t>
            </a:r>
          </a:p>
        </p:txBody>
      </p:sp>
      <p:sp>
        <p:nvSpPr>
          <p:cNvPr id="15365" name="Slide Number Placeholder 3">
            <a:extLst>
              <a:ext uri="{FF2B5EF4-FFF2-40B4-BE49-F238E27FC236}">
                <a16:creationId xmlns:a16="http://schemas.microsoft.com/office/drawing/2014/main" id="{99A18CEE-878F-B0CC-A37D-FB00C54A6788}"/>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6058466-92A0-D24D-AEE0-762BF6DCDA89}" type="slidenum">
              <a:rPr lang="en-US" altLang="en-LK" sz="1000">
                <a:latin typeface="Arial Black" panose="020B0604020202020204" pitchFamily="34" charset="0"/>
              </a:rPr>
              <a:pPr algn="r" eaLnBrk="1" hangingPunct="1"/>
              <a:t>13</a:t>
            </a:fld>
            <a:endParaRPr lang="en-US" altLang="en-LK" sz="1000">
              <a:latin typeface="Arial Black" panose="020B0604020202020204" pitchFamily="34" charset="0"/>
            </a:endParaRPr>
          </a:p>
        </p:txBody>
      </p:sp>
      <p:sp>
        <p:nvSpPr>
          <p:cNvPr id="15366" name="Date Placeholder 4">
            <a:extLst>
              <a:ext uri="{FF2B5EF4-FFF2-40B4-BE49-F238E27FC236}">
                <a16:creationId xmlns:a16="http://schemas.microsoft.com/office/drawing/2014/main" id="{D3EB4023-928B-80A7-1821-24EABDDECC1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B444D73-B2CF-484C-A03F-DF5D39BC49FD}" type="datetime1">
              <a:rPr lang="en-US" altLang="en-LK" smtClean="0"/>
              <a:pPr/>
              <a:t>10/1/25</a:t>
            </a:fld>
            <a:endParaRPr lang="en-US" altLang="en-LK"/>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01DBA0A7-B6FF-8150-3C10-38AA8F7AE00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A5D432-5A36-9447-B3FD-374F811C7AE2}" type="slidenum">
              <a:rPr lang="en-US" altLang="en-LK">
                <a:latin typeface="Arial Black" panose="020B0604020202020204" pitchFamily="34" charset="0"/>
              </a:rPr>
              <a:pPr/>
              <a:t>14</a:t>
            </a:fld>
            <a:endParaRPr lang="en-US" altLang="en-LK">
              <a:latin typeface="Arial Black" panose="020B0604020202020204" pitchFamily="34" charset="0"/>
            </a:endParaRPr>
          </a:p>
        </p:txBody>
      </p:sp>
      <p:sp>
        <p:nvSpPr>
          <p:cNvPr id="16387" name="Slide Number Placeholder 4">
            <a:extLst>
              <a:ext uri="{FF2B5EF4-FFF2-40B4-BE49-F238E27FC236}">
                <a16:creationId xmlns:a16="http://schemas.microsoft.com/office/drawing/2014/main" id="{944C37A4-6B26-F43C-2DB4-1ED4B69F1FAD}"/>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E9780A2-AC18-C54E-884E-18B1E86DA26F}" type="slidenum">
              <a:rPr lang="en-US" altLang="en-LK" sz="1000">
                <a:latin typeface="Arial Black" panose="020B0604020202020204" pitchFamily="34" charset="0"/>
              </a:rPr>
              <a:pPr algn="r" eaLnBrk="1" hangingPunct="1"/>
              <a:t>14</a:t>
            </a:fld>
            <a:endParaRPr lang="en-US" altLang="en-LK" sz="1000">
              <a:latin typeface="Arial Black" panose="020B0604020202020204" pitchFamily="34" charset="0"/>
            </a:endParaRPr>
          </a:p>
        </p:txBody>
      </p:sp>
      <p:sp>
        <p:nvSpPr>
          <p:cNvPr id="16388" name="Date Placeholder 5">
            <a:extLst>
              <a:ext uri="{FF2B5EF4-FFF2-40B4-BE49-F238E27FC236}">
                <a16:creationId xmlns:a16="http://schemas.microsoft.com/office/drawing/2014/main" id="{D663EF73-6ACA-C2AD-2EFF-256F8307B01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C67DC9-F85D-9842-836E-D0B4866FEDDF}" type="datetime1">
              <a:rPr lang="en-US" altLang="en-LK" smtClean="0"/>
              <a:pPr/>
              <a:t>10/1/25</a:t>
            </a:fld>
            <a:endParaRPr lang="en-US" altLang="en-LK"/>
          </a:p>
        </p:txBody>
      </p:sp>
      <p:sp>
        <p:nvSpPr>
          <p:cNvPr id="16389" name="Rectangle 2">
            <a:extLst>
              <a:ext uri="{FF2B5EF4-FFF2-40B4-BE49-F238E27FC236}">
                <a16:creationId xmlns:a16="http://schemas.microsoft.com/office/drawing/2014/main" id="{2A2290C8-C597-1853-CA30-38D4068996EC}"/>
              </a:ext>
            </a:extLst>
          </p:cNvPr>
          <p:cNvSpPr>
            <a:spLocks noGrp="1" noChangeArrowheads="1"/>
          </p:cNvSpPr>
          <p:nvPr>
            <p:ph type="title"/>
          </p:nvPr>
        </p:nvSpPr>
        <p:spPr/>
        <p:txBody>
          <a:bodyPr/>
          <a:lstStyle/>
          <a:p>
            <a:pPr eaLnBrk="1" hangingPunct="1"/>
            <a:r>
              <a:rPr lang="en-US" altLang="en-LK"/>
              <a:t>Common Pitfall</a:t>
            </a:r>
          </a:p>
        </p:txBody>
      </p:sp>
      <p:sp>
        <p:nvSpPr>
          <p:cNvPr id="16390" name="Rectangle 3">
            <a:extLst>
              <a:ext uri="{FF2B5EF4-FFF2-40B4-BE49-F238E27FC236}">
                <a16:creationId xmlns:a16="http://schemas.microsoft.com/office/drawing/2014/main" id="{76C73964-A050-B136-1E96-5225A22A693D}"/>
              </a:ext>
            </a:extLst>
          </p:cNvPr>
          <p:cNvSpPr>
            <a:spLocks noGrp="1" noChangeArrowheads="1"/>
          </p:cNvSpPr>
          <p:nvPr>
            <p:ph type="body" idx="1"/>
          </p:nvPr>
        </p:nvSpPr>
        <p:spPr/>
        <p:txBody>
          <a:bodyPr/>
          <a:lstStyle/>
          <a:p>
            <a:pPr eaLnBrk="1" hangingPunct="1">
              <a:buFont typeface="Wingdings" pitchFamily="2" charset="2"/>
              <a:buNone/>
            </a:pPr>
            <a:r>
              <a:rPr lang="en-US" altLang="en-LK"/>
              <a:t>“I just learned about Design Pattern XYZ. Let’s use it!”</a:t>
            </a:r>
          </a:p>
          <a:p>
            <a:pPr eaLnBrk="1" hangingPunct="1">
              <a:buFont typeface="Wingdings" pitchFamily="2" charset="2"/>
              <a:buNone/>
            </a:pPr>
            <a:endParaRPr lang="en-US" altLang="en-LK"/>
          </a:p>
          <a:p>
            <a:pPr eaLnBrk="1" hangingPunct="1">
              <a:buFont typeface="Wingdings" pitchFamily="2" charset="2"/>
              <a:buNone/>
            </a:pPr>
            <a:r>
              <a:rPr lang="en-US" altLang="en-LK" i="1"/>
              <a:t>Reality</a:t>
            </a:r>
            <a:r>
              <a:rPr lang="en-US" altLang="en-LK"/>
              <a:t>: If you are going to use a Design Pattern, you should have a reason to do so.  </a:t>
            </a:r>
          </a:p>
          <a:p>
            <a:pPr eaLnBrk="1" hangingPunct="1">
              <a:buFont typeface="Wingdings" pitchFamily="2" charset="2"/>
              <a:buNone/>
            </a:pPr>
            <a:endParaRPr lang="en-US" altLang="en-LK"/>
          </a:p>
          <a:p>
            <a:pPr eaLnBrk="1" hangingPunct="1">
              <a:buFont typeface="Wingdings" pitchFamily="2" charset="2"/>
              <a:buNone/>
            </a:pPr>
            <a:r>
              <a:rPr lang="en-US" altLang="en-LK"/>
              <a:t>The </a:t>
            </a:r>
            <a:r>
              <a:rPr lang="en-US" altLang="en-LK" i="1"/>
              <a:t>software requirements</a:t>
            </a:r>
            <a:r>
              <a:rPr lang="en-US" altLang="en-LK"/>
              <a:t> should really drive why you are going to use (or not use) a Design Pattern.</a:t>
            </a:r>
          </a:p>
          <a:p>
            <a:pPr eaLnBrk="1" hangingPunct="1">
              <a:buFont typeface="Wingdings" pitchFamily="2" charset="2"/>
              <a:buNone/>
            </a:pPr>
            <a:endParaRPr lang="en-US" altLang="en-LK"/>
          </a:p>
          <a:p>
            <a:pPr eaLnBrk="1" hangingPunct="1">
              <a:buFont typeface="Wingdings" pitchFamily="2" charset="2"/>
              <a:buNone/>
            </a:pPr>
            <a:endParaRPr lang="en-US" altLang="en-LK"/>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239DB328-440C-8C8D-B292-59326DC9E3DF}"/>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75220A5-B286-C44D-B20F-F74934B4007A}" type="slidenum">
              <a:rPr lang="en-US" altLang="en-LK">
                <a:latin typeface="Arial Black" panose="020B0604020202020204" pitchFamily="34" charset="0"/>
              </a:rPr>
              <a:pPr/>
              <a:t>15</a:t>
            </a:fld>
            <a:endParaRPr lang="en-US" altLang="en-LK">
              <a:latin typeface="Arial Black" panose="020B0604020202020204" pitchFamily="34" charset="0"/>
            </a:endParaRPr>
          </a:p>
        </p:txBody>
      </p:sp>
      <p:sp>
        <p:nvSpPr>
          <p:cNvPr id="17411" name="Slide Number Placeholder 4">
            <a:extLst>
              <a:ext uri="{FF2B5EF4-FFF2-40B4-BE49-F238E27FC236}">
                <a16:creationId xmlns:a16="http://schemas.microsoft.com/office/drawing/2014/main" id="{7C93F30F-EAF7-69E4-1BDB-A4ABDC10696A}"/>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0E917ED-ECCC-9646-BD38-85020B351896}" type="slidenum">
              <a:rPr lang="en-US" altLang="en-LK" sz="1000">
                <a:latin typeface="Arial Black" panose="020B0604020202020204" pitchFamily="34" charset="0"/>
              </a:rPr>
              <a:pPr algn="r" eaLnBrk="1" hangingPunct="1"/>
              <a:t>15</a:t>
            </a:fld>
            <a:endParaRPr lang="en-US" altLang="en-LK" sz="1000">
              <a:latin typeface="Arial Black" panose="020B0604020202020204" pitchFamily="34" charset="0"/>
            </a:endParaRPr>
          </a:p>
        </p:txBody>
      </p:sp>
      <p:sp>
        <p:nvSpPr>
          <p:cNvPr id="17412" name="Date Placeholder 5">
            <a:extLst>
              <a:ext uri="{FF2B5EF4-FFF2-40B4-BE49-F238E27FC236}">
                <a16:creationId xmlns:a16="http://schemas.microsoft.com/office/drawing/2014/main" id="{43928797-12E0-E514-B553-E77B2B13495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0A69E84-09F8-1A4F-889A-4CC2042DD2A7}" type="datetime1">
              <a:rPr lang="en-US" altLang="en-LK" smtClean="0"/>
              <a:pPr/>
              <a:t>10/1/25</a:t>
            </a:fld>
            <a:endParaRPr lang="en-US" altLang="en-LK"/>
          </a:p>
        </p:txBody>
      </p:sp>
      <p:sp>
        <p:nvSpPr>
          <p:cNvPr id="17413" name="Rectangle 2">
            <a:extLst>
              <a:ext uri="{FF2B5EF4-FFF2-40B4-BE49-F238E27FC236}">
                <a16:creationId xmlns:a16="http://schemas.microsoft.com/office/drawing/2014/main" id="{194A544B-E3B0-FE4B-A2D3-767E295A483A}"/>
              </a:ext>
            </a:extLst>
          </p:cNvPr>
          <p:cNvSpPr>
            <a:spLocks noGrp="1" noChangeArrowheads="1"/>
          </p:cNvSpPr>
          <p:nvPr>
            <p:ph type="title"/>
          </p:nvPr>
        </p:nvSpPr>
        <p:spPr/>
        <p:txBody>
          <a:bodyPr/>
          <a:lstStyle/>
          <a:p>
            <a:pPr eaLnBrk="1" hangingPunct="1"/>
            <a:r>
              <a:rPr lang="en-US" altLang="en-LK"/>
              <a:t>The Book</a:t>
            </a:r>
          </a:p>
        </p:txBody>
      </p:sp>
      <p:sp>
        <p:nvSpPr>
          <p:cNvPr id="17414" name="Rectangle 3">
            <a:extLst>
              <a:ext uri="{FF2B5EF4-FFF2-40B4-BE49-F238E27FC236}">
                <a16:creationId xmlns:a16="http://schemas.microsoft.com/office/drawing/2014/main" id="{2CC4FFA4-D97E-9082-E475-0EF371A18B50}"/>
              </a:ext>
            </a:extLst>
          </p:cNvPr>
          <p:cNvSpPr>
            <a:spLocks noGrp="1" noChangeArrowheads="1"/>
          </p:cNvSpPr>
          <p:nvPr>
            <p:ph type="body" idx="1"/>
          </p:nvPr>
        </p:nvSpPr>
        <p:spPr/>
        <p:txBody>
          <a:bodyPr/>
          <a:lstStyle/>
          <a:p>
            <a:pPr eaLnBrk="1" hangingPunct="1"/>
            <a:r>
              <a:rPr lang="en-US" altLang="en-LK"/>
              <a:t>“Head First Design Patterns”</a:t>
            </a:r>
          </a:p>
          <a:p>
            <a:pPr lvl="1" eaLnBrk="1" hangingPunct="1"/>
            <a:r>
              <a:rPr lang="en-US" altLang="en-LK"/>
              <a:t>Eric Freeman &amp; Elisabeth Freeman</a:t>
            </a:r>
          </a:p>
          <a:p>
            <a:pPr lvl="1" eaLnBrk="1" hangingPunct="1"/>
            <a:endParaRPr lang="en-US" altLang="en-LK"/>
          </a:p>
          <a:p>
            <a:pPr eaLnBrk="1" hangingPunct="1"/>
            <a:r>
              <a:rPr lang="en-US" altLang="en-LK"/>
              <a:t>Book is based on the Gang of Four design patterns.</a:t>
            </a:r>
          </a:p>
          <a:p>
            <a:pPr eaLnBrk="1" hangingPunct="1"/>
            <a:endParaRPr lang="en-US" altLang="en-LK"/>
          </a:p>
          <a:p>
            <a:pPr eaLnBrk="1" hangingPunct="1"/>
            <a:r>
              <a:rPr lang="en-US" altLang="en-LK"/>
              <a:t>Easier to read.</a:t>
            </a:r>
          </a:p>
          <a:p>
            <a:pPr eaLnBrk="1" hangingPunct="1"/>
            <a:endParaRPr lang="en-US" altLang="en-LK"/>
          </a:p>
          <a:p>
            <a:pPr eaLnBrk="1" hangingPunct="1"/>
            <a:r>
              <a:rPr lang="en-US" altLang="en-LK"/>
              <a:t>Examples are fun, but not necessarily “real world”.</a:t>
            </a:r>
          </a:p>
          <a:p>
            <a:pPr eaLnBrk="1" hangingPunct="1">
              <a:buFont typeface="Wingdings" pitchFamily="2" charset="2"/>
              <a:buNone/>
            </a:pPr>
            <a:endParaRPr lang="en-US" altLang="en-LK"/>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CA047BF7-6723-B954-DEBD-4BF3EF28A4DC}"/>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A5C64F-AD9A-8741-B5B1-D81A4FF15613}" type="slidenum">
              <a:rPr lang="en-US" altLang="en-LK">
                <a:latin typeface="Arial Black" panose="020B0604020202020204" pitchFamily="34" charset="0"/>
              </a:rPr>
              <a:pPr/>
              <a:t>16</a:t>
            </a:fld>
            <a:endParaRPr lang="en-US" altLang="en-LK">
              <a:latin typeface="Arial Black" panose="020B0604020202020204" pitchFamily="34" charset="0"/>
            </a:endParaRPr>
          </a:p>
        </p:txBody>
      </p:sp>
      <p:sp>
        <p:nvSpPr>
          <p:cNvPr id="18435" name="Rectangle 2">
            <a:extLst>
              <a:ext uri="{FF2B5EF4-FFF2-40B4-BE49-F238E27FC236}">
                <a16:creationId xmlns:a16="http://schemas.microsoft.com/office/drawing/2014/main" id="{2351CDA6-7F94-BF1E-0D9A-1546EC4FC316}"/>
              </a:ext>
            </a:extLst>
          </p:cNvPr>
          <p:cNvSpPr>
            <a:spLocks noGrp="1" noChangeArrowheads="1"/>
          </p:cNvSpPr>
          <p:nvPr>
            <p:ph type="title"/>
          </p:nvPr>
        </p:nvSpPr>
        <p:spPr/>
        <p:txBody>
          <a:bodyPr/>
          <a:lstStyle/>
          <a:p>
            <a:r>
              <a:rPr lang="en-US" altLang="en-LK"/>
              <a:t>Example: Logger</a:t>
            </a:r>
          </a:p>
        </p:txBody>
      </p:sp>
      <p:sp>
        <p:nvSpPr>
          <p:cNvPr id="18436" name="Rectangle 3">
            <a:extLst>
              <a:ext uri="{FF2B5EF4-FFF2-40B4-BE49-F238E27FC236}">
                <a16:creationId xmlns:a16="http://schemas.microsoft.com/office/drawing/2014/main" id="{A27D035A-C134-3F24-BA4F-666B5D4C4C90}"/>
              </a:ext>
            </a:extLst>
          </p:cNvPr>
          <p:cNvSpPr>
            <a:spLocks noGrp="1" noChangeArrowheads="1"/>
          </p:cNvSpPr>
          <p:nvPr>
            <p:ph type="body" idx="1"/>
          </p:nvPr>
        </p:nvSpPr>
        <p:spPr>
          <a:xfrm>
            <a:off x="457200" y="1371600"/>
            <a:ext cx="7543800" cy="4495800"/>
          </a:xfrm>
        </p:spPr>
        <p:txBody>
          <a:bodyPr/>
          <a:lstStyle/>
          <a:p>
            <a:pPr>
              <a:buFont typeface="Wingdings" pitchFamily="2" charset="2"/>
              <a:buNone/>
            </a:pPr>
            <a:r>
              <a:rPr lang="en-US" altLang="en-LK"/>
              <a:t>What is wrong with this code?</a:t>
            </a:r>
          </a:p>
          <a:p>
            <a:pPr>
              <a:buFont typeface="Wingdings" pitchFamily="2" charset="2"/>
              <a:buNone/>
            </a:pPr>
            <a:endParaRPr lang="en-US" altLang="en-LK"/>
          </a:p>
          <a:p>
            <a:pPr lvl="1">
              <a:buFont typeface="Wingdings" pitchFamily="2" charset="2"/>
              <a:buNone/>
            </a:pPr>
            <a:r>
              <a:rPr lang="en-US" altLang="en-LK" sz="1800" noProof="1">
                <a:latin typeface="Courier New" panose="02070309020205020404" pitchFamily="49" charset="0"/>
              </a:rPr>
              <a:t> public class Logger</a:t>
            </a:r>
          </a:p>
          <a:p>
            <a:pPr lvl="1">
              <a:buFont typeface="Wingdings" pitchFamily="2" charset="2"/>
              <a:buNone/>
            </a:pPr>
            <a:r>
              <a:rPr lang="en-US" altLang="en-LK" sz="1800" noProof="1">
                <a:latin typeface="Courier New" panose="02070309020205020404" pitchFamily="49" charset="0"/>
              </a:rPr>
              <a:t>    {</a:t>
            </a:r>
          </a:p>
          <a:p>
            <a:pPr lvl="1">
              <a:buFont typeface="Wingdings" pitchFamily="2" charset="2"/>
              <a:buNone/>
            </a:pPr>
            <a:r>
              <a:rPr lang="en-US" altLang="en-LK" sz="1800" noProof="1">
                <a:latin typeface="Courier New" panose="02070309020205020404" pitchFamily="49" charset="0"/>
              </a:rPr>
              <a:t>        public Logger() { }</a:t>
            </a:r>
          </a:p>
          <a:p>
            <a:pPr lvl="1">
              <a:buFont typeface="Wingdings" pitchFamily="2" charset="2"/>
              <a:buNone/>
            </a:pPr>
            <a:endParaRPr lang="en-US" altLang="en-LK" sz="1800" noProof="1">
              <a:latin typeface="Courier New" panose="02070309020205020404" pitchFamily="49" charset="0"/>
            </a:endParaRPr>
          </a:p>
          <a:p>
            <a:pPr lvl="1">
              <a:buFont typeface="Wingdings" pitchFamily="2" charset="2"/>
              <a:buNone/>
            </a:pPr>
            <a:r>
              <a:rPr lang="en-US" altLang="en-LK" sz="1800" noProof="1">
                <a:latin typeface="Courier New" panose="02070309020205020404" pitchFamily="49" charset="0"/>
              </a:rPr>
              <a:t>        public void LogMessage() {</a:t>
            </a:r>
          </a:p>
          <a:p>
            <a:pPr lvl="1">
              <a:buFont typeface="Wingdings" pitchFamily="2" charset="2"/>
              <a:buNone/>
            </a:pPr>
            <a:r>
              <a:rPr lang="en-US" altLang="en-LK" sz="1800" noProof="1">
                <a:latin typeface="Courier New" panose="02070309020205020404" pitchFamily="49" charset="0"/>
              </a:rPr>
              <a:t>            //Open File "log.txt"</a:t>
            </a:r>
          </a:p>
          <a:p>
            <a:pPr lvl="1">
              <a:buFont typeface="Wingdings" pitchFamily="2" charset="2"/>
              <a:buNone/>
            </a:pPr>
            <a:r>
              <a:rPr lang="en-US" altLang="en-LK" sz="1800" noProof="1">
                <a:latin typeface="Courier New" panose="02070309020205020404" pitchFamily="49" charset="0"/>
              </a:rPr>
              <a:t>            //Write Message</a:t>
            </a:r>
          </a:p>
          <a:p>
            <a:pPr lvl="1">
              <a:buFont typeface="Wingdings" pitchFamily="2" charset="2"/>
              <a:buNone/>
            </a:pPr>
            <a:r>
              <a:rPr lang="en-US" altLang="en-LK" sz="1800" noProof="1">
                <a:latin typeface="Courier New" panose="02070309020205020404" pitchFamily="49" charset="0"/>
              </a:rPr>
              <a:t>            //Close File</a:t>
            </a:r>
          </a:p>
          <a:p>
            <a:pPr lvl="1">
              <a:buFont typeface="Wingdings" pitchFamily="2" charset="2"/>
              <a:buNone/>
            </a:pPr>
            <a:r>
              <a:rPr lang="en-US" altLang="en-LK" sz="1800" noProof="1">
                <a:latin typeface="Courier New" panose="02070309020205020404" pitchFamily="49" charset="0"/>
              </a:rPr>
              <a:t>        }</a:t>
            </a:r>
          </a:p>
          <a:p>
            <a:pPr lvl="1">
              <a:buFont typeface="Wingdings" pitchFamily="2" charset="2"/>
              <a:buNone/>
            </a:pPr>
            <a:r>
              <a:rPr lang="en-US" altLang="en-LK" sz="1800" noProof="1">
                <a:latin typeface="Courier New" panose="02070309020205020404" pitchFamily="49" charset="0"/>
              </a:rPr>
              <a:t>    }</a:t>
            </a:r>
            <a:endParaRPr lang="en-US" altLang="en-LK" sz="1800">
              <a:latin typeface="Courier New" panose="020703090202050204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8516191C-4AB5-B168-D6F5-B3A46881F76F}"/>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CABB8B-C6B0-FD47-BD43-E9D0CB067427}" type="slidenum">
              <a:rPr lang="en-US" altLang="en-LK">
                <a:latin typeface="Arial Black" panose="020B0604020202020204" pitchFamily="34" charset="0"/>
              </a:rPr>
              <a:pPr/>
              <a:t>17</a:t>
            </a:fld>
            <a:endParaRPr lang="en-US" altLang="en-LK">
              <a:latin typeface="Arial Black" panose="020B0604020202020204" pitchFamily="34" charset="0"/>
            </a:endParaRPr>
          </a:p>
        </p:txBody>
      </p:sp>
      <p:sp>
        <p:nvSpPr>
          <p:cNvPr id="19459" name="Rectangle 2">
            <a:extLst>
              <a:ext uri="{FF2B5EF4-FFF2-40B4-BE49-F238E27FC236}">
                <a16:creationId xmlns:a16="http://schemas.microsoft.com/office/drawing/2014/main" id="{375F6972-45BC-2CB1-25FB-4E22FB2720E2}"/>
              </a:ext>
            </a:extLst>
          </p:cNvPr>
          <p:cNvSpPr>
            <a:spLocks noGrp="1" noChangeArrowheads="1"/>
          </p:cNvSpPr>
          <p:nvPr>
            <p:ph type="title"/>
          </p:nvPr>
        </p:nvSpPr>
        <p:spPr/>
        <p:txBody>
          <a:bodyPr/>
          <a:lstStyle/>
          <a:p>
            <a:r>
              <a:rPr lang="en-US" altLang="en-LK"/>
              <a:t>Example: Logger (cont)</a:t>
            </a:r>
          </a:p>
        </p:txBody>
      </p:sp>
      <p:sp>
        <p:nvSpPr>
          <p:cNvPr id="19460" name="Rectangle 3">
            <a:extLst>
              <a:ext uri="{FF2B5EF4-FFF2-40B4-BE49-F238E27FC236}">
                <a16:creationId xmlns:a16="http://schemas.microsoft.com/office/drawing/2014/main" id="{B10CC648-31C3-BB96-C2F2-A12D9DABDA07}"/>
              </a:ext>
            </a:extLst>
          </p:cNvPr>
          <p:cNvSpPr>
            <a:spLocks noGrp="1" noChangeArrowheads="1"/>
          </p:cNvSpPr>
          <p:nvPr>
            <p:ph type="body" idx="1"/>
          </p:nvPr>
        </p:nvSpPr>
        <p:spPr/>
        <p:txBody>
          <a:bodyPr/>
          <a:lstStyle/>
          <a:p>
            <a:r>
              <a:rPr lang="en-US" altLang="en-LK"/>
              <a:t>Since there is an external Shared Resource (“log.txt”), we want to closely control how we communicate with it.</a:t>
            </a:r>
          </a:p>
          <a:p>
            <a:endParaRPr lang="en-US" altLang="en-LK"/>
          </a:p>
          <a:p>
            <a:r>
              <a:rPr lang="en-US" altLang="en-LK"/>
              <a:t>We shouldn’t have to create the Logger class every time we want to access this Shared Resource.  Is there any reason to?</a:t>
            </a:r>
          </a:p>
          <a:p>
            <a:endParaRPr lang="en-US" altLang="en-LK"/>
          </a:p>
          <a:p>
            <a:r>
              <a:rPr lang="en-US" altLang="en-LK"/>
              <a:t>We need ONE.</a:t>
            </a:r>
          </a:p>
          <a:p>
            <a:endParaRPr lang="en-US" altLang="en-LK"/>
          </a:p>
          <a:p>
            <a:pPr lvl="1"/>
            <a:endParaRPr lang="en-US" altLang="en-LK"/>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CAAA8A6B-4F96-A517-7251-0452C3FA216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B2148AD-8BD2-484B-AB27-5F5AF3EC05C5}" type="slidenum">
              <a:rPr lang="en-US" altLang="en-LK">
                <a:latin typeface="Arial Black" panose="020B0604020202020204" pitchFamily="34" charset="0"/>
              </a:rPr>
              <a:pPr/>
              <a:t>18</a:t>
            </a:fld>
            <a:endParaRPr lang="en-US" altLang="en-LK">
              <a:latin typeface="Arial Black" panose="020B0604020202020204" pitchFamily="34" charset="0"/>
            </a:endParaRPr>
          </a:p>
        </p:txBody>
      </p:sp>
      <p:sp>
        <p:nvSpPr>
          <p:cNvPr id="20483" name="Slide Number Placeholder 4">
            <a:extLst>
              <a:ext uri="{FF2B5EF4-FFF2-40B4-BE49-F238E27FC236}">
                <a16:creationId xmlns:a16="http://schemas.microsoft.com/office/drawing/2014/main" id="{C88494B8-51E6-7D05-33B7-613AA7D91B4A}"/>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9ED0179-487D-DD4F-BEE5-E642916D2B41}" type="slidenum">
              <a:rPr lang="en-US" altLang="en-LK" sz="1000">
                <a:latin typeface="Arial Black" panose="020B0604020202020204" pitchFamily="34" charset="0"/>
              </a:rPr>
              <a:pPr algn="r" eaLnBrk="1" hangingPunct="1"/>
              <a:t>18</a:t>
            </a:fld>
            <a:endParaRPr lang="en-US" altLang="en-LK" sz="1000">
              <a:latin typeface="Arial Black" panose="020B0604020202020204" pitchFamily="34" charset="0"/>
            </a:endParaRPr>
          </a:p>
        </p:txBody>
      </p:sp>
      <p:sp>
        <p:nvSpPr>
          <p:cNvPr id="20484" name="Date Placeholder 5">
            <a:extLst>
              <a:ext uri="{FF2B5EF4-FFF2-40B4-BE49-F238E27FC236}">
                <a16:creationId xmlns:a16="http://schemas.microsoft.com/office/drawing/2014/main" id="{8498407A-244A-EAF8-7A30-8E30D6B07C0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FBFBE9E-93E2-5B4F-97C2-D37F1C34C941}" type="datetime1">
              <a:rPr lang="en-US" altLang="en-LK" smtClean="0"/>
              <a:pPr/>
              <a:t>10/1/25</a:t>
            </a:fld>
            <a:endParaRPr lang="en-US" altLang="en-LK"/>
          </a:p>
        </p:txBody>
      </p:sp>
      <p:sp>
        <p:nvSpPr>
          <p:cNvPr id="20485" name="Rectangle 2">
            <a:extLst>
              <a:ext uri="{FF2B5EF4-FFF2-40B4-BE49-F238E27FC236}">
                <a16:creationId xmlns:a16="http://schemas.microsoft.com/office/drawing/2014/main" id="{9C1BDFD9-BFBA-09EF-0810-B51D7CBC021C}"/>
              </a:ext>
            </a:extLst>
          </p:cNvPr>
          <p:cNvSpPr>
            <a:spLocks noGrp="1" noChangeArrowheads="1"/>
          </p:cNvSpPr>
          <p:nvPr>
            <p:ph type="title"/>
          </p:nvPr>
        </p:nvSpPr>
        <p:spPr/>
        <p:txBody>
          <a:bodyPr/>
          <a:lstStyle/>
          <a:p>
            <a:pPr eaLnBrk="1" hangingPunct="1"/>
            <a:r>
              <a:rPr lang="en-US" altLang="en-LK"/>
              <a:t>Singleton</a:t>
            </a:r>
          </a:p>
        </p:txBody>
      </p:sp>
      <p:sp>
        <p:nvSpPr>
          <p:cNvPr id="20486" name="Rectangle 3">
            <a:extLst>
              <a:ext uri="{FF2B5EF4-FFF2-40B4-BE49-F238E27FC236}">
                <a16:creationId xmlns:a16="http://schemas.microsoft.com/office/drawing/2014/main" id="{97D9AC08-413F-758E-BC0B-B0F7F16E8E25}"/>
              </a:ext>
            </a:extLst>
          </p:cNvPr>
          <p:cNvSpPr>
            <a:spLocks noGrp="1" noChangeArrowheads="1"/>
          </p:cNvSpPr>
          <p:nvPr>
            <p:ph type="body" idx="1"/>
          </p:nvPr>
        </p:nvSpPr>
        <p:spPr>
          <a:xfrm>
            <a:off x="381000" y="1143000"/>
            <a:ext cx="8229600" cy="5105400"/>
          </a:xfrm>
        </p:spPr>
        <p:txBody>
          <a:bodyPr/>
          <a:lstStyle/>
          <a:p>
            <a:pPr eaLnBrk="1" hangingPunct="1"/>
            <a:r>
              <a:rPr lang="en-US" altLang="en-LK"/>
              <a:t>GoF Definition: “The Singleton Pattern ensures a class has only </a:t>
            </a:r>
            <a:r>
              <a:rPr lang="en-US" altLang="en-LK" i="1" u="sng"/>
              <a:t>one instance</a:t>
            </a:r>
            <a:r>
              <a:rPr lang="en-US" altLang="en-LK"/>
              <a:t>, and provides a global point of access to it.”</a:t>
            </a:r>
          </a:p>
          <a:p>
            <a:pPr eaLnBrk="1" hangingPunct="1"/>
            <a:endParaRPr lang="en-US" altLang="en-LK"/>
          </a:p>
          <a:p>
            <a:r>
              <a:rPr lang="en-US" altLang="en-LK"/>
              <a:t>Best Uses</a:t>
            </a:r>
          </a:p>
          <a:p>
            <a:pPr lvl="1"/>
            <a:r>
              <a:rPr lang="en-US" altLang="en-LK"/>
              <a:t>Logging</a:t>
            </a:r>
          </a:p>
          <a:p>
            <a:pPr lvl="1"/>
            <a:r>
              <a:rPr lang="en-US" altLang="en-LK"/>
              <a:t>Caches</a:t>
            </a:r>
          </a:p>
          <a:p>
            <a:pPr lvl="1"/>
            <a:r>
              <a:rPr lang="en-US" altLang="en-LK"/>
              <a:t>Registry Settings</a:t>
            </a:r>
          </a:p>
          <a:p>
            <a:pPr lvl="1"/>
            <a:r>
              <a:rPr lang="en-US" altLang="en-LK"/>
              <a:t>Access External Resources </a:t>
            </a:r>
          </a:p>
          <a:p>
            <a:pPr lvl="2"/>
            <a:r>
              <a:rPr lang="en-US" altLang="en-LK" sz="1600"/>
              <a:t>Printer</a:t>
            </a:r>
          </a:p>
          <a:p>
            <a:pPr lvl="2"/>
            <a:r>
              <a:rPr lang="en-US" altLang="en-LK" sz="1600"/>
              <a:t>Device Driver</a:t>
            </a:r>
          </a:p>
          <a:p>
            <a:pPr lvl="2"/>
            <a:r>
              <a:rPr lang="en-US" altLang="en-LK" sz="1600"/>
              <a:t>Database</a:t>
            </a:r>
          </a:p>
          <a:p>
            <a:pPr eaLnBrk="1" hangingPunct="1">
              <a:buFont typeface="Wingdings" pitchFamily="2" charset="2"/>
              <a:buNone/>
            </a:pPr>
            <a:endParaRPr lang="en-US" altLang="en-LK"/>
          </a:p>
          <a:p>
            <a:pPr eaLnBrk="1" hangingPunct="1">
              <a:buFont typeface="Wingdings" pitchFamily="2" charset="2"/>
              <a:buNone/>
            </a:pPr>
            <a:endParaRPr lang="en-US" altLang="en-LK"/>
          </a:p>
          <a:p>
            <a:pPr lvl="1" eaLnBrk="1" hangingPunct="1"/>
            <a:endParaRPr lang="en-US" altLang="en-LK"/>
          </a:p>
        </p:txBody>
      </p:sp>
      <p:pic>
        <p:nvPicPr>
          <p:cNvPr id="20487" name="Picture 7" descr="highlander">
            <a:extLst>
              <a:ext uri="{FF2B5EF4-FFF2-40B4-BE49-F238E27FC236}">
                <a16:creationId xmlns:a16="http://schemas.microsoft.com/office/drawing/2014/main" id="{F8284E49-1DFA-E701-2BE2-94D76D6A78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331" r="16376"/>
          <a:stretch>
            <a:fillRect/>
          </a:stretch>
        </p:blipFill>
        <p:spPr bwMode="auto">
          <a:xfrm>
            <a:off x="4572000" y="2667000"/>
            <a:ext cx="335280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AA8954A8-FC62-6E13-A956-B6B2F2D666AC}"/>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8BEC79-F43C-8040-80BC-A49A85955CDE}" type="slidenum">
              <a:rPr lang="en-US" altLang="en-LK">
                <a:latin typeface="Arial Black" panose="020B0604020202020204" pitchFamily="34" charset="0"/>
              </a:rPr>
              <a:pPr/>
              <a:t>19</a:t>
            </a:fld>
            <a:endParaRPr lang="en-US" altLang="en-LK">
              <a:latin typeface="Arial Black" panose="020B0604020202020204" pitchFamily="34" charset="0"/>
            </a:endParaRPr>
          </a:p>
        </p:txBody>
      </p:sp>
      <p:sp>
        <p:nvSpPr>
          <p:cNvPr id="21507" name="Slide Number Placeholder 4">
            <a:extLst>
              <a:ext uri="{FF2B5EF4-FFF2-40B4-BE49-F238E27FC236}">
                <a16:creationId xmlns:a16="http://schemas.microsoft.com/office/drawing/2014/main" id="{622265AC-83F5-1B75-A3B7-41D9065C96F7}"/>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5C15C4C-2FE9-7843-9F98-D8C2FE789927}" type="slidenum">
              <a:rPr lang="en-US" altLang="en-LK" sz="1000">
                <a:latin typeface="Arial Black" panose="020B0604020202020204" pitchFamily="34" charset="0"/>
              </a:rPr>
              <a:pPr algn="r" eaLnBrk="1" hangingPunct="1"/>
              <a:t>19</a:t>
            </a:fld>
            <a:endParaRPr lang="en-US" altLang="en-LK" sz="1000">
              <a:latin typeface="Arial Black" panose="020B0604020202020204" pitchFamily="34" charset="0"/>
            </a:endParaRPr>
          </a:p>
        </p:txBody>
      </p:sp>
      <p:sp>
        <p:nvSpPr>
          <p:cNvPr id="21508" name="Date Placeholder 5">
            <a:extLst>
              <a:ext uri="{FF2B5EF4-FFF2-40B4-BE49-F238E27FC236}">
                <a16:creationId xmlns:a16="http://schemas.microsoft.com/office/drawing/2014/main" id="{DDF2659C-0933-529B-7EBB-417D76CC669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55FC5ED-576D-DF4C-8D12-FCC6CEEB3A71}" type="datetime1">
              <a:rPr lang="en-US" altLang="en-LK" smtClean="0"/>
              <a:pPr/>
              <a:t>10/1/25</a:t>
            </a:fld>
            <a:endParaRPr lang="en-US" altLang="en-LK"/>
          </a:p>
        </p:txBody>
      </p:sp>
      <p:sp>
        <p:nvSpPr>
          <p:cNvPr id="21509" name="Rectangle 2">
            <a:extLst>
              <a:ext uri="{FF2B5EF4-FFF2-40B4-BE49-F238E27FC236}">
                <a16:creationId xmlns:a16="http://schemas.microsoft.com/office/drawing/2014/main" id="{077DC553-F668-253D-17C6-0FEFE9CD9EC8}"/>
              </a:ext>
            </a:extLst>
          </p:cNvPr>
          <p:cNvSpPr>
            <a:spLocks noGrp="1" noChangeArrowheads="1"/>
          </p:cNvSpPr>
          <p:nvPr>
            <p:ph type="title"/>
          </p:nvPr>
        </p:nvSpPr>
        <p:spPr/>
        <p:txBody>
          <a:bodyPr/>
          <a:lstStyle/>
          <a:p>
            <a:pPr eaLnBrk="1" hangingPunct="1"/>
            <a:r>
              <a:rPr lang="en-US" altLang="en-LK"/>
              <a:t>Logger – as a Singleton</a:t>
            </a:r>
          </a:p>
        </p:txBody>
      </p:sp>
      <p:sp>
        <p:nvSpPr>
          <p:cNvPr id="21510" name="Rectangle 3">
            <a:extLst>
              <a:ext uri="{FF2B5EF4-FFF2-40B4-BE49-F238E27FC236}">
                <a16:creationId xmlns:a16="http://schemas.microsoft.com/office/drawing/2014/main" id="{E31507F0-7D8E-4456-696B-3441F740B018}"/>
              </a:ext>
            </a:extLst>
          </p:cNvPr>
          <p:cNvSpPr>
            <a:spLocks noGrp="1" noChangeArrowheads="1"/>
          </p:cNvSpPr>
          <p:nvPr>
            <p:ph type="body" idx="1"/>
          </p:nvPr>
        </p:nvSpPr>
        <p:spPr>
          <a:xfrm>
            <a:off x="457200" y="1143000"/>
            <a:ext cx="6934200" cy="5105400"/>
          </a:xfrm>
        </p:spPr>
        <p:txBody>
          <a:bodyPr/>
          <a:lstStyle/>
          <a:p>
            <a:pPr eaLnBrk="1" hangingPunct="1">
              <a:lnSpc>
                <a:spcPct val="80000"/>
              </a:lnSpc>
              <a:buFont typeface="Wingdings" pitchFamily="2" charset="2"/>
              <a:buNone/>
            </a:pPr>
            <a:endParaRPr lang="en-US" altLang="en-LK" sz="1800">
              <a:latin typeface="Courier New" panose="02070309020205020404" pitchFamily="49" charset="0"/>
            </a:endParaRPr>
          </a:p>
          <a:p>
            <a:pPr eaLnBrk="1" hangingPunct="1">
              <a:lnSpc>
                <a:spcPct val="80000"/>
              </a:lnSpc>
              <a:buFont typeface="Wingdings" pitchFamily="2" charset="2"/>
              <a:buNone/>
            </a:pPr>
            <a:r>
              <a:rPr lang="en-US" altLang="en-LK" sz="1800">
                <a:latin typeface="Courier New" panose="02070309020205020404" pitchFamily="49" charset="0"/>
              </a:rPr>
              <a:t>public class Logger</a:t>
            </a:r>
          </a:p>
          <a:p>
            <a:pPr eaLnBrk="1" hangingPunct="1">
              <a:lnSpc>
                <a:spcPct val="80000"/>
              </a:lnSpc>
              <a:buFont typeface="Wingdings" pitchFamily="2" charset="2"/>
              <a:buNone/>
            </a:pPr>
            <a:r>
              <a:rPr lang="en-US" altLang="en-LK" sz="1800">
                <a:latin typeface="Courier New" panose="02070309020205020404" pitchFamily="49" charset="0"/>
              </a:rPr>
              <a:t>{</a:t>
            </a:r>
          </a:p>
          <a:p>
            <a:pPr eaLnBrk="1" hangingPunct="1">
              <a:lnSpc>
                <a:spcPct val="80000"/>
              </a:lnSpc>
              <a:buFont typeface="Wingdings" pitchFamily="2" charset="2"/>
              <a:buNone/>
            </a:pPr>
            <a:r>
              <a:rPr lang="en-US" altLang="en-LK" sz="1800">
                <a:latin typeface="Courier New" panose="02070309020205020404" pitchFamily="49" charset="0"/>
              </a:rPr>
              <a:t>   </a:t>
            </a:r>
            <a:r>
              <a:rPr lang="en-US" altLang="en-LK" sz="1800" b="1">
                <a:solidFill>
                  <a:srgbClr val="FF0000"/>
                </a:solidFill>
                <a:latin typeface="Courier New" panose="02070309020205020404" pitchFamily="49" charset="0"/>
              </a:rPr>
              <a:t>private</a:t>
            </a:r>
            <a:r>
              <a:rPr lang="en-US" altLang="en-LK" sz="1800">
                <a:latin typeface="Courier New" panose="02070309020205020404" pitchFamily="49" charset="0"/>
              </a:rPr>
              <a:t> Logger{}</a:t>
            </a:r>
          </a:p>
          <a:p>
            <a:pPr eaLnBrk="1" hangingPunct="1">
              <a:lnSpc>
                <a:spcPct val="80000"/>
              </a:lnSpc>
              <a:buFont typeface="Wingdings" pitchFamily="2" charset="2"/>
              <a:buNone/>
            </a:pPr>
            <a:endParaRPr lang="en-US" altLang="en-LK" sz="1800">
              <a:latin typeface="Courier New" panose="02070309020205020404" pitchFamily="49" charset="0"/>
            </a:endParaRPr>
          </a:p>
          <a:p>
            <a:pPr eaLnBrk="1" hangingPunct="1">
              <a:lnSpc>
                <a:spcPct val="80000"/>
              </a:lnSpc>
              <a:buFont typeface="Wingdings" pitchFamily="2" charset="2"/>
              <a:buNone/>
            </a:pPr>
            <a:r>
              <a:rPr lang="en-US" altLang="en-LK" sz="1800">
                <a:latin typeface="Courier New" panose="02070309020205020404" pitchFamily="49" charset="0"/>
              </a:rPr>
              <a:t>	 private </a:t>
            </a:r>
            <a:r>
              <a:rPr lang="en-US" altLang="en-LK" sz="1800" b="1">
                <a:solidFill>
                  <a:srgbClr val="FF0000"/>
                </a:solidFill>
                <a:latin typeface="Courier New" panose="02070309020205020404" pitchFamily="49" charset="0"/>
              </a:rPr>
              <a:t>static</a:t>
            </a:r>
            <a:r>
              <a:rPr lang="en-US" altLang="en-LK" sz="1800">
                <a:latin typeface="Courier New" panose="02070309020205020404" pitchFamily="49" charset="0"/>
              </a:rPr>
              <a:t> Logger uniqueInstance;</a:t>
            </a:r>
          </a:p>
          <a:p>
            <a:pPr eaLnBrk="1" hangingPunct="1">
              <a:lnSpc>
                <a:spcPct val="80000"/>
              </a:lnSpc>
              <a:buFont typeface="Wingdings" pitchFamily="2" charset="2"/>
              <a:buNone/>
            </a:pPr>
            <a:endParaRPr lang="en-US" altLang="en-LK" sz="1800">
              <a:latin typeface="Courier New" panose="02070309020205020404" pitchFamily="49" charset="0"/>
            </a:endParaRPr>
          </a:p>
          <a:p>
            <a:pPr eaLnBrk="1" hangingPunct="1">
              <a:lnSpc>
                <a:spcPct val="80000"/>
              </a:lnSpc>
              <a:buFont typeface="Wingdings" pitchFamily="2" charset="2"/>
              <a:buNone/>
            </a:pPr>
            <a:r>
              <a:rPr lang="en-US" altLang="en-LK" sz="1800">
                <a:latin typeface="Courier New" panose="02070309020205020404" pitchFamily="49" charset="0"/>
              </a:rPr>
              <a:t>   public </a:t>
            </a:r>
            <a:r>
              <a:rPr lang="en-US" altLang="en-LK" sz="1800" b="1">
                <a:solidFill>
                  <a:srgbClr val="FF0000"/>
                </a:solidFill>
                <a:latin typeface="Courier New" panose="02070309020205020404" pitchFamily="49" charset="0"/>
              </a:rPr>
              <a:t>static</a:t>
            </a:r>
            <a:r>
              <a:rPr lang="en-US" altLang="en-LK" sz="1800">
                <a:latin typeface="Courier New" panose="02070309020205020404" pitchFamily="49" charset="0"/>
              </a:rPr>
              <a:t> Logger getInstance()</a:t>
            </a:r>
          </a:p>
          <a:p>
            <a:pPr eaLnBrk="1" hangingPunct="1">
              <a:lnSpc>
                <a:spcPct val="80000"/>
              </a:lnSpc>
              <a:buFont typeface="Wingdings" pitchFamily="2" charset="2"/>
              <a:buNone/>
            </a:pPr>
            <a:r>
              <a:rPr lang="en-US" altLang="en-LK" sz="1800">
                <a:latin typeface="Courier New" panose="02070309020205020404" pitchFamily="49" charset="0"/>
              </a:rPr>
              <a:t>   {</a:t>
            </a:r>
          </a:p>
          <a:p>
            <a:pPr eaLnBrk="1" hangingPunct="1">
              <a:lnSpc>
                <a:spcPct val="80000"/>
              </a:lnSpc>
              <a:buFont typeface="Wingdings" pitchFamily="2" charset="2"/>
              <a:buNone/>
            </a:pPr>
            <a:endParaRPr lang="en-US" altLang="en-LK" sz="1800">
              <a:latin typeface="Courier New" panose="02070309020205020404" pitchFamily="49" charset="0"/>
            </a:endParaRPr>
          </a:p>
          <a:p>
            <a:pPr eaLnBrk="1" hangingPunct="1">
              <a:lnSpc>
                <a:spcPct val="80000"/>
              </a:lnSpc>
              <a:buFont typeface="Wingdings" pitchFamily="2" charset="2"/>
              <a:buNone/>
            </a:pPr>
            <a:r>
              <a:rPr lang="en-US" altLang="en-LK" sz="1800">
                <a:latin typeface="Courier New" panose="02070309020205020404" pitchFamily="49" charset="0"/>
              </a:rPr>
              <a:t>     if (uniqueInstance == null)</a:t>
            </a:r>
          </a:p>
          <a:p>
            <a:pPr eaLnBrk="1" hangingPunct="1">
              <a:lnSpc>
                <a:spcPct val="80000"/>
              </a:lnSpc>
              <a:buFont typeface="Wingdings" pitchFamily="2" charset="2"/>
              <a:buNone/>
            </a:pPr>
            <a:r>
              <a:rPr lang="en-US" altLang="en-LK" sz="1800">
                <a:latin typeface="Courier New" panose="02070309020205020404" pitchFamily="49" charset="0"/>
              </a:rPr>
              <a:t>            uniqueInstance = new Logger();</a:t>
            </a:r>
          </a:p>
          <a:p>
            <a:pPr eaLnBrk="1" hangingPunct="1">
              <a:lnSpc>
                <a:spcPct val="80000"/>
              </a:lnSpc>
              <a:buFont typeface="Wingdings" pitchFamily="2" charset="2"/>
              <a:buNone/>
            </a:pPr>
            <a:endParaRPr lang="en-US" altLang="en-LK" sz="1800">
              <a:latin typeface="Courier New" panose="02070309020205020404" pitchFamily="49" charset="0"/>
            </a:endParaRPr>
          </a:p>
          <a:p>
            <a:pPr eaLnBrk="1" hangingPunct="1">
              <a:lnSpc>
                <a:spcPct val="80000"/>
              </a:lnSpc>
              <a:buFont typeface="Wingdings" pitchFamily="2" charset="2"/>
              <a:buNone/>
            </a:pPr>
            <a:r>
              <a:rPr lang="en-US" altLang="en-LK" sz="1800">
                <a:latin typeface="Courier New" panose="02070309020205020404" pitchFamily="49" charset="0"/>
              </a:rPr>
              <a:t>         return uniqueInstance;</a:t>
            </a:r>
          </a:p>
          <a:p>
            <a:pPr eaLnBrk="1" hangingPunct="1">
              <a:lnSpc>
                <a:spcPct val="80000"/>
              </a:lnSpc>
              <a:buFont typeface="Wingdings" pitchFamily="2" charset="2"/>
              <a:buNone/>
            </a:pPr>
            <a:endParaRPr lang="en-US" altLang="en-LK" sz="1800">
              <a:latin typeface="Courier New" panose="02070309020205020404" pitchFamily="49" charset="0"/>
            </a:endParaRPr>
          </a:p>
          <a:p>
            <a:pPr eaLnBrk="1" hangingPunct="1">
              <a:lnSpc>
                <a:spcPct val="80000"/>
              </a:lnSpc>
              <a:buFont typeface="Wingdings" pitchFamily="2" charset="2"/>
              <a:buNone/>
            </a:pPr>
            <a:r>
              <a:rPr lang="en-US" altLang="en-LK" sz="1800">
                <a:latin typeface="Courier New" panose="02070309020205020404" pitchFamily="49" charset="0"/>
              </a:rPr>
              <a:t>   }</a:t>
            </a:r>
          </a:p>
          <a:p>
            <a:pPr eaLnBrk="1" hangingPunct="1">
              <a:lnSpc>
                <a:spcPct val="80000"/>
              </a:lnSpc>
              <a:buFont typeface="Wingdings" pitchFamily="2" charset="2"/>
              <a:buNone/>
            </a:pPr>
            <a:r>
              <a:rPr lang="en-US" altLang="en-LK" sz="1800">
                <a:latin typeface="Courier New" panose="02070309020205020404" pitchFamily="49" charset="0"/>
              </a:rPr>
              <a:t>}</a:t>
            </a:r>
          </a:p>
        </p:txBody>
      </p:sp>
      <p:cxnSp>
        <p:nvCxnSpPr>
          <p:cNvPr id="21511" name="Straight Arrow Connector 14">
            <a:extLst>
              <a:ext uri="{FF2B5EF4-FFF2-40B4-BE49-F238E27FC236}">
                <a16:creationId xmlns:a16="http://schemas.microsoft.com/office/drawing/2014/main" id="{EB344418-7FB0-EB87-4D5A-C658F29F23A6}"/>
              </a:ext>
            </a:extLst>
          </p:cNvPr>
          <p:cNvCxnSpPr>
            <a:cxnSpLocks noChangeShapeType="1"/>
          </p:cNvCxnSpPr>
          <p:nvPr/>
        </p:nvCxnSpPr>
        <p:spPr bwMode="auto">
          <a:xfrm rot="10800000">
            <a:off x="5334000" y="4572000"/>
            <a:ext cx="1295400" cy="1066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1512" name="TextBox 16">
            <a:extLst>
              <a:ext uri="{FF2B5EF4-FFF2-40B4-BE49-F238E27FC236}">
                <a16:creationId xmlns:a16="http://schemas.microsoft.com/office/drawing/2014/main" id="{2CC8641C-8E01-AAD0-6DF1-B77624680392}"/>
              </a:ext>
            </a:extLst>
          </p:cNvPr>
          <p:cNvSpPr txBox="1">
            <a:spLocks noChangeArrowheads="1"/>
          </p:cNvSpPr>
          <p:nvPr/>
        </p:nvSpPr>
        <p:spPr bwMode="auto">
          <a:xfrm>
            <a:off x="6705600" y="5410200"/>
            <a:ext cx="2057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Note the parameterless constructor</a:t>
            </a:r>
          </a:p>
        </p:txBody>
      </p:sp>
      <p:sp>
        <p:nvSpPr>
          <p:cNvPr id="21513" name="Text Box 15">
            <a:extLst>
              <a:ext uri="{FF2B5EF4-FFF2-40B4-BE49-F238E27FC236}">
                <a16:creationId xmlns:a16="http://schemas.microsoft.com/office/drawing/2014/main" id="{46C378CB-6FC0-4E4F-A57D-CD04385154EB}"/>
              </a:ext>
            </a:extLst>
          </p:cNvPr>
          <p:cNvSpPr txBox="1">
            <a:spLocks noChangeArrowheads="1"/>
          </p:cNvSpPr>
          <p:nvPr/>
        </p:nvSpPr>
        <p:spPr bwMode="auto">
          <a:xfrm>
            <a:off x="6781800" y="1447800"/>
            <a:ext cx="18288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LK"/>
              <a:t>See pg 173 in book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7C6B87D5-0D8C-D8D0-DBE7-593EE2EDF52F}"/>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43D048-A74F-8445-8CE6-707501F8DBD5}" type="slidenum">
              <a:rPr lang="en-US" altLang="en-LK">
                <a:latin typeface="Arial Black" panose="020B0604020202020204" pitchFamily="34" charset="0"/>
              </a:rPr>
              <a:pPr/>
              <a:t>20</a:t>
            </a:fld>
            <a:endParaRPr lang="en-US" altLang="en-LK">
              <a:latin typeface="Arial Black" panose="020B0604020202020204" pitchFamily="34" charset="0"/>
            </a:endParaRPr>
          </a:p>
        </p:txBody>
      </p:sp>
      <p:sp>
        <p:nvSpPr>
          <p:cNvPr id="22531" name="Title 1">
            <a:extLst>
              <a:ext uri="{FF2B5EF4-FFF2-40B4-BE49-F238E27FC236}">
                <a16:creationId xmlns:a16="http://schemas.microsoft.com/office/drawing/2014/main" id="{FDE85F63-E32D-43D0-EAB2-81DACDA75813}"/>
              </a:ext>
            </a:extLst>
          </p:cNvPr>
          <p:cNvSpPr>
            <a:spLocks noGrp="1"/>
          </p:cNvSpPr>
          <p:nvPr>
            <p:ph type="title"/>
          </p:nvPr>
        </p:nvSpPr>
        <p:spPr/>
        <p:txBody>
          <a:bodyPr/>
          <a:lstStyle/>
          <a:p>
            <a:r>
              <a:rPr lang="en-US" altLang="en-LK"/>
              <a:t>Lazy Instantiation</a:t>
            </a:r>
          </a:p>
        </p:txBody>
      </p:sp>
      <p:sp>
        <p:nvSpPr>
          <p:cNvPr id="22532" name="Content Placeholder 2">
            <a:extLst>
              <a:ext uri="{FF2B5EF4-FFF2-40B4-BE49-F238E27FC236}">
                <a16:creationId xmlns:a16="http://schemas.microsoft.com/office/drawing/2014/main" id="{B565EBC7-51DA-2760-B376-ADA22B0F1078}"/>
              </a:ext>
            </a:extLst>
          </p:cNvPr>
          <p:cNvSpPr>
            <a:spLocks noGrp="1"/>
          </p:cNvSpPr>
          <p:nvPr>
            <p:ph idx="1"/>
          </p:nvPr>
        </p:nvSpPr>
        <p:spPr>
          <a:xfrm>
            <a:off x="533400" y="1219200"/>
            <a:ext cx="8229600" cy="2971800"/>
          </a:xfrm>
        </p:spPr>
        <p:txBody>
          <a:bodyPr/>
          <a:lstStyle/>
          <a:p>
            <a:r>
              <a:rPr lang="en-US" altLang="en-LK"/>
              <a:t>Objects are only created when it is needed</a:t>
            </a:r>
          </a:p>
          <a:p>
            <a:endParaRPr lang="en-US" altLang="en-LK"/>
          </a:p>
          <a:p>
            <a:r>
              <a:rPr lang="en-US" altLang="en-LK"/>
              <a:t>Helps control that we’ve created the Singleton just once.</a:t>
            </a:r>
          </a:p>
          <a:p>
            <a:endParaRPr lang="en-US" altLang="en-LK"/>
          </a:p>
          <a:p>
            <a:r>
              <a:rPr lang="en-US" altLang="en-LK"/>
              <a:t>If it is resource intensive to set up, we want to do it once. </a:t>
            </a:r>
          </a:p>
          <a:p>
            <a:pPr lvl="1"/>
            <a:endParaRPr lang="en-US" altLang="en-LK"/>
          </a:p>
          <a:p>
            <a:pPr>
              <a:buFont typeface="Wingdings" pitchFamily="2" charset="2"/>
              <a:buNone/>
            </a:pPr>
            <a:endParaRPr lang="en-US" altLang="en-LK"/>
          </a:p>
          <a:p>
            <a:pPr>
              <a:buFont typeface="Wingdings" pitchFamily="2" charset="2"/>
              <a:buNone/>
            </a:pPr>
            <a:endParaRPr lang="en-US" altLang="en-LK"/>
          </a:p>
        </p:txBody>
      </p:sp>
      <p:sp>
        <p:nvSpPr>
          <p:cNvPr id="22533" name="Slide Number Placeholder 3">
            <a:extLst>
              <a:ext uri="{FF2B5EF4-FFF2-40B4-BE49-F238E27FC236}">
                <a16:creationId xmlns:a16="http://schemas.microsoft.com/office/drawing/2014/main" id="{0AA38F36-A829-3112-7415-2CBC6DBA636E}"/>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7756963-B4F4-A347-B73A-244C2206BB14}" type="slidenum">
              <a:rPr lang="en-US" altLang="en-LK" sz="1000">
                <a:latin typeface="Arial Black" panose="020B0604020202020204" pitchFamily="34" charset="0"/>
              </a:rPr>
              <a:pPr algn="r" eaLnBrk="1" hangingPunct="1"/>
              <a:t>20</a:t>
            </a:fld>
            <a:endParaRPr lang="en-US" altLang="en-LK" sz="1000">
              <a:latin typeface="Arial Black" panose="020B0604020202020204" pitchFamily="34" charset="0"/>
            </a:endParaRPr>
          </a:p>
        </p:txBody>
      </p:sp>
      <p:sp>
        <p:nvSpPr>
          <p:cNvPr id="22534" name="Date Placeholder 4">
            <a:extLst>
              <a:ext uri="{FF2B5EF4-FFF2-40B4-BE49-F238E27FC236}">
                <a16:creationId xmlns:a16="http://schemas.microsoft.com/office/drawing/2014/main" id="{7E587040-714B-F571-6FBE-AA0DA519677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5BE6EB-677E-244F-9F65-6C529B76E552}" type="datetime1">
              <a:rPr lang="en-US" altLang="en-LK" smtClean="0"/>
              <a:pPr/>
              <a:t>10/1/25</a:t>
            </a:fld>
            <a:endParaRPr lang="en-US" altLang="en-LK"/>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510B1023-EC10-1E7C-CE60-B6341688C402}"/>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055A9D4-6245-7A49-BD79-2DF1607C94B0}" type="slidenum">
              <a:rPr lang="en-US" altLang="en-LK">
                <a:latin typeface="Arial Black" panose="020B0604020202020204" pitchFamily="34" charset="0"/>
              </a:rPr>
              <a:pPr/>
              <a:t>21</a:t>
            </a:fld>
            <a:endParaRPr lang="en-US" altLang="en-LK">
              <a:latin typeface="Arial Black" panose="020B0604020202020204" pitchFamily="34" charset="0"/>
            </a:endParaRPr>
          </a:p>
        </p:txBody>
      </p:sp>
      <p:sp>
        <p:nvSpPr>
          <p:cNvPr id="23555" name="Rectangle 2">
            <a:extLst>
              <a:ext uri="{FF2B5EF4-FFF2-40B4-BE49-F238E27FC236}">
                <a16:creationId xmlns:a16="http://schemas.microsoft.com/office/drawing/2014/main" id="{8ECAB3EB-12C9-35B3-0E9D-0550E26FC186}"/>
              </a:ext>
            </a:extLst>
          </p:cNvPr>
          <p:cNvSpPr>
            <a:spLocks noGrp="1" noChangeArrowheads="1"/>
          </p:cNvSpPr>
          <p:nvPr>
            <p:ph type="title"/>
          </p:nvPr>
        </p:nvSpPr>
        <p:spPr/>
        <p:txBody>
          <a:bodyPr/>
          <a:lstStyle/>
          <a:p>
            <a:r>
              <a:rPr lang="en-US" altLang="en-LK"/>
              <a:t>Singleton vs. Static Variables</a:t>
            </a:r>
          </a:p>
        </p:txBody>
      </p:sp>
      <p:sp>
        <p:nvSpPr>
          <p:cNvPr id="23556" name="Rectangle 3">
            <a:extLst>
              <a:ext uri="{FF2B5EF4-FFF2-40B4-BE49-F238E27FC236}">
                <a16:creationId xmlns:a16="http://schemas.microsoft.com/office/drawing/2014/main" id="{6842385A-39A1-635C-5323-360605B23319}"/>
              </a:ext>
            </a:extLst>
          </p:cNvPr>
          <p:cNvSpPr>
            <a:spLocks noGrp="1" noChangeArrowheads="1"/>
          </p:cNvSpPr>
          <p:nvPr>
            <p:ph type="body" idx="1"/>
          </p:nvPr>
        </p:nvSpPr>
        <p:spPr/>
        <p:txBody>
          <a:bodyPr/>
          <a:lstStyle/>
          <a:p>
            <a:r>
              <a:rPr lang="en-US" altLang="en-LK" sz="2000"/>
              <a:t>What if we had </a:t>
            </a:r>
            <a:r>
              <a:rPr lang="en-US" altLang="en-LK" sz="2000" b="1" i="1">
                <a:solidFill>
                  <a:srgbClr val="FF0000"/>
                </a:solidFill>
              </a:rPr>
              <a:t>not</a:t>
            </a:r>
            <a:r>
              <a:rPr lang="en-US" altLang="en-LK" sz="2000"/>
              <a:t> created a Singleton for the Logger class?? </a:t>
            </a:r>
          </a:p>
          <a:p>
            <a:endParaRPr lang="en-US" altLang="en-LK" sz="2000"/>
          </a:p>
          <a:p>
            <a:r>
              <a:rPr lang="en-US" altLang="en-LK" sz="2000"/>
              <a:t>Let’s pretend the Logger() constructor did a lot of setup.</a:t>
            </a:r>
          </a:p>
          <a:p>
            <a:pPr>
              <a:buFont typeface="Wingdings" pitchFamily="2" charset="2"/>
              <a:buNone/>
            </a:pPr>
            <a:r>
              <a:rPr lang="en-US" altLang="en-LK" sz="2000"/>
              <a:t>In our main program file, we had this code:</a:t>
            </a:r>
          </a:p>
          <a:p>
            <a:pPr>
              <a:buFont typeface="Wingdings" pitchFamily="2" charset="2"/>
              <a:buNone/>
            </a:pPr>
            <a:endParaRPr lang="en-US" altLang="en-LK" sz="2000"/>
          </a:p>
          <a:p>
            <a:pPr lvl="1">
              <a:buFont typeface="Wingdings" pitchFamily="2" charset="2"/>
              <a:buNone/>
            </a:pPr>
            <a:r>
              <a:rPr lang="en-US" altLang="en-LK" sz="1600" noProof="1">
                <a:latin typeface="Courier New" panose="02070309020205020404" pitchFamily="49" charset="0"/>
              </a:rPr>
              <a:t>public static Logger MyGlobalLogger = new Logger();</a:t>
            </a:r>
            <a:endParaRPr lang="en-US" altLang="en-LK" sz="1600">
              <a:latin typeface="Courier New" panose="02070309020205020404" pitchFamily="49" charset="0"/>
            </a:endParaRPr>
          </a:p>
          <a:p>
            <a:endParaRPr lang="en-US" altLang="en-LK" sz="2000"/>
          </a:p>
          <a:p>
            <a:pPr>
              <a:buFont typeface="Wingdings" pitchFamily="2" charset="2"/>
              <a:buNone/>
            </a:pPr>
            <a:endParaRPr lang="en-US" altLang="en-LK" sz="2000"/>
          </a:p>
          <a:p>
            <a:pPr>
              <a:buFont typeface="Wingdings" pitchFamily="2" charset="2"/>
              <a:buNone/>
            </a:pPr>
            <a:endParaRPr lang="en-US" altLang="en-LK" sz="2000"/>
          </a:p>
          <a:p>
            <a:r>
              <a:rPr lang="en-US" altLang="en-LK" sz="2000"/>
              <a:t>All of the Logger setup will occur regardless if we ever need to log or not.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9262D09F-859D-7B0A-E3D4-A87110F639F1}"/>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FF74BDF-0EF0-D94A-8C72-2823E6D87FC4}" type="slidenum">
              <a:rPr lang="en-US" altLang="en-LK">
                <a:latin typeface="Arial Black" panose="020B0604020202020204" pitchFamily="34" charset="0"/>
              </a:rPr>
              <a:pPr/>
              <a:t>22</a:t>
            </a:fld>
            <a:endParaRPr lang="en-US" altLang="en-LK">
              <a:latin typeface="Arial Black" panose="020B0604020202020204" pitchFamily="34" charset="0"/>
            </a:endParaRPr>
          </a:p>
        </p:txBody>
      </p:sp>
      <p:sp>
        <p:nvSpPr>
          <p:cNvPr id="24579" name="Title 1">
            <a:extLst>
              <a:ext uri="{FF2B5EF4-FFF2-40B4-BE49-F238E27FC236}">
                <a16:creationId xmlns:a16="http://schemas.microsoft.com/office/drawing/2014/main" id="{A3C580A6-F1E2-AF57-4671-3E7F70FC7339}"/>
              </a:ext>
            </a:extLst>
          </p:cNvPr>
          <p:cNvSpPr>
            <a:spLocks noGrp="1"/>
          </p:cNvSpPr>
          <p:nvPr>
            <p:ph type="title"/>
          </p:nvPr>
        </p:nvSpPr>
        <p:spPr/>
        <p:txBody>
          <a:bodyPr/>
          <a:lstStyle/>
          <a:p>
            <a:r>
              <a:rPr lang="en-US" altLang="en-LK"/>
              <a:t>Threading</a:t>
            </a:r>
          </a:p>
        </p:txBody>
      </p:sp>
      <p:sp>
        <p:nvSpPr>
          <p:cNvPr id="24580" name="Content Placeholder 2">
            <a:extLst>
              <a:ext uri="{FF2B5EF4-FFF2-40B4-BE49-F238E27FC236}">
                <a16:creationId xmlns:a16="http://schemas.microsoft.com/office/drawing/2014/main" id="{6A19FFF4-13DA-8483-776C-DB0E1967DBAA}"/>
              </a:ext>
            </a:extLst>
          </p:cNvPr>
          <p:cNvSpPr>
            <a:spLocks noGrp="1"/>
          </p:cNvSpPr>
          <p:nvPr>
            <p:ph idx="1"/>
          </p:nvPr>
        </p:nvSpPr>
        <p:spPr>
          <a:xfrm>
            <a:off x="457200" y="1371600"/>
            <a:ext cx="6019800" cy="4953000"/>
          </a:xfrm>
        </p:spPr>
        <p:txBody>
          <a:bodyPr/>
          <a:lstStyle/>
          <a:p>
            <a:pPr>
              <a:buFont typeface="Wingdings" pitchFamily="2" charset="2"/>
              <a:buNone/>
            </a:pPr>
            <a:r>
              <a:rPr lang="en-US" altLang="en-LK" sz="1600">
                <a:latin typeface="Courier New" panose="02070309020205020404" pitchFamily="49" charset="0"/>
                <a:cs typeface="Courier New" panose="02070309020205020404" pitchFamily="49" charset="0"/>
              </a:rPr>
              <a:t>public class Singleton</a:t>
            </a:r>
          </a:p>
          <a:p>
            <a:pPr>
              <a:buFont typeface="Wingdings" pitchFamily="2" charset="2"/>
              <a:buNone/>
            </a:pPr>
            <a:r>
              <a:rPr lang="en-US" altLang="en-LK" sz="1600">
                <a:latin typeface="Courier New" panose="02070309020205020404" pitchFamily="49" charset="0"/>
                <a:cs typeface="Courier New" panose="02070309020205020404" pitchFamily="49" charset="0"/>
              </a:rPr>
              <a:t>{</a:t>
            </a:r>
          </a:p>
          <a:p>
            <a:pPr>
              <a:buFont typeface="Wingdings" pitchFamily="2" charset="2"/>
              <a:buNone/>
            </a:pPr>
            <a:r>
              <a:rPr lang="en-US" altLang="en-LK" sz="1600">
                <a:latin typeface="Courier New" panose="02070309020205020404" pitchFamily="49" charset="0"/>
                <a:cs typeface="Courier New" panose="02070309020205020404" pitchFamily="49" charset="0"/>
              </a:rPr>
              <a:t>   private Singleton()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private static Singleton uniqueInstance;</a:t>
            </a:r>
          </a:p>
          <a:p>
            <a:pPr>
              <a:buFont typeface="Wingdings" pitchFamily="2" charset="2"/>
              <a:buNone/>
            </a:pPr>
            <a:r>
              <a:rPr lang="en-US" altLang="en-LK" sz="1600">
                <a:latin typeface="Courier New" panose="02070309020205020404" pitchFamily="49" charset="0"/>
                <a:cs typeface="Courier New" panose="02070309020205020404" pitchFamily="49" charset="0"/>
              </a:rPr>
              <a:t>   public static Singleton getInstance()</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if (uniqueInstance == null)</a:t>
            </a:r>
          </a:p>
          <a:p>
            <a:pPr>
              <a:buFont typeface="Wingdings" pitchFamily="2" charset="2"/>
              <a:buNone/>
            </a:pPr>
            <a:r>
              <a:rPr lang="en-US" altLang="en-LK" sz="1600">
                <a:latin typeface="Courier New" panose="02070309020205020404" pitchFamily="49" charset="0"/>
                <a:cs typeface="Courier New" panose="02070309020205020404" pitchFamily="49" charset="0"/>
              </a:rPr>
              <a:t>            uniqueInstance = new Singleton();</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return uniqueInstance;</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p:txBody>
      </p:sp>
      <p:sp>
        <p:nvSpPr>
          <p:cNvPr id="24581" name="Slide Number Placeholder 3">
            <a:extLst>
              <a:ext uri="{FF2B5EF4-FFF2-40B4-BE49-F238E27FC236}">
                <a16:creationId xmlns:a16="http://schemas.microsoft.com/office/drawing/2014/main" id="{75BACA89-BA2C-0073-F7F3-A749FC4FCFAD}"/>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55D92EBF-6811-7848-9034-5B445770CE83}" type="slidenum">
              <a:rPr lang="en-US" altLang="en-LK" sz="1000">
                <a:latin typeface="Arial Black" panose="020B0604020202020204" pitchFamily="34" charset="0"/>
              </a:rPr>
              <a:pPr algn="r" eaLnBrk="1" hangingPunct="1"/>
              <a:t>22</a:t>
            </a:fld>
            <a:endParaRPr lang="en-US" altLang="en-LK" sz="1000">
              <a:latin typeface="Arial Black" panose="020B0604020202020204" pitchFamily="34" charset="0"/>
            </a:endParaRPr>
          </a:p>
        </p:txBody>
      </p:sp>
      <p:sp>
        <p:nvSpPr>
          <p:cNvPr id="24582" name="Date Placeholder 4">
            <a:extLst>
              <a:ext uri="{FF2B5EF4-FFF2-40B4-BE49-F238E27FC236}">
                <a16:creationId xmlns:a16="http://schemas.microsoft.com/office/drawing/2014/main" id="{1CF18551-3084-6601-0AA3-CB3B6390FFF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E5E3C4E-CDB0-2D4C-AF51-CD880CD9F51E}" type="datetime1">
              <a:rPr lang="en-US" altLang="en-LK" smtClean="0"/>
              <a:pPr/>
              <a:t>10/1/25</a:t>
            </a:fld>
            <a:endParaRPr lang="en-US" altLang="en-LK"/>
          </a:p>
        </p:txBody>
      </p:sp>
      <p:cxnSp>
        <p:nvCxnSpPr>
          <p:cNvPr id="24583" name="Straight Arrow Connector 6">
            <a:extLst>
              <a:ext uri="{FF2B5EF4-FFF2-40B4-BE49-F238E27FC236}">
                <a16:creationId xmlns:a16="http://schemas.microsoft.com/office/drawing/2014/main" id="{FB1FD6D8-0BB3-E1CF-31DA-DA62027B5708}"/>
              </a:ext>
            </a:extLst>
          </p:cNvPr>
          <p:cNvCxnSpPr>
            <a:cxnSpLocks noChangeShapeType="1"/>
          </p:cNvCxnSpPr>
          <p:nvPr/>
        </p:nvCxnSpPr>
        <p:spPr bwMode="auto">
          <a:xfrm flipH="1">
            <a:off x="4800600" y="2133600"/>
            <a:ext cx="2286000" cy="2095500"/>
          </a:xfrm>
          <a:prstGeom prst="straightConnector1">
            <a:avLst/>
          </a:prstGeom>
          <a:noFill/>
          <a:ln w="158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4584" name="TextBox 8">
            <a:extLst>
              <a:ext uri="{FF2B5EF4-FFF2-40B4-BE49-F238E27FC236}">
                <a16:creationId xmlns:a16="http://schemas.microsoft.com/office/drawing/2014/main" id="{1806CC1C-A07B-483F-53DC-75402DE31128}"/>
              </a:ext>
            </a:extLst>
          </p:cNvPr>
          <p:cNvSpPr txBox="1">
            <a:spLocks noChangeArrowheads="1"/>
          </p:cNvSpPr>
          <p:nvPr/>
        </p:nvSpPr>
        <p:spPr bwMode="auto">
          <a:xfrm>
            <a:off x="5410200" y="1247775"/>
            <a:ext cx="3124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What would happen if two different threads accessed this line at the same time?</a:t>
            </a:r>
          </a:p>
          <a:p>
            <a:endParaRPr lang="en-US" altLang="en-LK"/>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75CAEFB9-1232-E899-D2C3-A746FFC64D0C}"/>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42EC13-2BC9-5040-9A1D-819D5B08B71B}" type="slidenum">
              <a:rPr lang="en-US" altLang="en-LK">
                <a:latin typeface="Arial Black" panose="020B0604020202020204" pitchFamily="34" charset="0"/>
              </a:rPr>
              <a:pPr/>
              <a:t>23</a:t>
            </a:fld>
            <a:endParaRPr lang="en-US" altLang="en-LK">
              <a:latin typeface="Arial Black" panose="020B0604020202020204" pitchFamily="34" charset="0"/>
            </a:endParaRPr>
          </a:p>
        </p:txBody>
      </p:sp>
      <p:sp>
        <p:nvSpPr>
          <p:cNvPr id="25603" name="Rectangle 2">
            <a:extLst>
              <a:ext uri="{FF2B5EF4-FFF2-40B4-BE49-F238E27FC236}">
                <a16:creationId xmlns:a16="http://schemas.microsoft.com/office/drawing/2014/main" id="{2100150B-926D-5B30-0327-895E7209E712}"/>
              </a:ext>
            </a:extLst>
          </p:cNvPr>
          <p:cNvSpPr>
            <a:spLocks noGrp="1" noChangeArrowheads="1"/>
          </p:cNvSpPr>
          <p:nvPr>
            <p:ph type="title"/>
          </p:nvPr>
        </p:nvSpPr>
        <p:spPr/>
        <p:txBody>
          <a:bodyPr/>
          <a:lstStyle/>
          <a:p>
            <a:r>
              <a:rPr lang="en-US" altLang="en-LK"/>
              <a:t>Option #1: Simple Locking</a:t>
            </a:r>
          </a:p>
        </p:txBody>
      </p:sp>
      <p:sp>
        <p:nvSpPr>
          <p:cNvPr id="25604" name="Rectangle 3">
            <a:extLst>
              <a:ext uri="{FF2B5EF4-FFF2-40B4-BE49-F238E27FC236}">
                <a16:creationId xmlns:a16="http://schemas.microsoft.com/office/drawing/2014/main" id="{B1E33A05-010F-C052-AB34-08F37E8C2465}"/>
              </a:ext>
            </a:extLst>
          </p:cNvPr>
          <p:cNvSpPr>
            <a:spLocks noGrp="1" noChangeArrowheads="1"/>
          </p:cNvSpPr>
          <p:nvPr>
            <p:ph type="body" idx="1"/>
          </p:nvPr>
        </p:nvSpPr>
        <p:spPr/>
        <p:txBody>
          <a:bodyPr/>
          <a:lstStyle/>
          <a:p>
            <a:pPr>
              <a:lnSpc>
                <a:spcPct val="90000"/>
              </a:lnSpc>
              <a:buFont typeface="Wingdings" pitchFamily="2" charset="2"/>
              <a:buNone/>
            </a:pPr>
            <a:r>
              <a:rPr lang="en-US" altLang="en-LK" sz="1600">
                <a:latin typeface="Courier New" panose="02070309020205020404" pitchFamily="49" charset="0"/>
              </a:rPr>
              <a:t>public class Singleton</a:t>
            </a:r>
          </a:p>
          <a:p>
            <a:pPr>
              <a:lnSpc>
                <a:spcPct val="90000"/>
              </a:lnSpc>
              <a:buFont typeface="Wingdings" pitchFamily="2" charset="2"/>
              <a:buNone/>
            </a:pPr>
            <a:r>
              <a:rPr lang="en-US" altLang="en-LK" sz="1600">
                <a:latin typeface="Courier New" panose="02070309020205020404" pitchFamily="49" charset="0"/>
              </a:rPr>
              <a:t>{</a:t>
            </a:r>
          </a:p>
          <a:p>
            <a:pPr>
              <a:lnSpc>
                <a:spcPct val="90000"/>
              </a:lnSpc>
              <a:buFont typeface="Wingdings" pitchFamily="2" charset="2"/>
              <a:buNone/>
            </a:pPr>
            <a:r>
              <a:rPr lang="en-US" altLang="en-LK" sz="1600">
                <a:latin typeface="Courier New" panose="02070309020205020404" pitchFamily="49" charset="0"/>
              </a:rPr>
              <a:t>   private Singleton() {}</a:t>
            </a:r>
          </a:p>
          <a:p>
            <a:pPr>
              <a:lnSpc>
                <a:spcPct val="90000"/>
              </a:lnSpc>
              <a:buFont typeface="Wingdings" pitchFamily="2" charset="2"/>
              <a:buNone/>
            </a:pPr>
            <a:endParaRPr lang="en-US" altLang="en-LK" sz="1600">
              <a:latin typeface="Courier New" panose="02070309020205020404" pitchFamily="49" charset="0"/>
            </a:endParaRPr>
          </a:p>
          <a:p>
            <a:pPr>
              <a:lnSpc>
                <a:spcPct val="90000"/>
              </a:lnSpc>
              <a:buFont typeface="Wingdings" pitchFamily="2" charset="2"/>
              <a:buNone/>
            </a:pPr>
            <a:r>
              <a:rPr lang="en-US" altLang="en-LK" sz="1600">
                <a:latin typeface="Courier New" panose="02070309020205020404" pitchFamily="49" charset="0"/>
              </a:rPr>
              <a:t>   private static Singleton uniqueInstance;</a:t>
            </a:r>
          </a:p>
          <a:p>
            <a:pPr>
              <a:lnSpc>
                <a:spcPct val="90000"/>
              </a:lnSpc>
              <a:buFont typeface="Wingdings" pitchFamily="2" charset="2"/>
              <a:buNone/>
            </a:pPr>
            <a:endParaRPr lang="en-US" altLang="en-LK" sz="1600">
              <a:latin typeface="Courier New" panose="02070309020205020404" pitchFamily="49" charset="0"/>
            </a:endParaRPr>
          </a:p>
          <a:p>
            <a:pPr>
              <a:lnSpc>
                <a:spcPct val="90000"/>
              </a:lnSpc>
              <a:buFont typeface="Wingdings" pitchFamily="2" charset="2"/>
              <a:buNone/>
            </a:pPr>
            <a:r>
              <a:rPr lang="en-US" altLang="en-LK" sz="1600">
                <a:latin typeface="Courier New" panose="02070309020205020404" pitchFamily="49" charset="0"/>
              </a:rPr>
              <a:t>   public static Singleton getInstance()</a:t>
            </a:r>
          </a:p>
          <a:p>
            <a:pPr>
              <a:lnSpc>
                <a:spcPct val="90000"/>
              </a:lnSpc>
              <a:buFont typeface="Wingdings" pitchFamily="2" charset="2"/>
              <a:buNone/>
            </a:pPr>
            <a:r>
              <a:rPr lang="en-US" altLang="en-LK" sz="1600">
                <a:latin typeface="Courier New" panose="02070309020205020404" pitchFamily="49" charset="0"/>
              </a:rPr>
              <a:t>   {</a:t>
            </a:r>
          </a:p>
          <a:p>
            <a:pPr>
              <a:lnSpc>
                <a:spcPct val="90000"/>
              </a:lnSpc>
              <a:buFont typeface="Wingdings" pitchFamily="2" charset="2"/>
              <a:buNone/>
            </a:pPr>
            <a:r>
              <a:rPr lang="en-US" altLang="en-LK" sz="1600" b="1">
                <a:solidFill>
                  <a:srgbClr val="FF0000"/>
                </a:solidFill>
                <a:latin typeface="Courier New" panose="02070309020205020404" pitchFamily="49" charset="0"/>
              </a:rPr>
              <a:t>        synchronized(Singleton.class) {</a:t>
            </a:r>
          </a:p>
          <a:p>
            <a:pPr>
              <a:lnSpc>
                <a:spcPct val="90000"/>
              </a:lnSpc>
              <a:buFont typeface="Wingdings" pitchFamily="2" charset="2"/>
              <a:buNone/>
            </a:pPr>
            <a:r>
              <a:rPr lang="en-US" altLang="en-LK" sz="1600">
                <a:latin typeface="Courier New" panose="02070309020205020404" pitchFamily="49" charset="0"/>
              </a:rPr>
              <a:t>            if (uniqueInstance == null)</a:t>
            </a:r>
          </a:p>
          <a:p>
            <a:pPr>
              <a:lnSpc>
                <a:spcPct val="90000"/>
              </a:lnSpc>
              <a:buFont typeface="Wingdings" pitchFamily="2" charset="2"/>
              <a:buNone/>
            </a:pPr>
            <a:r>
              <a:rPr lang="en-US" altLang="en-LK" sz="1600">
                <a:latin typeface="Courier New" panose="02070309020205020404" pitchFamily="49" charset="0"/>
              </a:rPr>
              <a:t>                   uniqueInstance = new Singleton();</a:t>
            </a:r>
          </a:p>
          <a:p>
            <a:pPr>
              <a:lnSpc>
                <a:spcPct val="90000"/>
              </a:lnSpc>
              <a:buFont typeface="Wingdings" pitchFamily="2" charset="2"/>
              <a:buNone/>
            </a:pPr>
            <a:r>
              <a:rPr lang="en-US" altLang="en-LK" sz="1600">
                <a:latin typeface="Courier New" panose="02070309020205020404" pitchFamily="49" charset="0"/>
              </a:rPr>
              <a:t>         </a:t>
            </a:r>
            <a:r>
              <a:rPr lang="en-US" altLang="en-LK" sz="1600" b="1">
                <a:solidFill>
                  <a:srgbClr val="FF0000"/>
                </a:solidFill>
                <a:latin typeface="Courier New" panose="02070309020205020404" pitchFamily="49" charset="0"/>
              </a:rPr>
              <a:t>}</a:t>
            </a:r>
          </a:p>
          <a:p>
            <a:pPr>
              <a:lnSpc>
                <a:spcPct val="90000"/>
              </a:lnSpc>
              <a:buFont typeface="Wingdings" pitchFamily="2" charset="2"/>
              <a:buNone/>
            </a:pPr>
            <a:endParaRPr lang="en-US" altLang="en-LK" sz="1600">
              <a:latin typeface="Courier New" panose="02070309020205020404" pitchFamily="49" charset="0"/>
            </a:endParaRPr>
          </a:p>
          <a:p>
            <a:pPr>
              <a:lnSpc>
                <a:spcPct val="90000"/>
              </a:lnSpc>
              <a:buFont typeface="Wingdings" pitchFamily="2" charset="2"/>
              <a:buNone/>
            </a:pPr>
            <a:r>
              <a:rPr lang="en-US" altLang="en-LK" sz="1600">
                <a:latin typeface="Courier New" panose="02070309020205020404" pitchFamily="49" charset="0"/>
              </a:rPr>
              <a:t>         return uniqueInstance;</a:t>
            </a:r>
          </a:p>
          <a:p>
            <a:pPr>
              <a:lnSpc>
                <a:spcPct val="90000"/>
              </a:lnSpc>
              <a:buFont typeface="Wingdings" pitchFamily="2" charset="2"/>
              <a:buNone/>
            </a:pPr>
            <a:r>
              <a:rPr lang="en-US" altLang="en-LK" sz="1600">
                <a:latin typeface="Courier New" panose="02070309020205020404" pitchFamily="49" charset="0"/>
              </a:rPr>
              <a:t>   }</a:t>
            </a:r>
          </a:p>
          <a:p>
            <a:pPr>
              <a:lnSpc>
                <a:spcPct val="90000"/>
              </a:lnSpc>
              <a:buFont typeface="Wingdings" pitchFamily="2" charset="2"/>
              <a:buNone/>
            </a:pPr>
            <a:r>
              <a:rPr lang="en-US" altLang="en-LK" sz="1600">
                <a:latin typeface="Courier New" panose="02070309020205020404" pitchFamily="49" charset="0"/>
              </a:rPr>
              <a:t>}</a:t>
            </a:r>
          </a:p>
          <a:p>
            <a:pPr>
              <a:lnSpc>
                <a:spcPct val="90000"/>
              </a:lnSpc>
              <a:buFont typeface="Wingdings" pitchFamily="2" charset="2"/>
              <a:buNone/>
            </a:pPr>
            <a:endParaRPr lang="en-US" altLang="en-LK" sz="1600">
              <a:latin typeface="Courier New" panose="02070309020205020404" pitchFamily="49" charset="0"/>
            </a:endParaRPr>
          </a:p>
        </p:txBody>
      </p:sp>
      <p:sp>
        <p:nvSpPr>
          <p:cNvPr id="25605" name="TextBox 8">
            <a:extLst>
              <a:ext uri="{FF2B5EF4-FFF2-40B4-BE49-F238E27FC236}">
                <a16:creationId xmlns:a16="http://schemas.microsoft.com/office/drawing/2014/main" id="{086115DF-7C57-4058-0C77-0DC82756163B}"/>
              </a:ext>
            </a:extLst>
          </p:cNvPr>
          <p:cNvSpPr txBox="1">
            <a:spLocks noChangeArrowheads="1"/>
          </p:cNvSpPr>
          <p:nvPr/>
        </p:nvSpPr>
        <p:spPr bwMode="auto">
          <a:xfrm>
            <a:off x="5410200" y="4572000"/>
            <a:ext cx="335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LK" altLang="en-LK"/>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F698F1C6-B1C8-E6C7-7138-75A75DC26D7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51FB68-10E0-E045-BE5C-FB6D678007F0}" type="slidenum">
              <a:rPr lang="en-US" altLang="en-LK">
                <a:latin typeface="Arial Black" panose="020B0604020202020204" pitchFamily="34" charset="0"/>
              </a:rPr>
              <a:pPr/>
              <a:t>24</a:t>
            </a:fld>
            <a:endParaRPr lang="en-US" altLang="en-LK">
              <a:latin typeface="Arial Black" panose="020B0604020202020204" pitchFamily="34" charset="0"/>
            </a:endParaRPr>
          </a:p>
        </p:txBody>
      </p:sp>
      <p:sp>
        <p:nvSpPr>
          <p:cNvPr id="26627" name="Rectangle 2">
            <a:extLst>
              <a:ext uri="{FF2B5EF4-FFF2-40B4-BE49-F238E27FC236}">
                <a16:creationId xmlns:a16="http://schemas.microsoft.com/office/drawing/2014/main" id="{3527C512-EBD2-296F-B17B-7EEB3CDE9607}"/>
              </a:ext>
            </a:extLst>
          </p:cNvPr>
          <p:cNvSpPr>
            <a:spLocks noGrp="1" noChangeArrowheads="1"/>
          </p:cNvSpPr>
          <p:nvPr>
            <p:ph type="title"/>
          </p:nvPr>
        </p:nvSpPr>
        <p:spPr/>
        <p:txBody>
          <a:bodyPr/>
          <a:lstStyle/>
          <a:p>
            <a:r>
              <a:rPr lang="en-US" altLang="en-LK"/>
              <a:t>Option #2 – Double-Checked Locking</a:t>
            </a:r>
          </a:p>
        </p:txBody>
      </p:sp>
      <p:sp>
        <p:nvSpPr>
          <p:cNvPr id="26628" name="Rectangle 3">
            <a:extLst>
              <a:ext uri="{FF2B5EF4-FFF2-40B4-BE49-F238E27FC236}">
                <a16:creationId xmlns:a16="http://schemas.microsoft.com/office/drawing/2014/main" id="{6C2A8358-701C-05E7-8303-1177BC6F9DA8}"/>
              </a:ext>
            </a:extLst>
          </p:cNvPr>
          <p:cNvSpPr>
            <a:spLocks noGrp="1" noChangeArrowheads="1"/>
          </p:cNvSpPr>
          <p:nvPr>
            <p:ph type="body" idx="1"/>
          </p:nvPr>
        </p:nvSpPr>
        <p:spPr/>
        <p:txBody>
          <a:bodyPr/>
          <a:lstStyle/>
          <a:p>
            <a:pPr>
              <a:lnSpc>
                <a:spcPct val="90000"/>
              </a:lnSpc>
              <a:buFont typeface="Wingdings" pitchFamily="2" charset="2"/>
              <a:buNone/>
            </a:pPr>
            <a:r>
              <a:rPr lang="en-US" altLang="en-LK" sz="1400">
                <a:latin typeface="Courier New" panose="02070309020205020404" pitchFamily="49" charset="0"/>
              </a:rPr>
              <a:t>public class Singleton</a:t>
            </a:r>
          </a:p>
          <a:p>
            <a:pPr>
              <a:lnSpc>
                <a:spcPct val="90000"/>
              </a:lnSpc>
              <a:buFont typeface="Wingdings" pitchFamily="2" charset="2"/>
              <a:buNone/>
            </a:pPr>
            <a:r>
              <a:rPr lang="en-US" altLang="en-LK" sz="1400">
                <a:latin typeface="Courier New" panose="02070309020205020404" pitchFamily="49" charset="0"/>
              </a:rPr>
              <a:t>{</a:t>
            </a:r>
          </a:p>
          <a:p>
            <a:pPr>
              <a:lnSpc>
                <a:spcPct val="90000"/>
              </a:lnSpc>
              <a:buFont typeface="Wingdings" pitchFamily="2" charset="2"/>
              <a:buNone/>
            </a:pPr>
            <a:r>
              <a:rPr lang="en-US" altLang="en-LK" sz="1400">
                <a:latin typeface="Courier New" panose="02070309020205020404" pitchFamily="49" charset="0"/>
              </a:rPr>
              <a:t>   private Singleton() {}</a:t>
            </a:r>
          </a:p>
          <a:p>
            <a:pPr>
              <a:lnSpc>
                <a:spcPct val="90000"/>
              </a:lnSpc>
              <a:buFont typeface="Wingdings" pitchFamily="2" charset="2"/>
              <a:buNone/>
            </a:pPr>
            <a:endParaRPr lang="en-US" altLang="en-LK" sz="1400">
              <a:latin typeface="Courier New" panose="02070309020205020404" pitchFamily="49" charset="0"/>
            </a:endParaRPr>
          </a:p>
          <a:p>
            <a:pPr>
              <a:lnSpc>
                <a:spcPct val="90000"/>
              </a:lnSpc>
              <a:buFont typeface="Wingdings" pitchFamily="2" charset="2"/>
              <a:buNone/>
            </a:pPr>
            <a:r>
              <a:rPr lang="en-US" altLang="en-LK" sz="1400">
                <a:latin typeface="Courier New" panose="02070309020205020404" pitchFamily="49" charset="0"/>
              </a:rPr>
              <a:t>   private </a:t>
            </a:r>
            <a:r>
              <a:rPr lang="en-US" altLang="en-LK" sz="1400" b="1">
                <a:solidFill>
                  <a:srgbClr val="FF0000"/>
                </a:solidFill>
                <a:latin typeface="Courier New" panose="02070309020205020404" pitchFamily="49" charset="0"/>
              </a:rPr>
              <a:t>volatile</a:t>
            </a:r>
            <a:r>
              <a:rPr lang="en-US" altLang="en-LK" sz="1400">
                <a:latin typeface="Courier New" panose="02070309020205020404" pitchFamily="49" charset="0"/>
              </a:rPr>
              <a:t> static Singleton uniqueInstance;</a:t>
            </a:r>
          </a:p>
          <a:p>
            <a:pPr>
              <a:lnSpc>
                <a:spcPct val="90000"/>
              </a:lnSpc>
              <a:buFont typeface="Wingdings" pitchFamily="2" charset="2"/>
              <a:buNone/>
            </a:pPr>
            <a:endParaRPr lang="en-US" altLang="en-LK" sz="1400">
              <a:latin typeface="Courier New" panose="02070309020205020404" pitchFamily="49" charset="0"/>
            </a:endParaRPr>
          </a:p>
          <a:p>
            <a:pPr>
              <a:lnSpc>
                <a:spcPct val="90000"/>
              </a:lnSpc>
              <a:buFont typeface="Wingdings" pitchFamily="2" charset="2"/>
              <a:buNone/>
            </a:pPr>
            <a:r>
              <a:rPr lang="en-US" altLang="en-LK" sz="1400">
                <a:latin typeface="Courier New" panose="02070309020205020404" pitchFamily="49" charset="0"/>
              </a:rPr>
              <a:t>   public static Singleton getInstance()</a:t>
            </a:r>
          </a:p>
          <a:p>
            <a:pPr>
              <a:lnSpc>
                <a:spcPct val="90000"/>
              </a:lnSpc>
              <a:buFont typeface="Wingdings" pitchFamily="2" charset="2"/>
              <a:buNone/>
            </a:pPr>
            <a:r>
              <a:rPr lang="en-US" altLang="en-LK" sz="1400">
                <a:latin typeface="Courier New" panose="02070309020205020404" pitchFamily="49" charset="0"/>
              </a:rPr>
              <a:t>   {</a:t>
            </a:r>
          </a:p>
          <a:p>
            <a:pPr>
              <a:lnSpc>
                <a:spcPct val="90000"/>
              </a:lnSpc>
              <a:buFont typeface="Wingdings" pitchFamily="2" charset="2"/>
              <a:buNone/>
            </a:pPr>
            <a:r>
              <a:rPr lang="en-US" altLang="en-LK" sz="1400" b="1">
                <a:solidFill>
                  <a:srgbClr val="FF0000"/>
                </a:solidFill>
                <a:latin typeface="Courier New" panose="02070309020205020404" pitchFamily="49" charset="0"/>
              </a:rPr>
              <a:t>        if (uniqueInstance == null) {</a:t>
            </a:r>
          </a:p>
          <a:p>
            <a:pPr lvl="1">
              <a:lnSpc>
                <a:spcPct val="90000"/>
              </a:lnSpc>
              <a:buFont typeface="Wingdings" pitchFamily="2" charset="2"/>
              <a:buNone/>
            </a:pPr>
            <a:r>
              <a:rPr lang="en-US" altLang="en-LK" sz="1200">
                <a:latin typeface="Courier New" panose="02070309020205020404" pitchFamily="49" charset="0"/>
              </a:rPr>
              <a:t>        synchronized(Singleton.class) {</a:t>
            </a:r>
          </a:p>
          <a:p>
            <a:pPr lvl="1">
              <a:lnSpc>
                <a:spcPct val="90000"/>
              </a:lnSpc>
              <a:buFont typeface="Wingdings" pitchFamily="2" charset="2"/>
              <a:buNone/>
            </a:pPr>
            <a:r>
              <a:rPr lang="en-US" altLang="en-LK" sz="1200">
                <a:latin typeface="Courier New" panose="02070309020205020404" pitchFamily="49" charset="0"/>
              </a:rPr>
              <a:t>            if (uniqueInstance == null)</a:t>
            </a:r>
          </a:p>
          <a:p>
            <a:pPr lvl="1">
              <a:lnSpc>
                <a:spcPct val="90000"/>
              </a:lnSpc>
              <a:buFont typeface="Wingdings" pitchFamily="2" charset="2"/>
              <a:buNone/>
            </a:pPr>
            <a:r>
              <a:rPr lang="en-US" altLang="en-LK" sz="1200">
                <a:latin typeface="Courier New" panose="02070309020205020404" pitchFamily="49" charset="0"/>
              </a:rPr>
              <a:t>                   uniqueInstance = new Singleton();</a:t>
            </a:r>
          </a:p>
          <a:p>
            <a:pPr lvl="1">
              <a:lnSpc>
                <a:spcPct val="90000"/>
              </a:lnSpc>
              <a:buFont typeface="Wingdings" pitchFamily="2" charset="2"/>
              <a:buNone/>
            </a:pPr>
            <a:r>
              <a:rPr lang="en-US" altLang="en-LK" sz="1200">
                <a:latin typeface="Courier New" panose="02070309020205020404" pitchFamily="49" charset="0"/>
              </a:rPr>
              <a:t>         }</a:t>
            </a:r>
          </a:p>
          <a:p>
            <a:pPr>
              <a:lnSpc>
                <a:spcPct val="90000"/>
              </a:lnSpc>
              <a:buFont typeface="Wingdings" pitchFamily="2" charset="2"/>
              <a:buNone/>
            </a:pPr>
            <a:r>
              <a:rPr lang="en-US" altLang="en-LK" sz="1400">
                <a:latin typeface="Courier New" panose="02070309020205020404" pitchFamily="49" charset="0"/>
              </a:rPr>
              <a:t>		</a:t>
            </a:r>
            <a:r>
              <a:rPr lang="en-US" altLang="en-LK" sz="1400" b="1">
                <a:solidFill>
                  <a:srgbClr val="FF0000"/>
                </a:solidFill>
                <a:latin typeface="Courier New" panose="02070309020205020404" pitchFamily="49" charset="0"/>
              </a:rPr>
              <a:t>}</a:t>
            </a:r>
          </a:p>
          <a:p>
            <a:pPr>
              <a:lnSpc>
                <a:spcPct val="90000"/>
              </a:lnSpc>
              <a:buFont typeface="Wingdings" pitchFamily="2" charset="2"/>
              <a:buNone/>
            </a:pPr>
            <a:endParaRPr lang="en-US" altLang="en-LK" sz="1400" b="1">
              <a:solidFill>
                <a:srgbClr val="FF0000"/>
              </a:solidFill>
              <a:latin typeface="Courier New" panose="02070309020205020404" pitchFamily="49" charset="0"/>
            </a:endParaRPr>
          </a:p>
          <a:p>
            <a:pPr>
              <a:lnSpc>
                <a:spcPct val="90000"/>
              </a:lnSpc>
              <a:buFont typeface="Wingdings" pitchFamily="2" charset="2"/>
              <a:buNone/>
            </a:pPr>
            <a:r>
              <a:rPr lang="en-US" altLang="en-LK" sz="1400">
                <a:latin typeface="Courier New" panose="02070309020205020404" pitchFamily="49" charset="0"/>
              </a:rPr>
              <a:t>         return uniqueInstance;</a:t>
            </a:r>
          </a:p>
          <a:p>
            <a:pPr>
              <a:lnSpc>
                <a:spcPct val="90000"/>
              </a:lnSpc>
              <a:buFont typeface="Wingdings" pitchFamily="2" charset="2"/>
              <a:buNone/>
            </a:pPr>
            <a:r>
              <a:rPr lang="en-US" altLang="en-LK" sz="1400">
                <a:latin typeface="Courier New" panose="02070309020205020404" pitchFamily="49" charset="0"/>
              </a:rPr>
              <a:t>   }</a:t>
            </a:r>
          </a:p>
          <a:p>
            <a:pPr>
              <a:lnSpc>
                <a:spcPct val="90000"/>
              </a:lnSpc>
              <a:buFont typeface="Wingdings" pitchFamily="2" charset="2"/>
              <a:buNone/>
            </a:pPr>
            <a:r>
              <a:rPr lang="en-US" altLang="en-LK" sz="1400">
                <a:latin typeface="Courier New" panose="02070309020205020404" pitchFamily="49" charset="0"/>
              </a:rPr>
              <a:t>}</a:t>
            </a:r>
          </a:p>
          <a:p>
            <a:pPr>
              <a:lnSpc>
                <a:spcPct val="90000"/>
              </a:lnSpc>
              <a:buFont typeface="Wingdings" pitchFamily="2" charset="2"/>
              <a:buNone/>
            </a:pPr>
            <a:endParaRPr lang="en-US" altLang="en-LK" sz="1400">
              <a:latin typeface="Courier New" panose="02070309020205020404" pitchFamily="49" charset="0"/>
            </a:endParaRPr>
          </a:p>
        </p:txBody>
      </p:sp>
      <p:sp>
        <p:nvSpPr>
          <p:cNvPr id="26629" name="Text Box 4">
            <a:extLst>
              <a:ext uri="{FF2B5EF4-FFF2-40B4-BE49-F238E27FC236}">
                <a16:creationId xmlns:a16="http://schemas.microsoft.com/office/drawing/2014/main" id="{338550E4-03AC-9E84-4F88-833387568C89}"/>
              </a:ext>
            </a:extLst>
          </p:cNvPr>
          <p:cNvSpPr txBox="1">
            <a:spLocks noChangeArrowheads="1"/>
          </p:cNvSpPr>
          <p:nvPr/>
        </p:nvSpPr>
        <p:spPr bwMode="auto">
          <a:xfrm>
            <a:off x="6705600" y="1752600"/>
            <a:ext cx="11430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LK"/>
              <a:t>pg 182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5BB15BFB-8476-330E-705C-269D03FD18F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254AD4F-58C9-CB42-81E7-541F43BC9A07}" type="slidenum">
              <a:rPr lang="en-US" altLang="en-LK">
                <a:latin typeface="Arial Black" panose="020B0604020202020204" pitchFamily="34" charset="0"/>
              </a:rPr>
              <a:pPr/>
              <a:t>25</a:t>
            </a:fld>
            <a:endParaRPr lang="en-US" altLang="en-LK">
              <a:latin typeface="Arial Black" panose="020B0604020202020204" pitchFamily="34" charset="0"/>
            </a:endParaRPr>
          </a:p>
        </p:txBody>
      </p:sp>
      <p:sp>
        <p:nvSpPr>
          <p:cNvPr id="27651" name="Slide Number Placeholder 4">
            <a:extLst>
              <a:ext uri="{FF2B5EF4-FFF2-40B4-BE49-F238E27FC236}">
                <a16:creationId xmlns:a16="http://schemas.microsoft.com/office/drawing/2014/main" id="{664C2704-B5AA-5E1B-11DC-020466CFFA49}"/>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1A1BBCC-14D4-124F-A714-BB23B13DA755}" type="slidenum">
              <a:rPr lang="en-US" altLang="en-LK" sz="1000">
                <a:latin typeface="Arial Black" panose="020B0604020202020204" pitchFamily="34" charset="0"/>
              </a:rPr>
              <a:pPr algn="r" eaLnBrk="1" hangingPunct="1"/>
              <a:t>25</a:t>
            </a:fld>
            <a:endParaRPr lang="en-US" altLang="en-LK" sz="1000">
              <a:latin typeface="Arial Black" panose="020B0604020202020204" pitchFamily="34" charset="0"/>
            </a:endParaRPr>
          </a:p>
        </p:txBody>
      </p:sp>
      <p:sp>
        <p:nvSpPr>
          <p:cNvPr id="27652" name="Date Placeholder 5">
            <a:extLst>
              <a:ext uri="{FF2B5EF4-FFF2-40B4-BE49-F238E27FC236}">
                <a16:creationId xmlns:a16="http://schemas.microsoft.com/office/drawing/2014/main" id="{00FD0FAB-3D1B-6903-0046-5D463FA9D27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8E70D2-4688-BC48-8CE6-DBB1ADFDCC79}" type="datetime1">
              <a:rPr lang="en-US" altLang="en-LK" smtClean="0"/>
              <a:pPr/>
              <a:t>10/1/25</a:t>
            </a:fld>
            <a:endParaRPr lang="en-US" altLang="en-LK"/>
          </a:p>
        </p:txBody>
      </p:sp>
      <p:sp>
        <p:nvSpPr>
          <p:cNvPr id="27653" name="Rectangle 2">
            <a:extLst>
              <a:ext uri="{FF2B5EF4-FFF2-40B4-BE49-F238E27FC236}">
                <a16:creationId xmlns:a16="http://schemas.microsoft.com/office/drawing/2014/main" id="{644F7177-04AF-2CC5-695C-8D238CEF8EA4}"/>
              </a:ext>
            </a:extLst>
          </p:cNvPr>
          <p:cNvSpPr>
            <a:spLocks noGrp="1" noChangeArrowheads="1"/>
          </p:cNvSpPr>
          <p:nvPr>
            <p:ph type="title"/>
          </p:nvPr>
        </p:nvSpPr>
        <p:spPr/>
        <p:txBody>
          <a:bodyPr/>
          <a:lstStyle/>
          <a:p>
            <a:pPr eaLnBrk="1" hangingPunct="1"/>
            <a:r>
              <a:rPr lang="en-US" altLang="en-LK" sz="2400"/>
              <a:t>Option #2   (C# Example)</a:t>
            </a:r>
          </a:p>
        </p:txBody>
      </p:sp>
      <p:sp>
        <p:nvSpPr>
          <p:cNvPr id="27654" name="Rectangle 3">
            <a:extLst>
              <a:ext uri="{FF2B5EF4-FFF2-40B4-BE49-F238E27FC236}">
                <a16:creationId xmlns:a16="http://schemas.microsoft.com/office/drawing/2014/main" id="{8D39CB9F-C1FE-2CDF-C473-E831087EC9AE}"/>
              </a:ext>
            </a:extLst>
          </p:cNvPr>
          <p:cNvSpPr>
            <a:spLocks noGrp="1" noChangeArrowheads="1"/>
          </p:cNvSpPr>
          <p:nvPr>
            <p:ph type="body" idx="1"/>
          </p:nvPr>
        </p:nvSpPr>
        <p:spPr>
          <a:xfrm>
            <a:off x="457200" y="1295400"/>
            <a:ext cx="8153400" cy="5257800"/>
          </a:xfrm>
        </p:spPr>
        <p:txBody>
          <a:bodyPr/>
          <a:lstStyle/>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public class Singleton</a:t>
            </a: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a:t>
            </a: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   private Singleton() {}</a:t>
            </a:r>
            <a:endParaRPr lang="en-US" altLang="en-LK" sz="1400" b="1">
              <a:solidFill>
                <a:srgbClr val="FF0000"/>
              </a:solidFill>
              <a:latin typeface="Courier New" panose="02070309020205020404" pitchFamily="49" charset="0"/>
              <a:cs typeface="Courier New" panose="02070309020205020404" pitchFamily="49" charset="0"/>
            </a:endParaRP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private static object syncRoot = new Object();</a:t>
            </a:r>
          </a:p>
          <a:p>
            <a:pPr eaLnBrk="1" hangingPunct="1">
              <a:buFont typeface="Wingdings" pitchFamily="2" charset="2"/>
              <a:buNone/>
            </a:pPr>
            <a:endParaRPr lang="en-US" altLang="en-LK" sz="1400">
              <a:latin typeface="Courier New" panose="02070309020205020404" pitchFamily="49" charset="0"/>
              <a:cs typeface="Courier New" panose="02070309020205020404" pitchFamily="49" charset="0"/>
            </a:endParaRP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   private static volatile Singleton instance;</a:t>
            </a: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   public static Singleton Instance</a:t>
            </a: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      get {</a:t>
            </a: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if (instance == null) //first check</a:t>
            </a: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lock (syncRoot) </a:t>
            </a: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if (instance == null) //second check</a:t>
            </a: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instance = new Singleton();</a:t>
            </a: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LK" sz="1400" b="1">
                <a:solidFill>
                  <a:srgbClr val="FF0000"/>
                </a:solidFill>
                <a:latin typeface="Courier New" panose="02070309020205020404" pitchFamily="49" charset="0"/>
                <a:cs typeface="Courier New" panose="02070309020205020404" pitchFamily="49" charset="0"/>
              </a:rPr>
              <a:t>         }</a:t>
            </a:r>
            <a:endParaRPr lang="en-US" altLang="en-LK" sz="1400">
              <a:latin typeface="Courier New" panose="02070309020205020404" pitchFamily="49" charset="0"/>
              <a:cs typeface="Courier New" panose="02070309020205020404" pitchFamily="49" charset="0"/>
            </a:endParaRP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         return instance;</a:t>
            </a: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   }</a:t>
            </a:r>
          </a:p>
          <a:p>
            <a:pPr eaLnBrk="1" hangingPunct="1">
              <a:buFont typeface="Wingdings" pitchFamily="2" charset="2"/>
              <a:buNone/>
            </a:pPr>
            <a:r>
              <a:rPr lang="en-US" altLang="en-LK" sz="1400">
                <a:latin typeface="Courier New" panose="02070309020205020404" pitchFamily="49" charset="0"/>
                <a:cs typeface="Courier New" panose="02070309020205020404" pitchFamily="49" charset="0"/>
              </a:rPr>
              <a:t>}</a:t>
            </a:r>
          </a:p>
          <a:p>
            <a:pPr eaLnBrk="1" hangingPunct="1">
              <a:buFont typeface="Wingdings" pitchFamily="2" charset="2"/>
              <a:buNone/>
            </a:pPr>
            <a:endParaRPr lang="en-US" altLang="en-LK" sz="1400">
              <a:latin typeface="Courier New" panose="02070309020205020404" pitchFamily="49" charset="0"/>
              <a:cs typeface="Courier New" panose="020703090202050204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18AC2A41-9CF8-E90C-A451-4A60F0A90759}"/>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22DE2E3-AD6E-AD45-A66A-6B199849D84F}" type="slidenum">
              <a:rPr lang="en-US" altLang="en-LK">
                <a:latin typeface="Arial Black" panose="020B0604020202020204" pitchFamily="34" charset="0"/>
              </a:rPr>
              <a:pPr/>
              <a:t>26</a:t>
            </a:fld>
            <a:endParaRPr lang="en-US" altLang="en-LK">
              <a:latin typeface="Arial Black" panose="020B0604020202020204" pitchFamily="34" charset="0"/>
            </a:endParaRPr>
          </a:p>
        </p:txBody>
      </p:sp>
      <p:sp>
        <p:nvSpPr>
          <p:cNvPr id="28675" name="Title 1">
            <a:extLst>
              <a:ext uri="{FF2B5EF4-FFF2-40B4-BE49-F238E27FC236}">
                <a16:creationId xmlns:a16="http://schemas.microsoft.com/office/drawing/2014/main" id="{51AAE6C6-8C2D-7A91-7B37-0EEAC6D03C51}"/>
              </a:ext>
            </a:extLst>
          </p:cNvPr>
          <p:cNvSpPr>
            <a:spLocks noGrp="1"/>
          </p:cNvSpPr>
          <p:nvPr>
            <p:ph type="title"/>
          </p:nvPr>
        </p:nvSpPr>
        <p:spPr/>
        <p:txBody>
          <a:bodyPr/>
          <a:lstStyle/>
          <a:p>
            <a:r>
              <a:rPr lang="en-US" altLang="en-LK"/>
              <a:t>Option #3: “Eager” Initialization</a:t>
            </a:r>
          </a:p>
        </p:txBody>
      </p:sp>
      <p:sp>
        <p:nvSpPr>
          <p:cNvPr id="28676" name="Content Placeholder 2">
            <a:extLst>
              <a:ext uri="{FF2B5EF4-FFF2-40B4-BE49-F238E27FC236}">
                <a16:creationId xmlns:a16="http://schemas.microsoft.com/office/drawing/2014/main" id="{6F3ECD04-9FE9-93A8-33A1-289CC63BFFA1}"/>
              </a:ext>
            </a:extLst>
          </p:cNvPr>
          <p:cNvSpPr>
            <a:spLocks noGrp="1"/>
          </p:cNvSpPr>
          <p:nvPr>
            <p:ph idx="1"/>
          </p:nvPr>
        </p:nvSpPr>
        <p:spPr>
          <a:xfrm>
            <a:off x="457200" y="1447800"/>
            <a:ext cx="7086600" cy="3124200"/>
          </a:xfrm>
        </p:spPr>
        <p:txBody>
          <a:bodyPr/>
          <a:lstStyle/>
          <a:p>
            <a:pPr>
              <a:buFont typeface="Wingdings" pitchFamily="2" charset="2"/>
              <a:buNone/>
            </a:pPr>
            <a:r>
              <a:rPr lang="en-US" altLang="en-LK" sz="1400">
                <a:latin typeface="Courier New" panose="02070309020205020404" pitchFamily="49" charset="0"/>
              </a:rPr>
              <a:t>public class Singleton</a:t>
            </a:r>
          </a:p>
          <a:p>
            <a:pPr>
              <a:buFont typeface="Wingdings" pitchFamily="2" charset="2"/>
              <a:buNone/>
            </a:pPr>
            <a:r>
              <a:rPr lang="en-US" altLang="en-LK" sz="1400">
                <a:latin typeface="Courier New" panose="02070309020205020404" pitchFamily="49" charset="0"/>
              </a:rPr>
              <a:t>{</a:t>
            </a:r>
          </a:p>
          <a:p>
            <a:pPr>
              <a:buFont typeface="Wingdings" pitchFamily="2" charset="2"/>
              <a:buNone/>
            </a:pPr>
            <a:r>
              <a:rPr lang="en-US" altLang="en-LK" sz="1400">
                <a:latin typeface="Courier New" panose="02070309020205020404" pitchFamily="49" charset="0"/>
              </a:rPr>
              <a:t>   private Singleton() {}</a:t>
            </a:r>
          </a:p>
          <a:p>
            <a:pPr>
              <a:buFont typeface="Wingdings" pitchFamily="2" charset="2"/>
              <a:buNone/>
            </a:pPr>
            <a:endParaRPr lang="en-US" altLang="en-LK" sz="1400">
              <a:latin typeface="Courier New" panose="02070309020205020404" pitchFamily="49" charset="0"/>
            </a:endParaRPr>
          </a:p>
          <a:p>
            <a:pPr>
              <a:buFont typeface="Wingdings" pitchFamily="2" charset="2"/>
              <a:buNone/>
            </a:pPr>
            <a:r>
              <a:rPr lang="en-US" altLang="en-LK" sz="1400">
                <a:latin typeface="Courier New" panose="02070309020205020404" pitchFamily="49" charset="0"/>
              </a:rPr>
              <a:t>   private static Singleton uniqueInstance = new Singleton()</a:t>
            </a:r>
          </a:p>
          <a:p>
            <a:pPr>
              <a:buFont typeface="Wingdings" pitchFamily="2" charset="2"/>
              <a:buNone/>
            </a:pPr>
            <a:endParaRPr lang="en-US" altLang="en-LK" sz="1400">
              <a:latin typeface="Courier New" panose="02070309020205020404" pitchFamily="49" charset="0"/>
            </a:endParaRPr>
          </a:p>
          <a:p>
            <a:pPr>
              <a:buFont typeface="Wingdings" pitchFamily="2" charset="2"/>
              <a:buNone/>
            </a:pPr>
            <a:r>
              <a:rPr lang="en-US" altLang="en-LK" sz="1400">
                <a:latin typeface="Courier New" panose="02070309020205020404" pitchFamily="49" charset="0"/>
              </a:rPr>
              <a:t>   public static Singleton getInstance()</a:t>
            </a:r>
          </a:p>
          <a:p>
            <a:pPr>
              <a:buFont typeface="Wingdings" pitchFamily="2" charset="2"/>
              <a:buNone/>
            </a:pPr>
            <a:r>
              <a:rPr lang="en-US" altLang="en-LK" sz="1400">
                <a:latin typeface="Courier New" panose="02070309020205020404" pitchFamily="49" charset="0"/>
              </a:rPr>
              <a:t>   {</a:t>
            </a:r>
          </a:p>
          <a:p>
            <a:pPr>
              <a:buFont typeface="Wingdings" pitchFamily="2" charset="2"/>
              <a:buNone/>
            </a:pPr>
            <a:r>
              <a:rPr lang="en-US" altLang="en-LK" sz="1400">
                <a:latin typeface="Courier New" panose="02070309020205020404" pitchFamily="49" charset="0"/>
              </a:rPr>
              <a:t>		return uniqueInstance;</a:t>
            </a:r>
          </a:p>
          <a:p>
            <a:pPr>
              <a:buFont typeface="Wingdings" pitchFamily="2" charset="2"/>
              <a:buNone/>
            </a:pPr>
            <a:r>
              <a:rPr lang="en-US" altLang="en-LK" sz="1400">
                <a:latin typeface="Courier New" panose="02070309020205020404" pitchFamily="49" charset="0"/>
              </a:rPr>
              <a:t>   }</a:t>
            </a:r>
          </a:p>
          <a:p>
            <a:pPr>
              <a:buFont typeface="Wingdings" pitchFamily="2" charset="2"/>
              <a:buNone/>
            </a:pPr>
            <a:endParaRPr lang="en-US" altLang="en-LK" sz="1400">
              <a:latin typeface="Courier New" panose="02070309020205020404" pitchFamily="49" charset="0"/>
            </a:endParaRPr>
          </a:p>
          <a:p>
            <a:pPr>
              <a:buFont typeface="Wingdings" pitchFamily="2" charset="2"/>
              <a:buNone/>
            </a:pPr>
            <a:r>
              <a:rPr lang="en-US" altLang="en-LK" sz="1400">
                <a:latin typeface="Courier New" panose="02070309020205020404" pitchFamily="49" charset="0"/>
              </a:rPr>
              <a:t>}</a:t>
            </a:r>
          </a:p>
          <a:p>
            <a:pPr>
              <a:buFont typeface="Wingdings" pitchFamily="2" charset="2"/>
              <a:buNone/>
            </a:pPr>
            <a:endParaRPr lang="en-US" altLang="en-LK" sz="1400">
              <a:latin typeface="Courier New" panose="02070309020205020404" pitchFamily="49" charset="0"/>
            </a:endParaRPr>
          </a:p>
        </p:txBody>
      </p:sp>
      <p:sp>
        <p:nvSpPr>
          <p:cNvPr id="28677" name="Slide Number Placeholder 3">
            <a:extLst>
              <a:ext uri="{FF2B5EF4-FFF2-40B4-BE49-F238E27FC236}">
                <a16:creationId xmlns:a16="http://schemas.microsoft.com/office/drawing/2014/main" id="{295FC8C7-D3F4-373F-32C2-8FA543BD676D}"/>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1B448B1-5090-914B-89EB-FDC18439030B}" type="slidenum">
              <a:rPr lang="en-US" altLang="en-LK" sz="1000">
                <a:latin typeface="Arial Black" panose="020B0604020202020204" pitchFamily="34" charset="0"/>
              </a:rPr>
              <a:pPr algn="r" eaLnBrk="1" hangingPunct="1"/>
              <a:t>26</a:t>
            </a:fld>
            <a:endParaRPr lang="en-US" altLang="en-LK" sz="1000">
              <a:latin typeface="Arial Black" panose="020B0604020202020204" pitchFamily="34" charset="0"/>
            </a:endParaRPr>
          </a:p>
        </p:txBody>
      </p:sp>
      <p:sp>
        <p:nvSpPr>
          <p:cNvPr id="28678" name="Date Placeholder 4">
            <a:extLst>
              <a:ext uri="{FF2B5EF4-FFF2-40B4-BE49-F238E27FC236}">
                <a16:creationId xmlns:a16="http://schemas.microsoft.com/office/drawing/2014/main" id="{60873B59-8ADF-1436-131B-8553B0087FA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4940BC-2F70-144B-84DB-A9E3C09C5A08}" type="datetime1">
              <a:rPr lang="en-US" altLang="en-LK" smtClean="0"/>
              <a:pPr/>
              <a:t>10/1/25</a:t>
            </a:fld>
            <a:endParaRPr lang="en-US" altLang="en-LK"/>
          </a:p>
        </p:txBody>
      </p:sp>
      <p:sp>
        <p:nvSpPr>
          <p:cNvPr id="28679" name="Text Box 7">
            <a:extLst>
              <a:ext uri="{FF2B5EF4-FFF2-40B4-BE49-F238E27FC236}">
                <a16:creationId xmlns:a16="http://schemas.microsoft.com/office/drawing/2014/main" id="{46B59F0B-474C-A242-FF61-908596AD7CFE}"/>
              </a:ext>
            </a:extLst>
          </p:cNvPr>
          <p:cNvSpPr txBox="1">
            <a:spLocks noChangeArrowheads="1"/>
          </p:cNvSpPr>
          <p:nvPr/>
        </p:nvSpPr>
        <p:spPr bwMode="auto">
          <a:xfrm>
            <a:off x="3429000" y="5181600"/>
            <a:ext cx="4876800" cy="1338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buFontTx/>
              <a:buAutoNum type="arabicPeriod"/>
            </a:pPr>
            <a:r>
              <a:rPr lang="en-US" altLang="en-LK"/>
              <a:t>Instance is created the first time any member of the class is referenced. </a:t>
            </a:r>
          </a:p>
          <a:p>
            <a:pPr>
              <a:spcBef>
                <a:spcPct val="50000"/>
              </a:spcBef>
              <a:buFontTx/>
              <a:buAutoNum type="arabicPeriod"/>
            </a:pPr>
            <a:r>
              <a:rPr lang="en-US" altLang="en-LK"/>
              <a:t>Good to use if the application always creates; and if little overhead to create.</a:t>
            </a:r>
          </a:p>
        </p:txBody>
      </p:sp>
      <p:sp>
        <p:nvSpPr>
          <p:cNvPr id="28680" name="Line 8">
            <a:extLst>
              <a:ext uri="{FF2B5EF4-FFF2-40B4-BE49-F238E27FC236}">
                <a16:creationId xmlns:a16="http://schemas.microsoft.com/office/drawing/2014/main" id="{260DB445-CA5B-D99A-8DEC-7AA61423B1A1}"/>
              </a:ext>
            </a:extLst>
          </p:cNvPr>
          <p:cNvSpPr>
            <a:spLocks noChangeShapeType="1"/>
          </p:cNvSpPr>
          <p:nvPr/>
        </p:nvSpPr>
        <p:spPr bwMode="auto">
          <a:xfrm flipH="1" flipV="1">
            <a:off x="5867400" y="2819400"/>
            <a:ext cx="6858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LK"/>
          </a:p>
        </p:txBody>
      </p:sp>
      <p:sp>
        <p:nvSpPr>
          <p:cNvPr id="28681" name="Text Box 9">
            <a:extLst>
              <a:ext uri="{FF2B5EF4-FFF2-40B4-BE49-F238E27FC236}">
                <a16:creationId xmlns:a16="http://schemas.microsoft.com/office/drawing/2014/main" id="{BAC6D366-6F2D-98B9-617D-46BB8E1E5E49}"/>
              </a:ext>
            </a:extLst>
          </p:cNvPr>
          <p:cNvSpPr txBox="1">
            <a:spLocks noChangeArrowheads="1"/>
          </p:cNvSpPr>
          <p:nvPr/>
        </p:nvSpPr>
        <p:spPr bwMode="auto">
          <a:xfrm>
            <a:off x="6477000" y="3505200"/>
            <a:ext cx="2286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LK"/>
              <a:t>Runtime guarantees that this is thread-safe</a:t>
            </a:r>
          </a:p>
        </p:txBody>
      </p:sp>
      <p:sp>
        <p:nvSpPr>
          <p:cNvPr id="28682" name="Text Box 10">
            <a:extLst>
              <a:ext uri="{FF2B5EF4-FFF2-40B4-BE49-F238E27FC236}">
                <a16:creationId xmlns:a16="http://schemas.microsoft.com/office/drawing/2014/main" id="{513BCE09-9CD0-29C4-1AB3-EBA8C851502E}"/>
              </a:ext>
            </a:extLst>
          </p:cNvPr>
          <p:cNvSpPr txBox="1">
            <a:spLocks noChangeArrowheads="1"/>
          </p:cNvSpPr>
          <p:nvPr/>
        </p:nvSpPr>
        <p:spPr bwMode="auto">
          <a:xfrm>
            <a:off x="7315200" y="1905000"/>
            <a:ext cx="11430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LK"/>
              <a:t>pg 181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BACEF964-70A5-56E8-0CAE-91F9267FC96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A3D5B96-5843-634A-84AD-2A153969252E}" type="slidenum">
              <a:rPr lang="en-US" altLang="en-LK">
                <a:latin typeface="Arial Black" panose="020B0604020202020204" pitchFamily="34" charset="0"/>
              </a:rPr>
              <a:pPr/>
              <a:t>27</a:t>
            </a:fld>
            <a:endParaRPr lang="en-US" altLang="en-LK">
              <a:latin typeface="Arial Black" panose="020B0604020202020204" pitchFamily="34" charset="0"/>
            </a:endParaRPr>
          </a:p>
        </p:txBody>
      </p:sp>
      <p:sp>
        <p:nvSpPr>
          <p:cNvPr id="29699" name="Title 1">
            <a:extLst>
              <a:ext uri="{FF2B5EF4-FFF2-40B4-BE49-F238E27FC236}">
                <a16:creationId xmlns:a16="http://schemas.microsoft.com/office/drawing/2014/main" id="{E1B7D531-BE70-2801-56B0-2B254D8EDDA3}"/>
              </a:ext>
            </a:extLst>
          </p:cNvPr>
          <p:cNvSpPr>
            <a:spLocks noGrp="1"/>
          </p:cNvSpPr>
          <p:nvPr>
            <p:ph type="title"/>
          </p:nvPr>
        </p:nvSpPr>
        <p:spPr/>
        <p:txBody>
          <a:bodyPr/>
          <a:lstStyle/>
          <a:p>
            <a:r>
              <a:rPr lang="en-US" altLang="en-LK"/>
              <a:t>Lab #1: Turn a class into a Singleton</a:t>
            </a:r>
          </a:p>
        </p:txBody>
      </p:sp>
      <p:sp>
        <p:nvSpPr>
          <p:cNvPr id="29700" name="Content Placeholder 2">
            <a:extLst>
              <a:ext uri="{FF2B5EF4-FFF2-40B4-BE49-F238E27FC236}">
                <a16:creationId xmlns:a16="http://schemas.microsoft.com/office/drawing/2014/main" id="{5253AD4B-2514-C1EE-4508-91C8327BB0EB}"/>
              </a:ext>
            </a:extLst>
          </p:cNvPr>
          <p:cNvSpPr>
            <a:spLocks noGrp="1"/>
          </p:cNvSpPr>
          <p:nvPr>
            <p:ph idx="1"/>
          </p:nvPr>
        </p:nvSpPr>
        <p:spPr>
          <a:xfrm>
            <a:off x="381000" y="1143000"/>
            <a:ext cx="8229600" cy="5105400"/>
          </a:xfrm>
        </p:spPr>
        <p:txBody>
          <a:bodyPr/>
          <a:lstStyle/>
          <a:p>
            <a:pPr>
              <a:buFont typeface="Wingdings" pitchFamily="2" charset="2"/>
              <a:buNone/>
            </a:pPr>
            <a:endParaRPr lang="en-US" altLang="en-LK"/>
          </a:p>
          <a:p>
            <a:pPr>
              <a:buFont typeface="Wingdings" pitchFamily="2" charset="2"/>
              <a:buNone/>
            </a:pPr>
            <a:r>
              <a:rPr lang="en-US" altLang="en-LK"/>
              <a:t> </a:t>
            </a:r>
            <a:r>
              <a:rPr lang="en-US" altLang="en-LK" sz="1600">
                <a:latin typeface="Courier New" panose="02070309020205020404" pitchFamily="49" charset="0"/>
                <a:cs typeface="Courier New" panose="02070309020205020404" pitchFamily="49" charset="0"/>
              </a:rPr>
              <a:t>public class Logger {</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		public Logger() {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public void WriteLine(string text) {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public string ReadEntireLog()</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            return “Log Entries Here”;</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a:t>
            </a:r>
          </a:p>
          <a:p>
            <a:pPr>
              <a:buFont typeface="Wingdings" pitchFamily="2" charset="2"/>
              <a:buNone/>
            </a:pPr>
            <a:endParaRPr lang="en-US" altLang="en-LK"/>
          </a:p>
        </p:txBody>
      </p:sp>
      <p:sp>
        <p:nvSpPr>
          <p:cNvPr id="29701" name="Slide Number Placeholder 3">
            <a:extLst>
              <a:ext uri="{FF2B5EF4-FFF2-40B4-BE49-F238E27FC236}">
                <a16:creationId xmlns:a16="http://schemas.microsoft.com/office/drawing/2014/main" id="{DAB0F1CB-B474-987E-B036-9451BEE56E60}"/>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DD992A3-00EE-1C43-963B-9E7334DE81B2}" type="slidenum">
              <a:rPr lang="en-US" altLang="en-LK" sz="1000">
                <a:latin typeface="Arial Black" panose="020B0604020202020204" pitchFamily="34" charset="0"/>
              </a:rPr>
              <a:pPr algn="r" eaLnBrk="1" hangingPunct="1"/>
              <a:t>27</a:t>
            </a:fld>
            <a:endParaRPr lang="en-US" altLang="en-LK" sz="1000">
              <a:latin typeface="Arial Black" panose="020B0604020202020204" pitchFamily="34" charset="0"/>
            </a:endParaRPr>
          </a:p>
        </p:txBody>
      </p:sp>
      <p:sp>
        <p:nvSpPr>
          <p:cNvPr id="29702" name="Date Placeholder 4">
            <a:extLst>
              <a:ext uri="{FF2B5EF4-FFF2-40B4-BE49-F238E27FC236}">
                <a16:creationId xmlns:a16="http://schemas.microsoft.com/office/drawing/2014/main" id="{8C7B08A7-24C4-F55A-BE25-C7DF1C6EA00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1CC524A-39B8-374D-A9EA-EC205B2B5C01}" type="datetime1">
              <a:rPr lang="en-US" altLang="en-LK" smtClean="0"/>
              <a:pPr/>
              <a:t>10/1/25</a:t>
            </a:fld>
            <a:endParaRPr lang="en-US" altLang="en-LK"/>
          </a:p>
        </p:txBody>
      </p:sp>
      <p:sp>
        <p:nvSpPr>
          <p:cNvPr id="29703" name="TextBox 6">
            <a:extLst>
              <a:ext uri="{FF2B5EF4-FFF2-40B4-BE49-F238E27FC236}">
                <a16:creationId xmlns:a16="http://schemas.microsoft.com/office/drawing/2014/main" id="{03AE0472-7452-2528-91FA-B5196311A3C6}"/>
              </a:ext>
            </a:extLst>
          </p:cNvPr>
          <p:cNvSpPr txBox="1">
            <a:spLocks noChangeArrowheads="1"/>
          </p:cNvSpPr>
          <p:nvPr/>
        </p:nvSpPr>
        <p:spPr bwMode="auto">
          <a:xfrm>
            <a:off x="914400" y="5562600"/>
            <a:ext cx="5943600"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LK"/>
              <a:t>Take this class and turn it into a Singleton.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188CF9D7-4B92-6235-CB4E-F8708080D23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A769F2-AA8E-804B-BBCF-E865ED36F00D}" type="slidenum">
              <a:rPr lang="en-US" altLang="en-LK">
                <a:latin typeface="Arial Black" panose="020B0604020202020204" pitchFamily="34" charset="0"/>
              </a:rPr>
              <a:pPr/>
              <a:t>28</a:t>
            </a:fld>
            <a:endParaRPr lang="en-US" altLang="en-LK">
              <a:latin typeface="Arial Black" panose="020B0604020202020204" pitchFamily="34" charset="0"/>
            </a:endParaRPr>
          </a:p>
        </p:txBody>
      </p:sp>
      <p:sp>
        <p:nvSpPr>
          <p:cNvPr id="30723" name="Rectangle 2">
            <a:extLst>
              <a:ext uri="{FF2B5EF4-FFF2-40B4-BE49-F238E27FC236}">
                <a16:creationId xmlns:a16="http://schemas.microsoft.com/office/drawing/2014/main" id="{AD2F6FCD-68EF-EEC3-6532-0876ED034E22}"/>
              </a:ext>
            </a:extLst>
          </p:cNvPr>
          <p:cNvSpPr>
            <a:spLocks noGrp="1" noChangeArrowheads="1"/>
          </p:cNvSpPr>
          <p:nvPr>
            <p:ph type="title"/>
          </p:nvPr>
        </p:nvSpPr>
        <p:spPr/>
        <p:txBody>
          <a:bodyPr/>
          <a:lstStyle/>
          <a:p>
            <a:r>
              <a:rPr lang="en-US" altLang="en-LK"/>
              <a:t>Lab #1 Answer</a:t>
            </a:r>
          </a:p>
        </p:txBody>
      </p:sp>
      <p:sp>
        <p:nvSpPr>
          <p:cNvPr id="30724" name="Rectangle 3">
            <a:extLst>
              <a:ext uri="{FF2B5EF4-FFF2-40B4-BE49-F238E27FC236}">
                <a16:creationId xmlns:a16="http://schemas.microsoft.com/office/drawing/2014/main" id="{71C9CC19-7683-673D-D784-7DA2F24439EE}"/>
              </a:ext>
            </a:extLst>
          </p:cNvPr>
          <p:cNvSpPr>
            <a:spLocks noGrp="1" noChangeArrowheads="1"/>
          </p:cNvSpPr>
          <p:nvPr>
            <p:ph type="body" idx="1"/>
          </p:nvPr>
        </p:nvSpPr>
        <p:spPr>
          <a:xfrm>
            <a:off x="381000" y="1371600"/>
            <a:ext cx="8229600" cy="4038600"/>
          </a:xfrm>
        </p:spPr>
        <p:txBody>
          <a:bodyPr/>
          <a:lstStyle/>
          <a:p>
            <a:pPr>
              <a:lnSpc>
                <a:spcPct val="80000"/>
              </a:lnSpc>
              <a:buFont typeface="Wingdings" pitchFamily="2" charset="2"/>
              <a:buNone/>
            </a:pPr>
            <a:r>
              <a:rPr lang="en-US" altLang="en-LK" sz="1600">
                <a:latin typeface="Courier New" panose="02070309020205020404" pitchFamily="49" charset="0"/>
              </a:rPr>
              <a:t> public class Logger</a:t>
            </a:r>
          </a:p>
          <a:p>
            <a:pPr>
              <a:lnSpc>
                <a:spcPct val="80000"/>
              </a:lnSpc>
              <a:buFont typeface="Wingdings" pitchFamily="2" charset="2"/>
              <a:buNone/>
            </a:pPr>
            <a:r>
              <a:rPr lang="en-US" altLang="en-LK" sz="1600">
                <a:latin typeface="Courier New" panose="02070309020205020404" pitchFamily="49" charset="0"/>
              </a:rPr>
              <a:t>    {</a:t>
            </a:r>
          </a:p>
          <a:p>
            <a:pPr>
              <a:lnSpc>
                <a:spcPct val="80000"/>
              </a:lnSpc>
              <a:buFont typeface="Wingdings" pitchFamily="2" charset="2"/>
              <a:buNone/>
            </a:pPr>
            <a:r>
              <a:rPr lang="en-US" altLang="en-LK" sz="1600">
                <a:latin typeface="Courier New" panose="02070309020205020404" pitchFamily="49" charset="0"/>
              </a:rPr>
              <a:t>        private Logger() { }</a:t>
            </a:r>
          </a:p>
          <a:p>
            <a:pPr>
              <a:lnSpc>
                <a:spcPct val="80000"/>
              </a:lnSpc>
              <a:buFont typeface="Wingdings" pitchFamily="2" charset="2"/>
              <a:buNone/>
            </a:pPr>
            <a:endParaRPr lang="en-US" altLang="en-LK" sz="1600">
              <a:latin typeface="Courier New" panose="02070309020205020404" pitchFamily="49" charset="0"/>
            </a:endParaRPr>
          </a:p>
          <a:p>
            <a:pPr>
              <a:lnSpc>
                <a:spcPct val="80000"/>
              </a:lnSpc>
              <a:buFont typeface="Wingdings" pitchFamily="2" charset="2"/>
              <a:buNone/>
            </a:pPr>
            <a:r>
              <a:rPr lang="en-US" altLang="en-LK" sz="1600">
                <a:latin typeface="Courier New" panose="02070309020205020404" pitchFamily="49" charset="0"/>
              </a:rPr>
              <a:t>        private static Logger instance;</a:t>
            </a:r>
          </a:p>
          <a:p>
            <a:pPr>
              <a:lnSpc>
                <a:spcPct val="80000"/>
              </a:lnSpc>
              <a:buFont typeface="Wingdings" pitchFamily="2" charset="2"/>
              <a:buNone/>
            </a:pPr>
            <a:r>
              <a:rPr lang="en-US" altLang="en-LK" sz="1600">
                <a:latin typeface="Courier New" panose="02070309020205020404" pitchFamily="49" charset="0"/>
              </a:rPr>
              <a:t>        public static Logger getInstance()</a:t>
            </a:r>
          </a:p>
          <a:p>
            <a:pPr>
              <a:lnSpc>
                <a:spcPct val="80000"/>
              </a:lnSpc>
              <a:buFont typeface="Wingdings" pitchFamily="2" charset="2"/>
              <a:buNone/>
            </a:pPr>
            <a:r>
              <a:rPr lang="en-US" altLang="en-LK" sz="1600">
                <a:latin typeface="Courier New" panose="02070309020205020404" pitchFamily="49" charset="0"/>
              </a:rPr>
              <a:t>        {</a:t>
            </a:r>
          </a:p>
          <a:p>
            <a:pPr>
              <a:lnSpc>
                <a:spcPct val="80000"/>
              </a:lnSpc>
              <a:buFont typeface="Wingdings" pitchFamily="2" charset="2"/>
              <a:buNone/>
            </a:pPr>
            <a:r>
              <a:rPr lang="en-US" altLang="en-LK" sz="1600">
                <a:latin typeface="Courier New" panose="02070309020205020404" pitchFamily="49" charset="0"/>
              </a:rPr>
              <a:t>             if (instance == null)</a:t>
            </a:r>
          </a:p>
          <a:p>
            <a:pPr>
              <a:lnSpc>
                <a:spcPct val="80000"/>
              </a:lnSpc>
              <a:buFont typeface="Wingdings" pitchFamily="2" charset="2"/>
              <a:buNone/>
            </a:pPr>
            <a:r>
              <a:rPr lang="en-US" altLang="en-LK" sz="1600">
                <a:latin typeface="Courier New" panose="02070309020205020404" pitchFamily="49" charset="0"/>
              </a:rPr>
              <a:t>                 instance = new Logger();</a:t>
            </a:r>
          </a:p>
          <a:p>
            <a:pPr>
              <a:lnSpc>
                <a:spcPct val="80000"/>
              </a:lnSpc>
              <a:buFont typeface="Wingdings" pitchFamily="2" charset="2"/>
              <a:buNone/>
            </a:pPr>
            <a:endParaRPr lang="en-US" altLang="en-LK" sz="1600">
              <a:latin typeface="Courier New" panose="02070309020205020404" pitchFamily="49" charset="0"/>
            </a:endParaRPr>
          </a:p>
          <a:p>
            <a:pPr>
              <a:lnSpc>
                <a:spcPct val="80000"/>
              </a:lnSpc>
              <a:buFont typeface="Wingdings" pitchFamily="2" charset="2"/>
              <a:buNone/>
            </a:pPr>
            <a:r>
              <a:rPr lang="en-US" altLang="en-LK" sz="1600">
                <a:latin typeface="Courier New" panose="02070309020205020404" pitchFamily="49" charset="0"/>
              </a:rPr>
              <a:t>              return instance;</a:t>
            </a:r>
          </a:p>
          <a:p>
            <a:pPr>
              <a:lnSpc>
                <a:spcPct val="80000"/>
              </a:lnSpc>
              <a:buFont typeface="Wingdings" pitchFamily="2" charset="2"/>
              <a:buNone/>
            </a:pPr>
            <a:r>
              <a:rPr lang="en-US" altLang="en-LK" sz="1600">
                <a:latin typeface="Courier New" panose="02070309020205020404" pitchFamily="49" charset="0"/>
              </a:rPr>
              <a:t>        }</a:t>
            </a:r>
          </a:p>
          <a:p>
            <a:pPr>
              <a:lnSpc>
                <a:spcPct val="80000"/>
              </a:lnSpc>
              <a:buFont typeface="Wingdings" pitchFamily="2" charset="2"/>
              <a:buNone/>
            </a:pPr>
            <a:endParaRPr lang="en-US" altLang="en-LK" sz="1600">
              <a:latin typeface="Courier New" panose="02070309020205020404" pitchFamily="49" charset="0"/>
            </a:endParaRPr>
          </a:p>
          <a:p>
            <a:pPr>
              <a:lnSpc>
                <a:spcPct val="80000"/>
              </a:lnSpc>
              <a:buFont typeface="Wingdings" pitchFamily="2" charset="2"/>
              <a:buNone/>
            </a:pPr>
            <a:r>
              <a:rPr lang="en-US" altLang="en-LK" sz="1600">
                <a:latin typeface="Courier New" panose="02070309020205020404" pitchFamily="49" charset="0"/>
              </a:rPr>
              <a:t>        //Functions</a:t>
            </a:r>
          </a:p>
          <a:p>
            <a:pPr>
              <a:lnSpc>
                <a:spcPct val="80000"/>
              </a:lnSpc>
              <a:buFont typeface="Wingdings" pitchFamily="2" charset="2"/>
              <a:buNone/>
            </a:pPr>
            <a:r>
              <a:rPr lang="en-US" altLang="en-LK" sz="1600">
                <a:latin typeface="Courier New" panose="02070309020205020404" pitchFamily="49" charset="0"/>
              </a:rPr>
              <a:t>		. . .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95BBE6C8-FA57-7ECA-70D4-24E3C9F4FB21}"/>
              </a:ext>
            </a:extLst>
          </p:cNvPr>
          <p:cNvSpPr>
            <a:spLocks noGrp="1"/>
          </p:cNvSpPr>
          <p:nvPr>
            <p:ph type="title"/>
          </p:nvPr>
        </p:nvSpPr>
        <p:spPr>
          <a:xfrm>
            <a:off x="304800" y="457200"/>
            <a:ext cx="8229600" cy="762000"/>
          </a:xfrm>
        </p:spPr>
        <p:txBody>
          <a:bodyPr/>
          <a:lstStyle/>
          <a:p>
            <a:r>
              <a:rPr lang="en-US" altLang="en-LK"/>
              <a:t>Lab #2</a:t>
            </a:r>
          </a:p>
        </p:txBody>
      </p:sp>
      <p:sp>
        <p:nvSpPr>
          <p:cNvPr id="31747" name="Content Placeholder 2">
            <a:extLst>
              <a:ext uri="{FF2B5EF4-FFF2-40B4-BE49-F238E27FC236}">
                <a16:creationId xmlns:a16="http://schemas.microsoft.com/office/drawing/2014/main" id="{310C0E74-D47C-A9B1-DD05-0E454FAB29CE}"/>
              </a:ext>
            </a:extLst>
          </p:cNvPr>
          <p:cNvSpPr>
            <a:spLocks noGrp="1"/>
          </p:cNvSpPr>
          <p:nvPr>
            <p:ph idx="1"/>
          </p:nvPr>
        </p:nvSpPr>
        <p:spPr>
          <a:xfrm>
            <a:off x="228600" y="1143000"/>
            <a:ext cx="8686800" cy="5715000"/>
          </a:xfrm>
        </p:spPr>
        <p:txBody>
          <a:bodyPr/>
          <a:lstStyle/>
          <a:p>
            <a:pPr>
              <a:buFont typeface="Wingdings" pitchFamily="2" charset="2"/>
              <a:buNone/>
            </a:pPr>
            <a:r>
              <a:rPr lang="en-US" altLang="en-LK" sz="1400">
                <a:latin typeface="Courier New" panose="02070309020205020404" pitchFamily="49" charset="0"/>
                <a:cs typeface="Courier New" panose="02070309020205020404" pitchFamily="49" charset="0"/>
              </a:rPr>
              <a:t> public class BaseSingleton {</a:t>
            </a:r>
          </a:p>
          <a:p>
            <a:pPr>
              <a:buFont typeface="Wingdings" pitchFamily="2" charset="2"/>
              <a:buNone/>
            </a:pPr>
            <a:r>
              <a:rPr lang="en-US" altLang="en-LK" sz="1400">
                <a:latin typeface="Courier New" panose="02070309020205020404" pitchFamily="49" charset="0"/>
                <a:cs typeface="Courier New" panose="02070309020205020404" pitchFamily="49" charset="0"/>
              </a:rPr>
              <a:t>        private BaseSingleton() { }</a:t>
            </a:r>
          </a:p>
          <a:p>
            <a:pPr>
              <a:buFont typeface="Wingdings" pitchFamily="2" charset="2"/>
              <a:buNone/>
            </a:pPr>
            <a:endParaRPr lang="en-US" altLang="en-LK" sz="1400">
              <a:latin typeface="Courier New" panose="02070309020205020404" pitchFamily="49" charset="0"/>
              <a:cs typeface="Courier New" panose="02070309020205020404" pitchFamily="49" charset="0"/>
            </a:endParaRPr>
          </a:p>
          <a:p>
            <a:pPr>
              <a:buFont typeface="Wingdings" pitchFamily="2" charset="2"/>
              <a:buNone/>
            </a:pPr>
            <a:r>
              <a:rPr lang="en-US" altLang="en-LK" sz="1400">
                <a:latin typeface="Courier New" panose="02070309020205020404" pitchFamily="49" charset="0"/>
                <a:cs typeface="Courier New" panose="02070309020205020404" pitchFamily="49" charset="0"/>
              </a:rPr>
              <a:t>        private static BaseSingleton instance;</a:t>
            </a:r>
          </a:p>
          <a:p>
            <a:pPr>
              <a:buFont typeface="Wingdings" pitchFamily="2" charset="2"/>
              <a:buNone/>
            </a:pPr>
            <a:r>
              <a:rPr lang="en-US" altLang="en-LK" sz="1400">
                <a:latin typeface="Courier New" panose="02070309020205020404" pitchFamily="49" charset="0"/>
                <a:cs typeface="Courier New" panose="02070309020205020404" pitchFamily="49" charset="0"/>
              </a:rPr>
              <a:t>        public static BaseSingleton getInstance()</a:t>
            </a:r>
          </a:p>
          <a:p>
            <a:pPr>
              <a:buFont typeface="Wingdings" pitchFamily="2" charset="2"/>
              <a:buNone/>
            </a:pPr>
            <a:r>
              <a:rPr lang="en-US" altLang="en-LK" sz="1400">
                <a:latin typeface="Courier New" panose="02070309020205020404" pitchFamily="49" charset="0"/>
                <a:cs typeface="Courier New" panose="02070309020205020404" pitchFamily="49" charset="0"/>
              </a:rPr>
              <a:t>        {</a:t>
            </a:r>
          </a:p>
          <a:p>
            <a:pPr>
              <a:buFont typeface="Wingdings" pitchFamily="2" charset="2"/>
              <a:buNone/>
            </a:pPr>
            <a:r>
              <a:rPr lang="en-US" altLang="en-LK" sz="1400">
                <a:latin typeface="Courier New" panose="02070309020205020404" pitchFamily="49" charset="0"/>
                <a:cs typeface="Courier New" panose="02070309020205020404" pitchFamily="49" charset="0"/>
              </a:rPr>
              <a:t>            if (instance == null) {</a:t>
            </a:r>
          </a:p>
          <a:p>
            <a:pPr>
              <a:buFont typeface="Wingdings" pitchFamily="2" charset="2"/>
              <a:buNone/>
            </a:pPr>
            <a:r>
              <a:rPr lang="en-US" altLang="en-LK" sz="1400">
                <a:latin typeface="Courier New" panose="02070309020205020404" pitchFamily="49" charset="0"/>
                <a:cs typeface="Courier New" panose="02070309020205020404" pitchFamily="49" charset="0"/>
              </a:rPr>
              <a:t>               instance = new BaseSingleton();</a:t>
            </a:r>
          </a:p>
          <a:p>
            <a:pPr>
              <a:buFont typeface="Wingdings" pitchFamily="2" charset="2"/>
              <a:buNone/>
            </a:pPr>
            <a:r>
              <a:rPr lang="en-US" altLang="en-LK" sz="1400">
                <a:latin typeface="Courier New" panose="02070309020205020404" pitchFamily="49" charset="0"/>
                <a:cs typeface="Courier New" panose="02070309020205020404" pitchFamily="49" charset="0"/>
              </a:rPr>
              <a:t>             }             </a:t>
            </a:r>
          </a:p>
          <a:p>
            <a:pPr>
              <a:buFont typeface="Wingdings" pitchFamily="2" charset="2"/>
              <a:buNone/>
            </a:pPr>
            <a:r>
              <a:rPr lang="en-US" altLang="en-LK" sz="1400">
                <a:latin typeface="Courier New" panose="02070309020205020404" pitchFamily="49" charset="0"/>
                <a:cs typeface="Courier New" panose="02070309020205020404" pitchFamily="49" charset="0"/>
              </a:rPr>
              <a:t>            return instance;</a:t>
            </a:r>
          </a:p>
          <a:p>
            <a:pPr>
              <a:buFont typeface="Wingdings" pitchFamily="2" charset="2"/>
              <a:buNone/>
            </a:pPr>
            <a:r>
              <a:rPr lang="en-US" altLang="en-LK" sz="1400">
                <a:latin typeface="Courier New" panose="02070309020205020404" pitchFamily="49" charset="0"/>
                <a:cs typeface="Courier New" panose="02070309020205020404" pitchFamily="49" charset="0"/>
              </a:rPr>
              <a:t>        }</a:t>
            </a:r>
          </a:p>
          <a:p>
            <a:pPr>
              <a:buFont typeface="Wingdings" pitchFamily="2" charset="2"/>
              <a:buNone/>
            </a:pPr>
            <a:endParaRPr lang="en-US" altLang="en-LK" sz="1400">
              <a:latin typeface="Courier New" panose="02070309020205020404" pitchFamily="49" charset="0"/>
              <a:cs typeface="Courier New" panose="02070309020205020404" pitchFamily="49" charset="0"/>
            </a:endParaRPr>
          </a:p>
          <a:p>
            <a:pPr>
              <a:buFont typeface="Wingdings" pitchFamily="2" charset="2"/>
              <a:buNone/>
            </a:pPr>
            <a:r>
              <a:rPr lang="en-US" altLang="en-LK" sz="1400">
                <a:latin typeface="Courier New" panose="02070309020205020404" pitchFamily="49" charset="0"/>
                <a:cs typeface="Courier New" panose="02070309020205020404" pitchFamily="49" charset="0"/>
              </a:rPr>
              <a:t>        //Some state variables</a:t>
            </a:r>
          </a:p>
          <a:p>
            <a:pPr>
              <a:buFont typeface="Wingdings" pitchFamily="2" charset="2"/>
              <a:buNone/>
            </a:pPr>
            <a:r>
              <a:rPr lang="en-US" altLang="en-LK" sz="1400">
                <a:latin typeface="Courier New" panose="02070309020205020404" pitchFamily="49" charset="0"/>
                <a:cs typeface="Courier New" panose="02070309020205020404" pitchFamily="49" charset="0"/>
              </a:rPr>
              <a:t>        protected int someInt;</a:t>
            </a:r>
          </a:p>
          <a:p>
            <a:pPr>
              <a:buFont typeface="Wingdings" pitchFamily="2" charset="2"/>
              <a:buNone/>
            </a:pPr>
            <a:r>
              <a:rPr lang="en-US" altLang="en-LK" sz="1400">
                <a:latin typeface="Courier New" panose="02070309020205020404" pitchFamily="49" charset="0"/>
                <a:cs typeface="Courier New" panose="02070309020205020404" pitchFamily="49" charset="0"/>
              </a:rPr>
              <a:t>        </a:t>
            </a:r>
          </a:p>
          <a:p>
            <a:pPr>
              <a:buFont typeface="Wingdings" pitchFamily="2" charset="2"/>
              <a:buNone/>
            </a:pPr>
            <a:r>
              <a:rPr lang="en-US" altLang="en-LK" sz="1400">
                <a:latin typeface="Courier New" panose="02070309020205020404" pitchFamily="49" charset="0"/>
                <a:cs typeface="Courier New" panose="02070309020205020404" pitchFamily="49" charset="0"/>
              </a:rPr>
              <a:t>        //Function is marked as virtual so that it can be overidden</a:t>
            </a:r>
          </a:p>
          <a:p>
            <a:pPr>
              <a:buFont typeface="Wingdings" pitchFamily="2" charset="2"/>
              <a:buNone/>
            </a:pPr>
            <a:r>
              <a:rPr lang="en-US" altLang="en-LK" sz="1400">
                <a:latin typeface="Courier New" panose="02070309020205020404" pitchFamily="49" charset="0"/>
                <a:cs typeface="Courier New" panose="02070309020205020404" pitchFamily="49" charset="0"/>
              </a:rPr>
              <a:t>        public void DoSomething() {</a:t>
            </a:r>
          </a:p>
          <a:p>
            <a:pPr>
              <a:buFont typeface="Wingdings" pitchFamily="2" charset="2"/>
              <a:buNone/>
            </a:pPr>
            <a:r>
              <a:rPr lang="en-US" altLang="en-LK" sz="1400">
                <a:latin typeface="Courier New" panose="02070309020205020404" pitchFamily="49" charset="0"/>
                <a:cs typeface="Courier New" panose="02070309020205020404" pitchFamily="49" charset="0"/>
              </a:rPr>
              <a:t>            someInt = 1;</a:t>
            </a:r>
          </a:p>
          <a:p>
            <a:pPr>
              <a:buFont typeface="Wingdings" pitchFamily="2" charset="2"/>
              <a:buNone/>
            </a:pPr>
            <a:r>
              <a:rPr lang="en-US" altLang="en-LK" sz="1400">
                <a:latin typeface="Courier New" panose="02070309020205020404" pitchFamily="49" charset="0"/>
                <a:cs typeface="Courier New" panose="02070309020205020404" pitchFamily="49" charset="0"/>
              </a:rPr>
              <a:t>        }</a:t>
            </a:r>
          </a:p>
          <a:p>
            <a:pPr>
              <a:buFont typeface="Wingdings" pitchFamily="2" charset="2"/>
              <a:buNone/>
            </a:pPr>
            <a:r>
              <a:rPr lang="en-US" altLang="en-LK" sz="1400">
                <a:latin typeface="Courier New" panose="02070309020205020404" pitchFamily="49" charset="0"/>
                <a:cs typeface="Courier New" panose="02070309020205020404" pitchFamily="49" charset="0"/>
              </a:rPr>
              <a:t>    }</a:t>
            </a:r>
          </a:p>
        </p:txBody>
      </p:sp>
      <p:sp>
        <p:nvSpPr>
          <p:cNvPr id="31748" name="Slide Number Placeholder 3">
            <a:extLst>
              <a:ext uri="{FF2B5EF4-FFF2-40B4-BE49-F238E27FC236}">
                <a16:creationId xmlns:a16="http://schemas.microsoft.com/office/drawing/2014/main" id="{FE05B615-33A6-D8DA-8996-D1383D8647C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B6947F-7777-CB45-B7A5-770CB477400F}" type="slidenum">
              <a:rPr lang="en-US" altLang="en-LK">
                <a:latin typeface="Arial Black" panose="020B0604020202020204" pitchFamily="34" charset="0"/>
              </a:rPr>
              <a:pPr/>
              <a:t>29</a:t>
            </a:fld>
            <a:endParaRPr lang="en-US" altLang="en-LK">
              <a:latin typeface="Arial Black" panose="020B0604020202020204" pitchFamily="34" charset="0"/>
            </a:endParaRPr>
          </a:p>
        </p:txBody>
      </p:sp>
      <p:sp>
        <p:nvSpPr>
          <p:cNvPr id="31749" name="Date Placeholder 4">
            <a:extLst>
              <a:ext uri="{FF2B5EF4-FFF2-40B4-BE49-F238E27FC236}">
                <a16:creationId xmlns:a16="http://schemas.microsoft.com/office/drawing/2014/main" id="{DC071855-A969-798D-B01E-05375277B35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F7109F-5E30-7944-A71B-84D4126E46DC}" type="datetime1">
              <a:rPr lang="en-US" altLang="en-LK" smtClean="0"/>
              <a:pPr/>
              <a:t>10/1/25</a:t>
            </a:fld>
            <a:endParaRPr lang="en-US" altLang="en-LK"/>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13A2737-8F00-9C49-2E8E-B738EB53010C}"/>
              </a:ext>
            </a:extLst>
          </p:cNvPr>
          <p:cNvSpPr>
            <a:spLocks noGrp="1"/>
          </p:cNvSpPr>
          <p:nvPr>
            <p:ph type="title"/>
          </p:nvPr>
        </p:nvSpPr>
        <p:spPr/>
        <p:txBody>
          <a:bodyPr/>
          <a:lstStyle/>
          <a:p>
            <a:r>
              <a:rPr lang="en-US" altLang="en-LK"/>
              <a:t>Lab #2 (cont)</a:t>
            </a:r>
          </a:p>
        </p:txBody>
      </p:sp>
      <p:sp>
        <p:nvSpPr>
          <p:cNvPr id="32771" name="Content Placeholder 2">
            <a:extLst>
              <a:ext uri="{FF2B5EF4-FFF2-40B4-BE49-F238E27FC236}">
                <a16:creationId xmlns:a16="http://schemas.microsoft.com/office/drawing/2014/main" id="{DBA1E487-10CE-E2EA-62E6-921E6CA00723}"/>
              </a:ext>
            </a:extLst>
          </p:cNvPr>
          <p:cNvSpPr>
            <a:spLocks noGrp="1"/>
          </p:cNvSpPr>
          <p:nvPr>
            <p:ph idx="1"/>
          </p:nvPr>
        </p:nvSpPr>
        <p:spPr/>
        <p:txBody>
          <a:bodyPr/>
          <a:lstStyle/>
          <a:p>
            <a:pPr>
              <a:buFont typeface="Wingdings" pitchFamily="2" charset="2"/>
              <a:buNone/>
            </a:pPr>
            <a:r>
              <a:rPr lang="en-US" altLang="en-LK" sz="1600">
                <a:latin typeface="Courier New" panose="02070309020205020404" pitchFamily="49" charset="0"/>
                <a:cs typeface="Courier New" panose="02070309020205020404" pitchFamily="49" charset="0"/>
              </a:rPr>
              <a:t>public class SubClassSingleton extends BaseSingleton</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        private SubClassSingleton() {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public void DoSomething()    </a:t>
            </a:r>
          </a:p>
          <a:p>
            <a:pPr>
              <a:buFont typeface="Wingdings" pitchFamily="2" charset="2"/>
              <a:buNone/>
            </a:pPr>
            <a:r>
              <a:rPr lang="en-US" altLang="en-LK" sz="1600">
                <a:latin typeface="Courier New" panose="02070309020205020404" pitchFamily="49" charset="0"/>
                <a:cs typeface="Courier New" panose="02070309020205020404" pitchFamily="49" charset="0"/>
              </a:rPr>
              <a:t>        {                          </a:t>
            </a:r>
          </a:p>
          <a:p>
            <a:pPr>
              <a:buFont typeface="Wingdings" pitchFamily="2" charset="2"/>
              <a:buNone/>
            </a:pPr>
            <a:r>
              <a:rPr lang="en-US" altLang="en-LK" sz="1600">
                <a:latin typeface="Courier New" panose="02070309020205020404" pitchFamily="49" charset="0"/>
                <a:cs typeface="Courier New" panose="02070309020205020404" pitchFamily="49" charset="0"/>
              </a:rPr>
              <a:t>            someInt = 2;</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public void NewFunction() { </a:t>
            </a:r>
          </a:p>
          <a:p>
            <a:pPr>
              <a:buFont typeface="Wingdings" pitchFamily="2" charset="2"/>
              <a:buNone/>
            </a:pPr>
            <a:r>
              <a:rPr lang="en-US" altLang="en-LK" sz="1600">
                <a:latin typeface="Courier New" panose="02070309020205020404" pitchFamily="49" charset="0"/>
                <a:cs typeface="Courier New" panose="02070309020205020404" pitchFamily="49" charset="0"/>
              </a:rPr>
              <a:t>             //new functionality here</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p:txBody>
      </p:sp>
      <p:sp>
        <p:nvSpPr>
          <p:cNvPr id="32772" name="Slide Number Placeholder 3">
            <a:extLst>
              <a:ext uri="{FF2B5EF4-FFF2-40B4-BE49-F238E27FC236}">
                <a16:creationId xmlns:a16="http://schemas.microsoft.com/office/drawing/2014/main" id="{DA19F5FE-8DE3-1054-CE3F-382BD0C5706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0065E8-885B-1C4F-8E1B-1511E94AAD37}" type="slidenum">
              <a:rPr lang="en-US" altLang="en-LK">
                <a:latin typeface="Arial Black" panose="020B0604020202020204" pitchFamily="34" charset="0"/>
              </a:rPr>
              <a:pPr/>
              <a:t>30</a:t>
            </a:fld>
            <a:endParaRPr lang="en-US" altLang="en-LK">
              <a:latin typeface="Arial Black" panose="020B0604020202020204" pitchFamily="34" charset="0"/>
            </a:endParaRPr>
          </a:p>
        </p:txBody>
      </p:sp>
      <p:sp>
        <p:nvSpPr>
          <p:cNvPr id="32773" name="Date Placeholder 4">
            <a:extLst>
              <a:ext uri="{FF2B5EF4-FFF2-40B4-BE49-F238E27FC236}">
                <a16:creationId xmlns:a16="http://schemas.microsoft.com/office/drawing/2014/main" id="{4351C277-C070-7A4C-AB43-D06569A8AA3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653E85F-1C1E-1F4D-B49F-22373606495B}" type="datetime1">
              <a:rPr lang="en-US" altLang="en-LK" smtClean="0"/>
              <a:pPr/>
              <a:t>10/1/25</a:t>
            </a:fld>
            <a:endParaRPr lang="en-US" altLang="en-LK"/>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FE95FBE3-97E7-86A9-7C8A-F014E4B1898F}"/>
              </a:ext>
            </a:extLst>
          </p:cNvPr>
          <p:cNvSpPr>
            <a:spLocks noGrp="1"/>
          </p:cNvSpPr>
          <p:nvPr>
            <p:ph type="title"/>
          </p:nvPr>
        </p:nvSpPr>
        <p:spPr/>
        <p:txBody>
          <a:bodyPr/>
          <a:lstStyle/>
          <a:p>
            <a:r>
              <a:rPr lang="en-US" altLang="en-LK"/>
              <a:t>Lab #2 (cont)</a:t>
            </a:r>
          </a:p>
        </p:txBody>
      </p:sp>
      <p:sp>
        <p:nvSpPr>
          <p:cNvPr id="33795" name="Content Placeholder 2">
            <a:extLst>
              <a:ext uri="{FF2B5EF4-FFF2-40B4-BE49-F238E27FC236}">
                <a16:creationId xmlns:a16="http://schemas.microsoft.com/office/drawing/2014/main" id="{1262012E-BA85-AF5A-E2E6-53FE27F43B9F}"/>
              </a:ext>
            </a:extLst>
          </p:cNvPr>
          <p:cNvSpPr>
            <a:spLocks noGrp="1"/>
          </p:cNvSpPr>
          <p:nvPr>
            <p:ph idx="1"/>
          </p:nvPr>
        </p:nvSpPr>
        <p:spPr/>
        <p:txBody>
          <a:bodyPr/>
          <a:lstStyle/>
          <a:p>
            <a:r>
              <a:rPr lang="en-US" altLang="en-LK" i="1"/>
              <a:t>Question #1: </a:t>
            </a:r>
            <a:r>
              <a:rPr lang="en-US" altLang="en-LK"/>
              <a:t>What is wrong with the constructor for SubClassSingleton?</a:t>
            </a:r>
          </a:p>
          <a:p>
            <a:endParaRPr lang="en-US" altLang="en-LK"/>
          </a:p>
          <a:p>
            <a:pPr>
              <a:buFont typeface="Wingdings" pitchFamily="2" charset="2"/>
              <a:buNone/>
            </a:pPr>
            <a:endParaRPr lang="en-US" altLang="en-LK"/>
          </a:p>
          <a:p>
            <a:pPr>
              <a:buFont typeface="Wingdings" pitchFamily="2" charset="2"/>
              <a:buNone/>
            </a:pPr>
            <a:endParaRPr lang="en-US" altLang="en-LK"/>
          </a:p>
          <a:p>
            <a:endParaRPr lang="en-US" altLang="en-LK"/>
          </a:p>
        </p:txBody>
      </p:sp>
      <p:sp>
        <p:nvSpPr>
          <p:cNvPr id="33796" name="Slide Number Placeholder 3">
            <a:extLst>
              <a:ext uri="{FF2B5EF4-FFF2-40B4-BE49-F238E27FC236}">
                <a16:creationId xmlns:a16="http://schemas.microsoft.com/office/drawing/2014/main" id="{325F3B50-C2EE-4D2B-F530-8F90002B95A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359E6A7-A060-E64B-9B79-080A3444B539}" type="slidenum">
              <a:rPr lang="en-US" altLang="en-LK">
                <a:latin typeface="Arial Black" panose="020B0604020202020204" pitchFamily="34" charset="0"/>
              </a:rPr>
              <a:pPr/>
              <a:t>31</a:t>
            </a:fld>
            <a:endParaRPr lang="en-US" altLang="en-LK">
              <a:latin typeface="Arial Black" panose="020B0604020202020204" pitchFamily="34" charset="0"/>
            </a:endParaRPr>
          </a:p>
        </p:txBody>
      </p:sp>
      <p:sp>
        <p:nvSpPr>
          <p:cNvPr id="33797" name="Date Placeholder 4">
            <a:extLst>
              <a:ext uri="{FF2B5EF4-FFF2-40B4-BE49-F238E27FC236}">
                <a16:creationId xmlns:a16="http://schemas.microsoft.com/office/drawing/2014/main" id="{9CCA5854-2D95-6497-4692-CFA6CFFABC7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4F56D6D-2B22-0C4F-85FC-F4725440638E}" type="datetime1">
              <a:rPr lang="en-US" altLang="en-LK" smtClean="0"/>
              <a:pPr/>
              <a:t>10/1/25</a:t>
            </a:fld>
            <a:endParaRPr lang="en-US" altLang="en-LK"/>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93435E5F-F3AF-3E70-C0D6-3FBA96B73CE6}"/>
              </a:ext>
            </a:extLst>
          </p:cNvPr>
          <p:cNvSpPr>
            <a:spLocks noGrp="1"/>
          </p:cNvSpPr>
          <p:nvPr>
            <p:ph type="title"/>
          </p:nvPr>
        </p:nvSpPr>
        <p:spPr/>
        <p:txBody>
          <a:bodyPr/>
          <a:lstStyle/>
          <a:p>
            <a:r>
              <a:rPr lang="en-US" altLang="en-LK"/>
              <a:t>Lab #2 (cont)</a:t>
            </a:r>
          </a:p>
        </p:txBody>
      </p:sp>
      <p:sp>
        <p:nvSpPr>
          <p:cNvPr id="34819" name="Content Placeholder 2">
            <a:extLst>
              <a:ext uri="{FF2B5EF4-FFF2-40B4-BE49-F238E27FC236}">
                <a16:creationId xmlns:a16="http://schemas.microsoft.com/office/drawing/2014/main" id="{15C029C4-F7E9-F393-37A8-445734968063}"/>
              </a:ext>
            </a:extLst>
          </p:cNvPr>
          <p:cNvSpPr>
            <a:spLocks noGrp="1"/>
          </p:cNvSpPr>
          <p:nvPr>
            <p:ph idx="1"/>
          </p:nvPr>
        </p:nvSpPr>
        <p:spPr/>
        <p:txBody>
          <a:bodyPr/>
          <a:lstStyle/>
          <a:p>
            <a:pPr>
              <a:buFont typeface="Wingdings" pitchFamily="2" charset="2"/>
              <a:buNone/>
            </a:pPr>
            <a:r>
              <a:rPr lang="en-US" altLang="en-LK"/>
              <a:t>Here is the code that calls the Singleton:</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public class Main</a:t>
            </a:r>
          </a:p>
          <a:p>
            <a:pPr>
              <a:buFont typeface="Wingdings" pitchFamily="2" charset="2"/>
              <a:buNone/>
            </a:pPr>
            <a:r>
              <a:rPr lang="en-US" altLang="en-LK" sz="1600">
                <a:latin typeface="Courier New" panose="02070309020205020404" pitchFamily="49" charset="0"/>
                <a:cs typeface="Courier New" panose="02070309020205020404" pitchFamily="49" charset="0"/>
              </a:rPr>
              <a:t>{</a:t>
            </a:r>
          </a:p>
          <a:p>
            <a:pPr>
              <a:buFont typeface="Wingdings" pitchFamily="2" charset="2"/>
              <a:buNone/>
            </a:pPr>
            <a:r>
              <a:rPr lang="en-US" altLang="en-LK" sz="1600">
                <a:latin typeface="Courier New" panose="02070309020205020404" pitchFamily="49" charset="0"/>
                <a:cs typeface="Courier New" panose="02070309020205020404" pitchFamily="49" charset="0"/>
              </a:rPr>
              <a:t>	public static void DoStuff()</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01         BaseSingleton.getInstance().DoSomething();</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02         SubClassSingleton.getInstance().DoSomething();</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03         SubClassSingleton.getInstance().NewFunction();                        </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p:txBody>
      </p:sp>
      <p:sp>
        <p:nvSpPr>
          <p:cNvPr id="34820" name="Slide Number Placeholder 3">
            <a:extLst>
              <a:ext uri="{FF2B5EF4-FFF2-40B4-BE49-F238E27FC236}">
                <a16:creationId xmlns:a16="http://schemas.microsoft.com/office/drawing/2014/main" id="{27125A9D-100B-FBF2-7CE7-0F8DF80E79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DF555A-5F3B-224D-B63A-06CCB0FF54B1}" type="slidenum">
              <a:rPr lang="en-US" altLang="en-LK">
                <a:latin typeface="Arial Black" panose="020B0604020202020204" pitchFamily="34" charset="0"/>
              </a:rPr>
              <a:pPr/>
              <a:t>32</a:t>
            </a:fld>
            <a:endParaRPr lang="en-US" altLang="en-LK">
              <a:latin typeface="Arial Black" panose="020B0604020202020204" pitchFamily="34" charset="0"/>
            </a:endParaRPr>
          </a:p>
        </p:txBody>
      </p:sp>
      <p:sp>
        <p:nvSpPr>
          <p:cNvPr id="34821" name="Date Placeholder 4">
            <a:extLst>
              <a:ext uri="{FF2B5EF4-FFF2-40B4-BE49-F238E27FC236}">
                <a16:creationId xmlns:a16="http://schemas.microsoft.com/office/drawing/2014/main" id="{933968D3-A9DC-E67D-8807-8100A13E73C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4C38A1E-6738-C542-BE2C-20529BB6E923}" type="datetime1">
              <a:rPr lang="en-US" altLang="en-LK" smtClean="0"/>
              <a:pPr/>
              <a:t>10/1/25</a:t>
            </a:fld>
            <a:endParaRPr lang="en-US" altLang="en-LK"/>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C5A7D7F1-8ADC-A765-FC81-772D7339B25E}"/>
              </a:ext>
            </a:extLst>
          </p:cNvPr>
          <p:cNvSpPr>
            <a:spLocks noGrp="1"/>
          </p:cNvSpPr>
          <p:nvPr>
            <p:ph type="title"/>
          </p:nvPr>
        </p:nvSpPr>
        <p:spPr/>
        <p:txBody>
          <a:bodyPr/>
          <a:lstStyle/>
          <a:p>
            <a:r>
              <a:rPr lang="en-US" altLang="en-LK"/>
              <a:t>Lab #2 (cont)</a:t>
            </a:r>
          </a:p>
        </p:txBody>
      </p:sp>
      <p:sp>
        <p:nvSpPr>
          <p:cNvPr id="35843" name="Content Placeholder 2">
            <a:extLst>
              <a:ext uri="{FF2B5EF4-FFF2-40B4-BE49-F238E27FC236}">
                <a16:creationId xmlns:a16="http://schemas.microsoft.com/office/drawing/2014/main" id="{5FCAB061-7BD2-89A8-8CD2-F3C585F31080}"/>
              </a:ext>
            </a:extLst>
          </p:cNvPr>
          <p:cNvSpPr>
            <a:spLocks noGrp="1"/>
          </p:cNvSpPr>
          <p:nvPr>
            <p:ph idx="1"/>
          </p:nvPr>
        </p:nvSpPr>
        <p:spPr/>
        <p:txBody>
          <a:bodyPr/>
          <a:lstStyle/>
          <a:p>
            <a:pPr>
              <a:buFont typeface="Wingdings" pitchFamily="2" charset="2"/>
              <a:buNone/>
            </a:pPr>
            <a:r>
              <a:rPr lang="en-US" altLang="en-LK"/>
              <a:t>Question #2:  For Line 01, what is the value of someInt after it is called?</a:t>
            </a:r>
          </a:p>
          <a:p>
            <a:pPr>
              <a:buFont typeface="Wingdings" pitchFamily="2" charset="2"/>
              <a:buNone/>
            </a:pPr>
            <a:endParaRPr lang="en-US" altLang="en-LK"/>
          </a:p>
          <a:p>
            <a:pPr>
              <a:buFont typeface="Wingdings" pitchFamily="2" charset="2"/>
              <a:buNone/>
            </a:pPr>
            <a:r>
              <a:rPr lang="en-US" altLang="en-LK"/>
              <a:t>Question #3:  For Line 02, what is the value of someInt after it is called?</a:t>
            </a:r>
          </a:p>
          <a:p>
            <a:pPr>
              <a:buFont typeface="Wingdings" pitchFamily="2" charset="2"/>
              <a:buNone/>
            </a:pPr>
            <a:endParaRPr lang="en-US" altLang="en-LK"/>
          </a:p>
          <a:p>
            <a:pPr>
              <a:buFont typeface="Wingdings" pitchFamily="2" charset="2"/>
              <a:buNone/>
            </a:pPr>
            <a:r>
              <a:rPr lang="en-US" altLang="en-LK"/>
              <a:t>Question #4:  What is wrong with Line 03?</a:t>
            </a:r>
          </a:p>
          <a:p>
            <a:pPr>
              <a:buFont typeface="Wingdings" pitchFamily="2" charset="2"/>
              <a:buNone/>
            </a:pPr>
            <a:endParaRPr lang="en-US" altLang="en-LK"/>
          </a:p>
          <a:p>
            <a:pPr>
              <a:buFont typeface="Wingdings" pitchFamily="2" charset="2"/>
              <a:buNone/>
            </a:pPr>
            <a:endParaRPr lang="en-US" altLang="en-LK"/>
          </a:p>
        </p:txBody>
      </p:sp>
      <p:sp>
        <p:nvSpPr>
          <p:cNvPr id="35844" name="Slide Number Placeholder 3">
            <a:extLst>
              <a:ext uri="{FF2B5EF4-FFF2-40B4-BE49-F238E27FC236}">
                <a16:creationId xmlns:a16="http://schemas.microsoft.com/office/drawing/2014/main" id="{A2508B36-69DA-8A0A-1FD9-9D642A9E405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CEEEB45-2973-DB45-9BD0-E309CF55CC43}" type="slidenum">
              <a:rPr lang="en-US" altLang="en-LK">
                <a:latin typeface="Arial Black" panose="020B0604020202020204" pitchFamily="34" charset="0"/>
              </a:rPr>
              <a:pPr/>
              <a:t>33</a:t>
            </a:fld>
            <a:endParaRPr lang="en-US" altLang="en-LK">
              <a:latin typeface="Arial Black" panose="020B0604020202020204" pitchFamily="34" charset="0"/>
            </a:endParaRPr>
          </a:p>
        </p:txBody>
      </p:sp>
      <p:sp>
        <p:nvSpPr>
          <p:cNvPr id="35845" name="Date Placeholder 4">
            <a:extLst>
              <a:ext uri="{FF2B5EF4-FFF2-40B4-BE49-F238E27FC236}">
                <a16:creationId xmlns:a16="http://schemas.microsoft.com/office/drawing/2014/main" id="{77A9DF4D-E283-EA51-2CFF-8F90C019D39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14845B2-EE38-BB42-A2EC-7283603EFA9B}" type="datetime1">
              <a:rPr lang="en-US" altLang="en-LK" smtClean="0"/>
              <a:pPr/>
              <a:t>10/1/25</a:t>
            </a:fld>
            <a:endParaRPr lang="en-US" altLang="en-LK"/>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F6436FC3-62A1-FDC9-78C7-F7EC13368BD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4A22CC5-5564-064A-8480-3A118D31179A}" type="slidenum">
              <a:rPr lang="en-US" altLang="en-LK">
                <a:latin typeface="Arial Black" panose="020B0604020202020204" pitchFamily="34" charset="0"/>
              </a:rPr>
              <a:pPr/>
              <a:t>34</a:t>
            </a:fld>
            <a:endParaRPr lang="en-US" altLang="en-LK">
              <a:latin typeface="Arial Black" panose="020B0604020202020204" pitchFamily="34" charset="0"/>
            </a:endParaRPr>
          </a:p>
        </p:txBody>
      </p:sp>
      <p:sp>
        <p:nvSpPr>
          <p:cNvPr id="36867" name="Rectangle 2">
            <a:extLst>
              <a:ext uri="{FF2B5EF4-FFF2-40B4-BE49-F238E27FC236}">
                <a16:creationId xmlns:a16="http://schemas.microsoft.com/office/drawing/2014/main" id="{E55FCA82-1442-36A6-B4E3-AEB8F5D6EBD4}"/>
              </a:ext>
            </a:extLst>
          </p:cNvPr>
          <p:cNvSpPr>
            <a:spLocks noGrp="1" noChangeArrowheads="1"/>
          </p:cNvSpPr>
          <p:nvPr>
            <p:ph type="title"/>
          </p:nvPr>
        </p:nvSpPr>
        <p:spPr/>
        <p:txBody>
          <a:bodyPr/>
          <a:lstStyle/>
          <a:p>
            <a:r>
              <a:rPr lang="en-US" altLang="en-LK"/>
              <a:t>Lab #2 Answers</a:t>
            </a:r>
          </a:p>
        </p:txBody>
      </p:sp>
      <p:sp>
        <p:nvSpPr>
          <p:cNvPr id="36868" name="Rectangle 3">
            <a:extLst>
              <a:ext uri="{FF2B5EF4-FFF2-40B4-BE49-F238E27FC236}">
                <a16:creationId xmlns:a16="http://schemas.microsoft.com/office/drawing/2014/main" id="{3ABFCAD9-D201-428B-E41D-569A5FE5653E}"/>
              </a:ext>
            </a:extLst>
          </p:cNvPr>
          <p:cNvSpPr>
            <a:spLocks noGrp="1" noChangeArrowheads="1"/>
          </p:cNvSpPr>
          <p:nvPr>
            <p:ph type="body" idx="1"/>
          </p:nvPr>
        </p:nvSpPr>
        <p:spPr/>
        <p:txBody>
          <a:bodyPr/>
          <a:lstStyle/>
          <a:p>
            <a:pPr>
              <a:buFont typeface="Wingdings" pitchFamily="2" charset="2"/>
              <a:buNone/>
            </a:pPr>
            <a:r>
              <a:rPr lang="en-US" altLang="en-LK"/>
              <a:t>Question #1 : It will not compile.  The base constructor must be changed from private to protected.</a:t>
            </a:r>
          </a:p>
          <a:p>
            <a:pPr>
              <a:buFont typeface="Wingdings" pitchFamily="2" charset="2"/>
              <a:buNone/>
            </a:pPr>
            <a:endParaRPr lang="en-US" altLang="en-LK"/>
          </a:p>
          <a:p>
            <a:pPr>
              <a:buFont typeface="Wingdings" pitchFamily="2" charset="2"/>
              <a:buNone/>
            </a:pPr>
            <a:r>
              <a:rPr lang="en-US" altLang="en-LK"/>
              <a:t>Question #2 – 1</a:t>
            </a:r>
          </a:p>
          <a:p>
            <a:pPr>
              <a:buFont typeface="Wingdings" pitchFamily="2" charset="2"/>
              <a:buNone/>
            </a:pPr>
            <a:endParaRPr lang="en-US" altLang="en-LK"/>
          </a:p>
          <a:p>
            <a:pPr>
              <a:buFont typeface="Wingdings" pitchFamily="2" charset="2"/>
              <a:buNone/>
            </a:pPr>
            <a:r>
              <a:rPr lang="en-US" altLang="en-LK"/>
              <a:t>Question #3 -  1</a:t>
            </a:r>
          </a:p>
          <a:p>
            <a:pPr lvl="1"/>
            <a:r>
              <a:rPr lang="en-US" altLang="en-LK"/>
              <a:t>Even though we have overridden the base, it doesn’t matter. The base implementation is returned by getInstance().</a:t>
            </a:r>
          </a:p>
          <a:p>
            <a:pPr lvl="1">
              <a:buFont typeface="Wingdings" pitchFamily="2" charset="2"/>
              <a:buNone/>
            </a:pPr>
            <a:endParaRPr lang="en-US" altLang="en-LK"/>
          </a:p>
          <a:p>
            <a:pPr>
              <a:buFont typeface="Wingdings" pitchFamily="2" charset="2"/>
              <a:buNone/>
            </a:pPr>
            <a:r>
              <a:rPr lang="en-US" altLang="en-LK"/>
              <a:t>Question 4 – It will not compile!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62A3E72A-320C-647E-624F-1F254157EAE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ABAC195-DCB4-4448-A4AE-623377BBD120}" type="slidenum">
              <a:rPr lang="en-US" altLang="en-LK">
                <a:latin typeface="Arial Black" panose="020B0604020202020204" pitchFamily="34" charset="0"/>
              </a:rPr>
              <a:pPr/>
              <a:t>35</a:t>
            </a:fld>
            <a:endParaRPr lang="en-US" altLang="en-LK">
              <a:latin typeface="Arial Black" panose="020B0604020202020204" pitchFamily="34" charset="0"/>
            </a:endParaRPr>
          </a:p>
        </p:txBody>
      </p:sp>
      <p:sp>
        <p:nvSpPr>
          <p:cNvPr id="37891" name="Slide Number Placeholder 4">
            <a:extLst>
              <a:ext uri="{FF2B5EF4-FFF2-40B4-BE49-F238E27FC236}">
                <a16:creationId xmlns:a16="http://schemas.microsoft.com/office/drawing/2014/main" id="{E84C83C9-C69B-F415-55F3-F8E4F51395FC}"/>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F3B9A219-5376-334D-AB07-BA4023A74A5A}" type="slidenum">
              <a:rPr lang="en-US" altLang="en-LK" sz="1000">
                <a:latin typeface="Arial Black" panose="020B0604020202020204" pitchFamily="34" charset="0"/>
              </a:rPr>
              <a:pPr algn="r" eaLnBrk="1" hangingPunct="1"/>
              <a:t>35</a:t>
            </a:fld>
            <a:endParaRPr lang="en-US" altLang="en-LK" sz="1000">
              <a:latin typeface="Arial Black" panose="020B0604020202020204" pitchFamily="34" charset="0"/>
            </a:endParaRPr>
          </a:p>
        </p:txBody>
      </p:sp>
      <p:sp>
        <p:nvSpPr>
          <p:cNvPr id="37892" name="Date Placeholder 5">
            <a:extLst>
              <a:ext uri="{FF2B5EF4-FFF2-40B4-BE49-F238E27FC236}">
                <a16:creationId xmlns:a16="http://schemas.microsoft.com/office/drawing/2014/main" id="{151A47F7-53F4-248C-A9A6-AB6F46E021B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9E29328-1C76-1446-9481-B923D978960B}" type="datetime1">
              <a:rPr lang="en-US" altLang="en-LK" smtClean="0"/>
              <a:pPr/>
              <a:t>10/1/25</a:t>
            </a:fld>
            <a:endParaRPr lang="en-US" altLang="en-LK"/>
          </a:p>
        </p:txBody>
      </p:sp>
      <p:sp>
        <p:nvSpPr>
          <p:cNvPr id="37893" name="Rectangle 2">
            <a:extLst>
              <a:ext uri="{FF2B5EF4-FFF2-40B4-BE49-F238E27FC236}">
                <a16:creationId xmlns:a16="http://schemas.microsoft.com/office/drawing/2014/main" id="{8894BBA4-5BD1-01A9-3DBA-704CEDDAC1BF}"/>
              </a:ext>
            </a:extLst>
          </p:cNvPr>
          <p:cNvSpPr>
            <a:spLocks noGrp="1" noChangeArrowheads="1"/>
          </p:cNvSpPr>
          <p:nvPr>
            <p:ph type="title"/>
          </p:nvPr>
        </p:nvSpPr>
        <p:spPr/>
        <p:txBody>
          <a:bodyPr/>
          <a:lstStyle/>
          <a:p>
            <a:pPr eaLnBrk="1" hangingPunct="1"/>
            <a:r>
              <a:rPr lang="en-US" altLang="en-LK"/>
              <a:t>Inheritance Summary</a:t>
            </a:r>
          </a:p>
        </p:txBody>
      </p:sp>
      <p:sp>
        <p:nvSpPr>
          <p:cNvPr id="37894" name="Rectangle 3">
            <a:extLst>
              <a:ext uri="{FF2B5EF4-FFF2-40B4-BE49-F238E27FC236}">
                <a16:creationId xmlns:a16="http://schemas.microsoft.com/office/drawing/2014/main" id="{D76C3676-6CA2-D43C-5614-1A40F8A5A2B5}"/>
              </a:ext>
            </a:extLst>
          </p:cNvPr>
          <p:cNvSpPr>
            <a:spLocks noGrp="1" noChangeArrowheads="1"/>
          </p:cNvSpPr>
          <p:nvPr>
            <p:ph type="body" idx="1"/>
          </p:nvPr>
        </p:nvSpPr>
        <p:spPr/>
        <p:txBody>
          <a:bodyPr/>
          <a:lstStyle/>
          <a:p>
            <a:pPr eaLnBrk="1" hangingPunct="1"/>
            <a:r>
              <a:rPr lang="en-US" altLang="en-LK"/>
              <a:t>The sub-class can share state with the base class.  Now you have two objects that share state. </a:t>
            </a:r>
          </a:p>
          <a:p>
            <a:pPr eaLnBrk="1" hangingPunct="1">
              <a:buFont typeface="Wingdings" pitchFamily="2" charset="2"/>
              <a:buNone/>
            </a:pPr>
            <a:endParaRPr lang="en-US" altLang="en-LK"/>
          </a:p>
          <a:p>
            <a:pPr eaLnBrk="1" hangingPunct="1"/>
            <a:r>
              <a:rPr lang="en-US" altLang="en-LK"/>
              <a:t>“Gang of Four” recommends usages of a registry of Singletons.  The base class reads an environment variable to determine which Singleton to use.</a:t>
            </a:r>
          </a:p>
          <a:p>
            <a:pPr eaLnBrk="1" hangingPunct="1"/>
            <a:endParaRPr lang="en-US" altLang="en-LK" u="sng"/>
          </a:p>
          <a:p>
            <a:pPr eaLnBrk="1" hangingPunct="1"/>
            <a:r>
              <a:rPr lang="en-US" altLang="en-LK" u="sng"/>
              <a:t>Bottom Line</a:t>
            </a:r>
            <a:r>
              <a:rPr lang="en-US" altLang="en-LK"/>
              <a:t>: Singletons and Inheritance do not mix well.  </a:t>
            </a:r>
          </a:p>
          <a:p>
            <a:pPr lvl="1" eaLnBrk="1" hangingPunct="1"/>
            <a:endParaRPr lang="en-US" altLang="en-LK"/>
          </a:p>
          <a:p>
            <a:pPr lvl="1" eaLnBrk="1" hangingPunct="1"/>
            <a:endParaRPr lang="en-US" altLang="en-LK"/>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A83AAD03-3F34-CBFE-A520-591AA1FD1052}"/>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D6BB600-3532-5944-A34F-4618964614D1}" type="slidenum">
              <a:rPr lang="en-US" altLang="en-LK">
                <a:latin typeface="Arial Black" panose="020B0604020202020204" pitchFamily="34" charset="0"/>
              </a:rPr>
              <a:pPr/>
              <a:t>36</a:t>
            </a:fld>
            <a:endParaRPr lang="en-US" altLang="en-LK">
              <a:latin typeface="Arial Black" panose="020B0604020202020204" pitchFamily="34" charset="0"/>
            </a:endParaRPr>
          </a:p>
        </p:txBody>
      </p:sp>
      <p:sp>
        <p:nvSpPr>
          <p:cNvPr id="38915" name="Rectangle 2">
            <a:extLst>
              <a:ext uri="{FF2B5EF4-FFF2-40B4-BE49-F238E27FC236}">
                <a16:creationId xmlns:a16="http://schemas.microsoft.com/office/drawing/2014/main" id="{94FB6231-BFF0-8439-395C-09B8F1F038FF}"/>
              </a:ext>
            </a:extLst>
          </p:cNvPr>
          <p:cNvSpPr>
            <a:spLocks noGrp="1" noChangeArrowheads="1"/>
          </p:cNvSpPr>
          <p:nvPr>
            <p:ph type="title"/>
          </p:nvPr>
        </p:nvSpPr>
        <p:spPr/>
        <p:txBody>
          <a:bodyPr/>
          <a:lstStyle/>
          <a:p>
            <a:r>
              <a:rPr lang="en-US" altLang="en-LK"/>
              <a:t>Add Registry to Singleton</a:t>
            </a:r>
          </a:p>
        </p:txBody>
      </p:sp>
      <p:sp>
        <p:nvSpPr>
          <p:cNvPr id="38916" name="Rectangle 3">
            <a:extLst>
              <a:ext uri="{FF2B5EF4-FFF2-40B4-BE49-F238E27FC236}">
                <a16:creationId xmlns:a16="http://schemas.microsoft.com/office/drawing/2014/main" id="{1A282767-E6F7-5B38-8665-F50F73977FD6}"/>
              </a:ext>
            </a:extLst>
          </p:cNvPr>
          <p:cNvSpPr>
            <a:spLocks noGrp="1" noChangeArrowheads="1"/>
          </p:cNvSpPr>
          <p:nvPr>
            <p:ph type="body" idx="1"/>
          </p:nvPr>
        </p:nvSpPr>
        <p:spPr>
          <a:xfrm>
            <a:off x="228600" y="1143000"/>
            <a:ext cx="8382000" cy="5562600"/>
          </a:xfrm>
        </p:spPr>
        <p:txBody>
          <a:bodyPr/>
          <a:lstStyle/>
          <a:p>
            <a:pPr>
              <a:lnSpc>
                <a:spcPct val="80000"/>
              </a:lnSpc>
              <a:buFont typeface="Wingdings" pitchFamily="2" charset="2"/>
              <a:buNone/>
            </a:pPr>
            <a:r>
              <a:rPr lang="en-US" altLang="en-LK" sz="1400">
                <a:latin typeface="Courier New" panose="02070309020205020404" pitchFamily="49" charset="0"/>
              </a:rPr>
              <a:t> public class BaseSingleton</a:t>
            </a:r>
          </a:p>
          <a:p>
            <a:pPr>
              <a:lnSpc>
                <a:spcPct val="80000"/>
              </a:lnSpc>
              <a:buFont typeface="Wingdings" pitchFamily="2" charset="2"/>
              <a:buNone/>
            </a:pPr>
            <a:r>
              <a:rPr lang="en-US" altLang="en-LK" sz="1400">
                <a:latin typeface="Courier New" panose="02070309020205020404" pitchFamily="49" charset="0"/>
              </a:rPr>
              <a:t>    {</a:t>
            </a:r>
          </a:p>
          <a:p>
            <a:pPr>
              <a:lnSpc>
                <a:spcPct val="80000"/>
              </a:lnSpc>
              <a:buFont typeface="Wingdings" pitchFamily="2" charset="2"/>
              <a:buNone/>
            </a:pPr>
            <a:r>
              <a:rPr lang="en-US" altLang="en-LK" sz="1400">
                <a:latin typeface="Courier New" panose="02070309020205020404" pitchFamily="49" charset="0"/>
              </a:rPr>
              <a:t>        protected BaseSingleton() { }</a:t>
            </a:r>
          </a:p>
          <a:p>
            <a:pPr>
              <a:lnSpc>
                <a:spcPct val="80000"/>
              </a:lnSpc>
              <a:buFont typeface="Wingdings" pitchFamily="2" charset="2"/>
              <a:buNone/>
            </a:pPr>
            <a:endParaRPr lang="en-US" altLang="en-LK" sz="1400">
              <a:latin typeface="Courier New" panose="02070309020205020404" pitchFamily="49" charset="0"/>
            </a:endParaRPr>
          </a:p>
          <a:p>
            <a:pPr>
              <a:lnSpc>
                <a:spcPct val="80000"/>
              </a:lnSpc>
              <a:buFont typeface="Wingdings" pitchFamily="2" charset="2"/>
              <a:buNone/>
            </a:pPr>
            <a:r>
              <a:rPr lang="en-US" altLang="en-LK" sz="1400">
                <a:latin typeface="Courier New" panose="02070309020205020404" pitchFamily="49" charset="0"/>
              </a:rPr>
              <a:t>        private static HashMap map = new HashMap();</a:t>
            </a:r>
          </a:p>
          <a:p>
            <a:pPr>
              <a:lnSpc>
                <a:spcPct val="80000"/>
              </a:lnSpc>
              <a:buFont typeface="Wingdings" pitchFamily="2" charset="2"/>
              <a:buNone/>
            </a:pPr>
            <a:endParaRPr lang="en-US" altLang="en-LK" sz="1400">
              <a:latin typeface="Courier New" panose="02070309020205020404" pitchFamily="49" charset="0"/>
            </a:endParaRPr>
          </a:p>
          <a:p>
            <a:pPr>
              <a:lnSpc>
                <a:spcPct val="80000"/>
              </a:lnSpc>
              <a:buFont typeface="Wingdings" pitchFamily="2" charset="2"/>
              <a:buNone/>
            </a:pPr>
            <a:r>
              <a:rPr lang="en-US" altLang="en-LK" sz="1400">
                <a:latin typeface="Courier New" panose="02070309020205020404" pitchFamily="49" charset="0"/>
              </a:rPr>
              <a:t>        public static BaseSingleton getInstance(String classname)</a:t>
            </a:r>
          </a:p>
          <a:p>
            <a:pPr>
              <a:lnSpc>
                <a:spcPct val="80000"/>
              </a:lnSpc>
              <a:buFont typeface="Wingdings" pitchFamily="2" charset="2"/>
              <a:buNone/>
            </a:pPr>
            <a:r>
              <a:rPr lang="en-US" altLang="en-LK" sz="1400">
                <a:latin typeface="Courier New" panose="02070309020205020404" pitchFamily="49" charset="0"/>
              </a:rPr>
              <a:t>        {</a:t>
            </a:r>
          </a:p>
          <a:p>
            <a:pPr>
              <a:lnSpc>
                <a:spcPct val="80000"/>
              </a:lnSpc>
              <a:buFont typeface="Wingdings" pitchFamily="2" charset="2"/>
              <a:buNone/>
            </a:pPr>
            <a:r>
              <a:rPr lang="en-US" altLang="en-LK" sz="1400">
                <a:latin typeface="Courier New" panose="02070309020205020404" pitchFamily="49" charset="0"/>
              </a:rPr>
              <a:t>            //First, attempt to get Singleton from HashMap</a:t>
            </a:r>
          </a:p>
          <a:p>
            <a:pPr>
              <a:lnSpc>
                <a:spcPct val="80000"/>
              </a:lnSpc>
              <a:buFont typeface="Wingdings" pitchFamily="2" charset="2"/>
              <a:buNone/>
            </a:pPr>
            <a:r>
              <a:rPr lang="en-US" altLang="en-LK" sz="1400">
                <a:latin typeface="Courier New" panose="02070309020205020404" pitchFamily="49" charset="0"/>
              </a:rPr>
              <a:t>            BaseSingleton singleton = (BaseSingleton)map.get(classname);</a:t>
            </a:r>
          </a:p>
          <a:p>
            <a:pPr>
              <a:lnSpc>
                <a:spcPct val="80000"/>
              </a:lnSpc>
              <a:buFont typeface="Wingdings" pitchFamily="2" charset="2"/>
              <a:buNone/>
            </a:pPr>
            <a:endParaRPr lang="en-US" altLang="en-LK" sz="1400">
              <a:latin typeface="Courier New" panose="02070309020205020404" pitchFamily="49" charset="0"/>
            </a:endParaRPr>
          </a:p>
          <a:p>
            <a:pPr>
              <a:lnSpc>
                <a:spcPct val="80000"/>
              </a:lnSpc>
              <a:buFont typeface="Wingdings" pitchFamily="2" charset="2"/>
              <a:buNone/>
            </a:pPr>
            <a:r>
              <a:rPr lang="en-US" altLang="en-LK" sz="1400">
                <a:latin typeface="Courier New" panose="02070309020205020404" pitchFamily="49" charset="0"/>
              </a:rPr>
              <a:t>            if (singleton != null)</a:t>
            </a:r>
          </a:p>
          <a:p>
            <a:pPr>
              <a:lnSpc>
                <a:spcPct val="80000"/>
              </a:lnSpc>
              <a:buFont typeface="Wingdings" pitchFamily="2" charset="2"/>
              <a:buNone/>
            </a:pPr>
            <a:r>
              <a:rPr lang="en-US" altLang="en-LK" sz="1400">
                <a:latin typeface="Courier New" panose="02070309020205020404" pitchFamily="49" charset="0"/>
              </a:rPr>
              <a:t>                return singleton;</a:t>
            </a:r>
          </a:p>
          <a:p>
            <a:pPr>
              <a:lnSpc>
                <a:spcPct val="80000"/>
              </a:lnSpc>
              <a:buFont typeface="Wingdings" pitchFamily="2" charset="2"/>
              <a:buNone/>
            </a:pPr>
            <a:r>
              <a:rPr lang="en-US" altLang="en-LK" sz="1400">
                <a:latin typeface="Courier New" panose="02070309020205020404" pitchFamily="49" charset="0"/>
              </a:rPr>
              <a:t>            else</a:t>
            </a:r>
          </a:p>
          <a:p>
            <a:pPr>
              <a:lnSpc>
                <a:spcPct val="80000"/>
              </a:lnSpc>
              <a:buFont typeface="Wingdings" pitchFamily="2" charset="2"/>
              <a:buNone/>
            </a:pPr>
            <a:r>
              <a:rPr lang="en-US" altLang="en-LK" sz="1400">
                <a:latin typeface="Courier New" panose="02070309020205020404" pitchFamily="49" charset="0"/>
              </a:rPr>
              <a:t>            {</a:t>
            </a:r>
          </a:p>
          <a:p>
            <a:pPr>
              <a:lnSpc>
                <a:spcPct val="80000"/>
              </a:lnSpc>
              <a:buFont typeface="Wingdings" pitchFamily="2" charset="2"/>
              <a:buNone/>
            </a:pPr>
            <a:r>
              <a:rPr lang="en-US" altLang="en-LK" sz="1400">
                <a:latin typeface="Courier New" panose="02070309020205020404" pitchFamily="49" charset="0"/>
              </a:rPr>
              <a:t>                //Singleton not found</a:t>
            </a:r>
          </a:p>
          <a:p>
            <a:pPr>
              <a:lnSpc>
                <a:spcPct val="80000"/>
              </a:lnSpc>
              <a:buFont typeface="Wingdings" pitchFamily="2" charset="2"/>
              <a:buNone/>
            </a:pPr>
            <a:r>
              <a:rPr lang="en-US" altLang="en-LK" sz="1400">
                <a:latin typeface="Courier New" panose="02070309020205020404" pitchFamily="49" charset="0"/>
              </a:rPr>
              <a:t>                if (classname.Equals("SubClassSingleton"))</a:t>
            </a:r>
          </a:p>
          <a:p>
            <a:pPr>
              <a:lnSpc>
                <a:spcPct val="80000"/>
              </a:lnSpc>
              <a:buFont typeface="Wingdings" pitchFamily="2" charset="2"/>
              <a:buNone/>
            </a:pPr>
            <a:r>
              <a:rPr lang="en-US" altLang="en-LK" sz="1400">
                <a:latin typeface="Courier New" panose="02070309020205020404" pitchFamily="49" charset="0"/>
              </a:rPr>
              <a:t>                    singleton = new SubClassSingleton();</a:t>
            </a:r>
          </a:p>
          <a:p>
            <a:pPr>
              <a:lnSpc>
                <a:spcPct val="80000"/>
              </a:lnSpc>
              <a:buFont typeface="Wingdings" pitchFamily="2" charset="2"/>
              <a:buNone/>
            </a:pPr>
            <a:r>
              <a:rPr lang="en-US" altLang="en-LK" sz="1400">
                <a:latin typeface="Courier New" panose="02070309020205020404" pitchFamily="49" charset="0"/>
              </a:rPr>
              <a:t>                else ...... </a:t>
            </a:r>
          </a:p>
          <a:p>
            <a:pPr>
              <a:lnSpc>
                <a:spcPct val="80000"/>
              </a:lnSpc>
              <a:buFont typeface="Wingdings" pitchFamily="2" charset="2"/>
              <a:buNone/>
            </a:pPr>
            <a:endParaRPr lang="en-US" altLang="en-LK" sz="1400">
              <a:latin typeface="Courier New" panose="02070309020205020404" pitchFamily="49" charset="0"/>
            </a:endParaRPr>
          </a:p>
          <a:p>
            <a:pPr>
              <a:lnSpc>
                <a:spcPct val="80000"/>
              </a:lnSpc>
              <a:buFont typeface="Wingdings" pitchFamily="2" charset="2"/>
              <a:buNone/>
            </a:pPr>
            <a:r>
              <a:rPr lang="en-US" altLang="en-LK" sz="1400">
                <a:latin typeface="Courier New" panose="02070309020205020404" pitchFamily="49" charset="0"/>
              </a:rPr>
              <a:t>                //Add singleton to HashMap so we can get it again</a:t>
            </a:r>
          </a:p>
          <a:p>
            <a:pPr>
              <a:lnSpc>
                <a:spcPct val="80000"/>
              </a:lnSpc>
              <a:buFont typeface="Wingdings" pitchFamily="2" charset="2"/>
              <a:buNone/>
            </a:pPr>
            <a:r>
              <a:rPr lang="en-US" altLang="en-LK" sz="1400">
                <a:latin typeface="Courier New" panose="02070309020205020404" pitchFamily="49" charset="0"/>
              </a:rPr>
              <a:t>                map.put(classname, singleton);</a:t>
            </a:r>
          </a:p>
          <a:p>
            <a:pPr>
              <a:lnSpc>
                <a:spcPct val="80000"/>
              </a:lnSpc>
              <a:buFont typeface="Wingdings" pitchFamily="2" charset="2"/>
              <a:buNone/>
            </a:pPr>
            <a:endParaRPr lang="en-US" altLang="en-LK" sz="1400">
              <a:latin typeface="Courier New" panose="02070309020205020404" pitchFamily="49" charset="0"/>
            </a:endParaRPr>
          </a:p>
          <a:p>
            <a:pPr>
              <a:lnSpc>
                <a:spcPct val="80000"/>
              </a:lnSpc>
              <a:buFont typeface="Wingdings" pitchFamily="2" charset="2"/>
              <a:buNone/>
            </a:pPr>
            <a:r>
              <a:rPr lang="en-US" altLang="en-LK" sz="1400">
                <a:latin typeface="Courier New" panose="02070309020205020404" pitchFamily="49" charset="0"/>
              </a:rPr>
              <a:t>                return singleton;</a:t>
            </a:r>
          </a:p>
          <a:p>
            <a:pPr>
              <a:lnSpc>
                <a:spcPct val="80000"/>
              </a:lnSpc>
              <a:buFont typeface="Wingdings" pitchFamily="2" charset="2"/>
              <a:buNone/>
            </a:pPr>
            <a:r>
              <a:rPr lang="en-US" altLang="en-LK" sz="1400">
                <a:latin typeface="Courier New" panose="02070309020205020404" pitchFamily="49"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BE3635C8-6AD4-AED2-7C1C-DA794BB92C50}"/>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8CA842-023A-E641-ABA8-DF9C128E8DBF}" type="slidenum">
              <a:rPr lang="en-US" altLang="en-LK">
                <a:latin typeface="Arial Black" panose="020B0604020202020204" pitchFamily="34" charset="0"/>
              </a:rPr>
              <a:pPr/>
              <a:t>37</a:t>
            </a:fld>
            <a:endParaRPr lang="en-US" altLang="en-LK">
              <a:latin typeface="Arial Black" panose="020B0604020202020204" pitchFamily="34" charset="0"/>
            </a:endParaRPr>
          </a:p>
        </p:txBody>
      </p:sp>
      <p:sp>
        <p:nvSpPr>
          <p:cNvPr id="39939" name="Rectangle 2">
            <a:extLst>
              <a:ext uri="{FF2B5EF4-FFF2-40B4-BE49-F238E27FC236}">
                <a16:creationId xmlns:a16="http://schemas.microsoft.com/office/drawing/2014/main" id="{81AB49D9-78DE-1463-F711-D21F95989319}"/>
              </a:ext>
            </a:extLst>
          </p:cNvPr>
          <p:cNvSpPr>
            <a:spLocks noGrp="1" noChangeArrowheads="1"/>
          </p:cNvSpPr>
          <p:nvPr>
            <p:ph type="title"/>
          </p:nvPr>
        </p:nvSpPr>
        <p:spPr/>
        <p:txBody>
          <a:bodyPr/>
          <a:lstStyle/>
          <a:p>
            <a:r>
              <a:rPr lang="en-US" altLang="en-LK"/>
              <a:t>SingletonRegistry Class</a:t>
            </a:r>
          </a:p>
        </p:txBody>
      </p:sp>
      <p:sp>
        <p:nvSpPr>
          <p:cNvPr id="39940" name="Rectangle 3">
            <a:extLst>
              <a:ext uri="{FF2B5EF4-FFF2-40B4-BE49-F238E27FC236}">
                <a16:creationId xmlns:a16="http://schemas.microsoft.com/office/drawing/2014/main" id="{406E07BE-B114-03DC-1684-160E5DE99BB4}"/>
              </a:ext>
            </a:extLst>
          </p:cNvPr>
          <p:cNvSpPr>
            <a:spLocks noGrp="1" noChangeArrowheads="1"/>
          </p:cNvSpPr>
          <p:nvPr>
            <p:ph type="body" idx="1"/>
          </p:nvPr>
        </p:nvSpPr>
        <p:spPr/>
        <p:txBody>
          <a:bodyPr/>
          <a:lstStyle/>
          <a:p>
            <a:pPr>
              <a:buFont typeface="Wingdings" pitchFamily="2" charset="2"/>
              <a:buNone/>
            </a:pPr>
            <a:r>
              <a:rPr lang="en-US" altLang="en-LK"/>
              <a:t>Source</a:t>
            </a:r>
          </a:p>
          <a:p>
            <a:pPr lvl="1"/>
            <a:r>
              <a:rPr lang="en-US" altLang="en-LK">
                <a:hlinkClick r:id="rId3"/>
              </a:rPr>
              <a:t>http://www.javaworld.com/javaworld/jw-04-2003/jw-0425-designpatterns.html?page=6</a:t>
            </a:r>
            <a:endParaRPr lang="en-US" altLang="en-LK"/>
          </a:p>
          <a:p>
            <a:pPr lvl="1"/>
            <a:endParaRPr lang="en-US" altLang="en-LK"/>
          </a:p>
          <a:p>
            <a:pPr>
              <a:buFont typeface="Wingdings" pitchFamily="2" charset="2"/>
              <a:buNone/>
            </a:pPr>
            <a:r>
              <a:rPr lang="en-US" altLang="en-LK"/>
              <a:t>Describes a SingletonRegistry whose purpose is to store Singletons! </a:t>
            </a:r>
          </a:p>
          <a:p>
            <a:pPr>
              <a:buFont typeface="Wingdings" pitchFamily="2" charset="2"/>
              <a:buNone/>
            </a:pPr>
            <a:endParaRPr lang="en-US" altLang="en-LK"/>
          </a:p>
          <a:p>
            <a:pPr>
              <a:buFont typeface="Wingdings" pitchFamily="2" charset="2"/>
              <a:buNone/>
            </a:pPr>
            <a:r>
              <a:rPr lang="en-US" altLang="en-LK" sz="1600">
                <a:latin typeface="Courier New" panose="02070309020205020404" pitchFamily="49" charset="0"/>
              </a:rPr>
              <a:t>public static Singleton getInstance() { return (Singleton)</a:t>
            </a:r>
            <a:r>
              <a:rPr lang="en-US" altLang="en-LK" sz="1600" b="1">
                <a:latin typeface="Courier New" panose="02070309020205020404" pitchFamily="49" charset="0"/>
              </a:rPr>
              <a:t>SingletonRegistry.REGISTRY</a:t>
            </a:r>
            <a:r>
              <a:rPr lang="en-US" altLang="en-LK" sz="1600">
                <a:latin typeface="Courier New" panose="02070309020205020404" pitchFamily="49" charset="0"/>
              </a:rPr>
              <a:t>.getInstance(classname); }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a:extLst>
              <a:ext uri="{FF2B5EF4-FFF2-40B4-BE49-F238E27FC236}">
                <a16:creationId xmlns:a16="http://schemas.microsoft.com/office/drawing/2014/main" id="{620109D7-19D3-EDE1-973D-EC780E0EF0F7}"/>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0219E50-D704-B140-9775-A47654394BA9}" type="slidenum">
              <a:rPr lang="en-US" altLang="en-LK">
                <a:latin typeface="Arial Black" panose="020B0604020202020204" pitchFamily="34" charset="0"/>
              </a:rPr>
              <a:pPr/>
              <a:t>38</a:t>
            </a:fld>
            <a:endParaRPr lang="en-US" altLang="en-LK">
              <a:latin typeface="Arial Black" panose="020B0604020202020204" pitchFamily="34" charset="0"/>
            </a:endParaRPr>
          </a:p>
        </p:txBody>
      </p:sp>
      <p:sp>
        <p:nvSpPr>
          <p:cNvPr id="40963" name="Title 1">
            <a:extLst>
              <a:ext uri="{FF2B5EF4-FFF2-40B4-BE49-F238E27FC236}">
                <a16:creationId xmlns:a16="http://schemas.microsoft.com/office/drawing/2014/main" id="{C764DEB2-722F-2FD5-6786-6EA5200B4C4C}"/>
              </a:ext>
            </a:extLst>
          </p:cNvPr>
          <p:cNvSpPr>
            <a:spLocks noGrp="1"/>
          </p:cNvSpPr>
          <p:nvPr>
            <p:ph type="title"/>
          </p:nvPr>
        </p:nvSpPr>
        <p:spPr/>
        <p:txBody>
          <a:bodyPr/>
          <a:lstStyle/>
          <a:p>
            <a:r>
              <a:rPr lang="en-US" altLang="en-LK"/>
              <a:t>Case Study: Dependencies</a:t>
            </a:r>
          </a:p>
        </p:txBody>
      </p:sp>
      <p:sp>
        <p:nvSpPr>
          <p:cNvPr id="40964" name="Content Placeholder 2">
            <a:extLst>
              <a:ext uri="{FF2B5EF4-FFF2-40B4-BE49-F238E27FC236}">
                <a16:creationId xmlns:a16="http://schemas.microsoft.com/office/drawing/2014/main" id="{269C58D2-1C59-B652-C7BE-3783E27953C8}"/>
              </a:ext>
            </a:extLst>
          </p:cNvPr>
          <p:cNvSpPr>
            <a:spLocks noGrp="1"/>
          </p:cNvSpPr>
          <p:nvPr>
            <p:ph idx="1"/>
          </p:nvPr>
        </p:nvSpPr>
        <p:spPr>
          <a:xfrm>
            <a:off x="609600" y="1295400"/>
            <a:ext cx="7696200" cy="4876800"/>
          </a:xfrm>
        </p:spPr>
        <p:txBody>
          <a:bodyPr/>
          <a:lstStyle/>
          <a:p>
            <a:pPr>
              <a:buFont typeface="Wingdings" pitchFamily="2" charset="2"/>
              <a:buNone/>
            </a:pPr>
            <a:r>
              <a:rPr lang="en-US" altLang="en-LK" sz="1600">
                <a:latin typeface="Courier New" panose="02070309020205020404" pitchFamily="49" charset="0"/>
                <a:cs typeface="Courier New" panose="02070309020205020404" pitchFamily="49" charset="0"/>
              </a:rPr>
              <a:t>public class Searcher</a:t>
            </a:r>
          </a:p>
          <a:p>
            <a:pPr>
              <a:buFont typeface="Wingdings" pitchFamily="2" charset="2"/>
              <a:buNone/>
            </a:pPr>
            <a:r>
              <a:rPr lang="en-US" altLang="en-LK" sz="1600">
                <a:latin typeface="Courier New" panose="02070309020205020404" pitchFamily="49" charset="0"/>
                <a:cs typeface="Courier New" panose="02070309020205020404" pitchFamily="49" charset="0"/>
              </a:rPr>
              <a:t>{</a:t>
            </a:r>
          </a:p>
          <a:p>
            <a:pPr>
              <a:buFont typeface="Wingdings" pitchFamily="2" charset="2"/>
              <a:buNone/>
            </a:pPr>
            <a:r>
              <a:rPr lang="en-US" altLang="en-LK" sz="1600">
                <a:latin typeface="Courier New" panose="02070309020205020404" pitchFamily="49" charset="0"/>
                <a:cs typeface="Courier New" panose="02070309020205020404" pitchFamily="49" charset="0"/>
              </a:rPr>
              <a:t>    //Singleton Setup code Here</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public Collection FindCustomers(String criteria) {</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String conStr = GetConnectionFromRegistry();</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OracleConnection conn = new OracleConnection(conStr);</a:t>
            </a:r>
          </a:p>
          <a:p>
            <a:pPr>
              <a:buFont typeface="Wingdings" pitchFamily="2" charset="2"/>
              <a:buNone/>
            </a:pPr>
            <a:endParaRPr lang="en-US" altLang="en-LK" sz="1600">
              <a:latin typeface="Courier New" panose="02070309020205020404" pitchFamily="49" charset="0"/>
              <a:cs typeface="Courier New" panose="02070309020205020404" pitchFamily="49" charset="0"/>
            </a:endParaRPr>
          </a:p>
          <a:p>
            <a:pPr>
              <a:buFont typeface="Wingdings" pitchFamily="2" charset="2"/>
              <a:buNone/>
            </a:pPr>
            <a:r>
              <a:rPr lang="en-US" altLang="en-LK" sz="1600">
                <a:latin typeface="Courier New" panose="02070309020205020404" pitchFamily="49" charset="0"/>
                <a:cs typeface="Courier New" panose="02070309020205020404" pitchFamily="49" charset="0"/>
              </a:rPr>
              <a:t>        //Query database using criteria</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       return (Collection of customers);</a:t>
            </a:r>
          </a:p>
          <a:p>
            <a:pPr>
              <a:buFont typeface="Wingdings" pitchFamily="2" charset="2"/>
              <a:buNone/>
            </a:pPr>
            <a:r>
              <a:rPr lang="en-US" altLang="en-LK" sz="1600">
                <a:latin typeface="Courier New" panose="02070309020205020404" pitchFamily="49" charset="0"/>
                <a:cs typeface="Courier New" panose="02070309020205020404" pitchFamily="49" charset="0"/>
              </a:rPr>
              <a:t>    }</a:t>
            </a:r>
          </a:p>
          <a:p>
            <a:pPr>
              <a:buFont typeface="Wingdings" pitchFamily="2" charset="2"/>
              <a:buNone/>
            </a:pPr>
            <a:r>
              <a:rPr lang="en-US" altLang="en-LK" sz="1600">
                <a:latin typeface="Courier New" panose="02070309020205020404" pitchFamily="49" charset="0"/>
                <a:cs typeface="Courier New" panose="02070309020205020404" pitchFamily="49" charset="0"/>
              </a:rPr>
              <a:t>}</a:t>
            </a:r>
          </a:p>
        </p:txBody>
      </p:sp>
      <p:sp>
        <p:nvSpPr>
          <p:cNvPr id="40965" name="Slide Number Placeholder 3">
            <a:extLst>
              <a:ext uri="{FF2B5EF4-FFF2-40B4-BE49-F238E27FC236}">
                <a16:creationId xmlns:a16="http://schemas.microsoft.com/office/drawing/2014/main" id="{DA55ED45-AB77-6982-0983-1B7E3D76397B}"/>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4CD590C-E362-3242-A4B4-ECB8631FB754}" type="slidenum">
              <a:rPr lang="en-US" altLang="en-LK" sz="1000">
                <a:latin typeface="Arial Black" panose="020B0604020202020204" pitchFamily="34" charset="0"/>
              </a:rPr>
              <a:pPr algn="r" eaLnBrk="1" hangingPunct="1"/>
              <a:t>38</a:t>
            </a:fld>
            <a:endParaRPr lang="en-US" altLang="en-LK" sz="1000">
              <a:latin typeface="Arial Black" panose="020B0604020202020204" pitchFamily="34" charset="0"/>
            </a:endParaRPr>
          </a:p>
        </p:txBody>
      </p:sp>
      <p:sp>
        <p:nvSpPr>
          <p:cNvPr id="40966" name="Date Placeholder 4">
            <a:extLst>
              <a:ext uri="{FF2B5EF4-FFF2-40B4-BE49-F238E27FC236}">
                <a16:creationId xmlns:a16="http://schemas.microsoft.com/office/drawing/2014/main" id="{FFEBA119-208A-7C01-ECB1-62882CB0FC3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DD486BD-046C-A842-8F31-B03E9DF58928}" type="datetime1">
              <a:rPr lang="en-US" altLang="en-LK" smtClean="0"/>
              <a:pPr/>
              <a:t>10/1/25</a:t>
            </a:fld>
            <a:endParaRPr lang="en-US" altLang="en-LK"/>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DB90101E-C4D5-97B9-A127-F6C6A4F0708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62E688-236C-6648-A640-F45786A2107A}" type="slidenum">
              <a:rPr lang="en-US" altLang="en-LK">
                <a:latin typeface="Arial Black" panose="020B0604020202020204" pitchFamily="34" charset="0"/>
              </a:rPr>
              <a:pPr/>
              <a:t>39</a:t>
            </a:fld>
            <a:endParaRPr lang="en-US" altLang="en-LK">
              <a:latin typeface="Arial Black" panose="020B0604020202020204" pitchFamily="34" charset="0"/>
            </a:endParaRPr>
          </a:p>
        </p:txBody>
      </p:sp>
      <p:sp>
        <p:nvSpPr>
          <p:cNvPr id="41987" name="Rectangle 2">
            <a:extLst>
              <a:ext uri="{FF2B5EF4-FFF2-40B4-BE49-F238E27FC236}">
                <a16:creationId xmlns:a16="http://schemas.microsoft.com/office/drawing/2014/main" id="{F9056A05-99CA-756E-E309-660B86C2E943}"/>
              </a:ext>
            </a:extLst>
          </p:cNvPr>
          <p:cNvSpPr>
            <a:spLocks noGrp="1" noChangeArrowheads="1"/>
          </p:cNvSpPr>
          <p:nvPr>
            <p:ph type="title"/>
          </p:nvPr>
        </p:nvSpPr>
        <p:spPr/>
        <p:txBody>
          <a:bodyPr/>
          <a:lstStyle/>
          <a:p>
            <a:r>
              <a:rPr lang="en-US" altLang="en-LK"/>
              <a:t>Case Study: Dependencies</a:t>
            </a:r>
          </a:p>
        </p:txBody>
      </p:sp>
      <p:sp>
        <p:nvSpPr>
          <p:cNvPr id="41988" name="Rectangle 3">
            <a:extLst>
              <a:ext uri="{FF2B5EF4-FFF2-40B4-BE49-F238E27FC236}">
                <a16:creationId xmlns:a16="http://schemas.microsoft.com/office/drawing/2014/main" id="{71AF6BA2-FE26-3AA7-3354-8F158E46E196}"/>
              </a:ext>
            </a:extLst>
          </p:cNvPr>
          <p:cNvSpPr>
            <a:spLocks noGrp="1" noChangeArrowheads="1"/>
          </p:cNvSpPr>
          <p:nvPr>
            <p:ph type="body" idx="1"/>
          </p:nvPr>
        </p:nvSpPr>
        <p:spPr/>
        <p:txBody>
          <a:bodyPr/>
          <a:lstStyle/>
          <a:p>
            <a:pPr>
              <a:buFont typeface="Wingdings" pitchFamily="2" charset="2"/>
              <a:buNone/>
            </a:pPr>
            <a:r>
              <a:rPr lang="en-US" altLang="en-LK"/>
              <a:t>To search the database, the client code would need to do the following:</a:t>
            </a:r>
          </a:p>
          <a:p>
            <a:endParaRPr lang="en-US" altLang="en-LK"/>
          </a:p>
          <a:p>
            <a:pPr>
              <a:buFont typeface="Wingdings" pitchFamily="2" charset="2"/>
              <a:buNone/>
            </a:pPr>
            <a:r>
              <a:rPr lang="en-US" altLang="en-LK" sz="1600">
                <a:latin typeface="Courier New" panose="02070309020205020404" pitchFamily="49" charset="0"/>
              </a:rPr>
              <a:t>        Searcher.getInstance().FindCustomers(“some criteria”)</a:t>
            </a:r>
          </a:p>
          <a:p>
            <a:pPr>
              <a:buFont typeface="Wingdings" pitchFamily="2" charset="2"/>
              <a:buNone/>
            </a:pPr>
            <a:endParaRPr lang="en-US" altLang="en-LK" sz="1600">
              <a:latin typeface="Courier New" panose="02070309020205020404" pitchFamily="49" charset="0"/>
            </a:endParaRPr>
          </a:p>
          <a:p>
            <a:pPr>
              <a:buFont typeface="Wingdings" pitchFamily="2" charset="2"/>
              <a:buNone/>
            </a:pPr>
            <a:r>
              <a:rPr lang="en-US" altLang="en-LK"/>
              <a:t>What happens if we need to change the database to SQL Server?  Or change how we get the connection string?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a:extLst>
              <a:ext uri="{FF2B5EF4-FFF2-40B4-BE49-F238E27FC236}">
                <a16:creationId xmlns:a16="http://schemas.microsoft.com/office/drawing/2014/main" id="{B17780D4-D60E-307D-9485-30DE4A61555B}"/>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C6D8C86-4A2F-044D-8CF2-9CF562380A1B}" type="slidenum">
              <a:rPr lang="en-US" altLang="en-LK">
                <a:latin typeface="Arial Black" panose="020B0604020202020204" pitchFamily="34" charset="0"/>
              </a:rPr>
              <a:pPr/>
              <a:t>40</a:t>
            </a:fld>
            <a:endParaRPr lang="en-US" altLang="en-LK">
              <a:latin typeface="Arial Black" panose="020B0604020202020204" pitchFamily="34" charset="0"/>
            </a:endParaRPr>
          </a:p>
        </p:txBody>
      </p:sp>
      <p:sp>
        <p:nvSpPr>
          <p:cNvPr id="43011" name="Title 1">
            <a:extLst>
              <a:ext uri="{FF2B5EF4-FFF2-40B4-BE49-F238E27FC236}">
                <a16:creationId xmlns:a16="http://schemas.microsoft.com/office/drawing/2014/main" id="{E87314CB-536A-79AA-8AED-8D63634ED524}"/>
              </a:ext>
            </a:extLst>
          </p:cNvPr>
          <p:cNvSpPr>
            <a:spLocks noGrp="1"/>
          </p:cNvSpPr>
          <p:nvPr>
            <p:ph type="title"/>
          </p:nvPr>
        </p:nvSpPr>
        <p:spPr/>
        <p:txBody>
          <a:bodyPr/>
          <a:lstStyle/>
          <a:p>
            <a:r>
              <a:rPr lang="en-US" altLang="en-LK"/>
              <a:t>Case Study: Dependencies</a:t>
            </a:r>
          </a:p>
        </p:txBody>
      </p:sp>
      <p:sp>
        <p:nvSpPr>
          <p:cNvPr id="43012" name="Content Placeholder 2">
            <a:extLst>
              <a:ext uri="{FF2B5EF4-FFF2-40B4-BE49-F238E27FC236}">
                <a16:creationId xmlns:a16="http://schemas.microsoft.com/office/drawing/2014/main" id="{E7F2679E-752B-E875-E579-2C4E88529354}"/>
              </a:ext>
            </a:extLst>
          </p:cNvPr>
          <p:cNvSpPr>
            <a:spLocks noGrp="1"/>
          </p:cNvSpPr>
          <p:nvPr>
            <p:ph idx="1"/>
          </p:nvPr>
        </p:nvSpPr>
        <p:spPr>
          <a:xfrm>
            <a:off x="457200" y="1143000"/>
            <a:ext cx="8229600" cy="5562600"/>
          </a:xfrm>
        </p:spPr>
        <p:txBody>
          <a:bodyPr/>
          <a:lstStyle/>
          <a:p>
            <a:r>
              <a:rPr lang="en-US" altLang="en-LK"/>
              <a:t>The Singleton is </a:t>
            </a:r>
            <a:r>
              <a:rPr lang="en-US" altLang="en-LK" i="1"/>
              <a:t>tightly coupled </a:t>
            </a:r>
            <a:r>
              <a:rPr lang="en-US" altLang="en-LK"/>
              <a:t>to Oracle. If the database changed in the future, this object would need to be changed. It is also tightly coupled in how it retrieves the connection string.</a:t>
            </a:r>
          </a:p>
          <a:p>
            <a:endParaRPr lang="en-US" altLang="en-LK"/>
          </a:p>
          <a:p>
            <a:r>
              <a:rPr lang="en-US" altLang="en-LK"/>
              <a:t>The Singleton hides object dependencies (Oracle and registry).  Anyone using the Singleton would need to inspect the internals to find out what is really going on.</a:t>
            </a:r>
          </a:p>
          <a:p>
            <a:endParaRPr lang="en-US" altLang="en-LK"/>
          </a:p>
          <a:p>
            <a:r>
              <a:rPr lang="en-US" altLang="en-LK"/>
              <a:t>Possibly memory leak since the Singleton may hold onto the resource for an infinite amount of time.</a:t>
            </a:r>
          </a:p>
          <a:p>
            <a:pPr>
              <a:buFont typeface="Wingdings" pitchFamily="2" charset="2"/>
              <a:buNone/>
            </a:pPr>
            <a:endParaRPr lang="en-US" altLang="en-LK"/>
          </a:p>
          <a:p>
            <a:pPr>
              <a:buFont typeface="Wingdings" pitchFamily="2" charset="2"/>
              <a:buNone/>
            </a:pPr>
            <a:endParaRPr lang="en-US" altLang="en-LK"/>
          </a:p>
          <a:p>
            <a:pPr>
              <a:buFont typeface="Wingdings" pitchFamily="2" charset="2"/>
              <a:buNone/>
            </a:pPr>
            <a:endParaRPr lang="en-US" altLang="en-LK" sz="1600"/>
          </a:p>
          <a:p>
            <a:pPr lvl="2">
              <a:buFont typeface="Wingdings" pitchFamily="2" charset="2"/>
              <a:buNone/>
            </a:pPr>
            <a:endParaRPr lang="en-US" altLang="en-LK" sz="1600">
              <a:latin typeface="Courier New" panose="02070309020205020404" pitchFamily="49" charset="0"/>
              <a:cs typeface="Courier New" panose="02070309020205020404" pitchFamily="49" charset="0"/>
            </a:endParaRPr>
          </a:p>
          <a:p>
            <a:pPr lvl="2">
              <a:buFont typeface="Wingdings" pitchFamily="2" charset="2"/>
              <a:buNone/>
            </a:pPr>
            <a:endParaRPr lang="en-US" altLang="en-LK" sz="1600">
              <a:latin typeface="Courier New" panose="02070309020205020404" pitchFamily="49" charset="0"/>
              <a:cs typeface="Courier New" panose="02070309020205020404" pitchFamily="49" charset="0"/>
            </a:endParaRPr>
          </a:p>
        </p:txBody>
      </p:sp>
      <p:sp>
        <p:nvSpPr>
          <p:cNvPr id="43013" name="Slide Number Placeholder 3">
            <a:extLst>
              <a:ext uri="{FF2B5EF4-FFF2-40B4-BE49-F238E27FC236}">
                <a16:creationId xmlns:a16="http://schemas.microsoft.com/office/drawing/2014/main" id="{F234DA3D-BC9E-80A9-E022-0D8F6112726A}"/>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498D646-CCA8-2F42-9E31-02952181778B}" type="slidenum">
              <a:rPr lang="en-US" altLang="en-LK" sz="1000">
                <a:latin typeface="Arial Black" panose="020B0604020202020204" pitchFamily="34" charset="0"/>
              </a:rPr>
              <a:pPr algn="r" eaLnBrk="1" hangingPunct="1"/>
              <a:t>40</a:t>
            </a:fld>
            <a:endParaRPr lang="en-US" altLang="en-LK" sz="1000">
              <a:latin typeface="Arial Black" panose="020B0604020202020204" pitchFamily="34" charset="0"/>
            </a:endParaRPr>
          </a:p>
        </p:txBody>
      </p:sp>
      <p:sp>
        <p:nvSpPr>
          <p:cNvPr id="43014" name="Date Placeholder 4">
            <a:extLst>
              <a:ext uri="{FF2B5EF4-FFF2-40B4-BE49-F238E27FC236}">
                <a16:creationId xmlns:a16="http://schemas.microsoft.com/office/drawing/2014/main" id="{388B3A74-E1BF-1B85-5876-6B01AF201BA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BB5479-94E6-9947-A4D9-A06651849092}" type="datetime1">
              <a:rPr lang="en-US" altLang="en-LK" smtClean="0"/>
              <a:pPr/>
              <a:t>10/1/25</a:t>
            </a:fld>
            <a:endParaRPr lang="en-US" altLang="en-LK"/>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06A5FD06-C71A-0137-0115-A9F9CA86357B}"/>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EB9B11-81E4-B843-9810-F4A2226F0DB8}" type="slidenum">
              <a:rPr lang="en-US" altLang="en-LK">
                <a:latin typeface="Arial Black" panose="020B0604020202020204" pitchFamily="34" charset="0"/>
              </a:rPr>
              <a:pPr/>
              <a:t>41</a:t>
            </a:fld>
            <a:endParaRPr lang="en-US" altLang="en-LK">
              <a:latin typeface="Arial Black" panose="020B0604020202020204" pitchFamily="34" charset="0"/>
            </a:endParaRPr>
          </a:p>
        </p:txBody>
      </p:sp>
      <p:sp>
        <p:nvSpPr>
          <p:cNvPr id="44035" name="Title 1">
            <a:extLst>
              <a:ext uri="{FF2B5EF4-FFF2-40B4-BE49-F238E27FC236}">
                <a16:creationId xmlns:a16="http://schemas.microsoft.com/office/drawing/2014/main" id="{5E154AB4-9A9F-07D8-B1BA-CC297DC47803}"/>
              </a:ext>
            </a:extLst>
          </p:cNvPr>
          <p:cNvSpPr>
            <a:spLocks noGrp="1"/>
          </p:cNvSpPr>
          <p:nvPr>
            <p:ph type="title"/>
          </p:nvPr>
        </p:nvSpPr>
        <p:spPr/>
        <p:txBody>
          <a:bodyPr/>
          <a:lstStyle/>
          <a:p>
            <a:r>
              <a:rPr lang="en-US" altLang="en-LK"/>
              <a:t>Unit Testing</a:t>
            </a:r>
          </a:p>
        </p:txBody>
      </p:sp>
      <p:sp>
        <p:nvSpPr>
          <p:cNvPr id="44036" name="Content Placeholder 2">
            <a:extLst>
              <a:ext uri="{FF2B5EF4-FFF2-40B4-BE49-F238E27FC236}">
                <a16:creationId xmlns:a16="http://schemas.microsoft.com/office/drawing/2014/main" id="{CA3C35D1-EE05-7D98-FC04-D43EFD9E2FB3}"/>
              </a:ext>
            </a:extLst>
          </p:cNvPr>
          <p:cNvSpPr>
            <a:spLocks noGrp="1"/>
          </p:cNvSpPr>
          <p:nvPr>
            <p:ph idx="1"/>
          </p:nvPr>
        </p:nvSpPr>
        <p:spPr>
          <a:xfrm>
            <a:off x="457200" y="1371600"/>
            <a:ext cx="8229600" cy="4953000"/>
          </a:xfrm>
        </p:spPr>
        <p:txBody>
          <a:bodyPr/>
          <a:lstStyle/>
          <a:p>
            <a:pPr>
              <a:buFont typeface="Wingdings" pitchFamily="2" charset="2"/>
              <a:buNone/>
            </a:pPr>
            <a:r>
              <a:rPr lang="en-US" altLang="en-LK"/>
              <a:t>There are many problems with unit testing a Singleton.</a:t>
            </a:r>
          </a:p>
          <a:p>
            <a:pPr>
              <a:buFont typeface="Wingdings" pitchFamily="2" charset="2"/>
              <a:buNone/>
            </a:pPr>
            <a:endParaRPr lang="en-US" altLang="en-LK"/>
          </a:p>
          <a:p>
            <a:pPr>
              <a:buFont typeface="Wingdings" pitchFamily="2" charset="2"/>
              <a:buNone/>
            </a:pPr>
            <a:r>
              <a:rPr lang="en-US" altLang="en-LK" i="1"/>
              <a:t>Problem</a:t>
            </a:r>
            <a:r>
              <a:rPr lang="en-US" altLang="en-LK"/>
              <a:t>: If you are running multiple unit tests that accesses the same Singleton, the Singleton will retain state between unit tests.  This may lead to undesired results!</a:t>
            </a:r>
          </a:p>
          <a:p>
            <a:pPr>
              <a:buFont typeface="Wingdings" pitchFamily="2" charset="2"/>
              <a:buNone/>
            </a:pPr>
            <a:endParaRPr lang="en-US" altLang="en-LK"/>
          </a:p>
          <a:p>
            <a:pPr>
              <a:buFont typeface="Wingdings" pitchFamily="2" charset="2"/>
              <a:buNone/>
            </a:pPr>
            <a:r>
              <a:rPr lang="en-US" altLang="en-LK" i="1"/>
              <a:t>Solution : </a:t>
            </a:r>
            <a:r>
              <a:rPr lang="en-US" altLang="en-LK"/>
              <a:t>Use Reflection to get access to the private static instance variable. Then set it to null. This should be done at the end of each unit test.</a:t>
            </a:r>
          </a:p>
          <a:p>
            <a:pPr>
              <a:buFont typeface="Wingdings" pitchFamily="2" charset="2"/>
              <a:buNone/>
            </a:pPr>
            <a:endParaRPr lang="en-US" altLang="en-LK"/>
          </a:p>
          <a:p>
            <a:pPr>
              <a:buFont typeface="Wingdings" pitchFamily="2" charset="2"/>
              <a:buNone/>
            </a:pPr>
            <a:r>
              <a:rPr lang="en-US" altLang="en-LK" sz="1600">
                <a:latin typeface="Courier New" panose="02070309020205020404" pitchFamily="49" charset="0"/>
                <a:cs typeface="Courier New" panose="02070309020205020404" pitchFamily="49" charset="0"/>
              </a:rPr>
              <a:t>		private static Singleton uniqueInstance;</a:t>
            </a:r>
            <a:endParaRPr lang="en-US" altLang="en-LK" i="1"/>
          </a:p>
          <a:p>
            <a:pPr lvl="1">
              <a:buFont typeface="Wingdings" pitchFamily="2" charset="2"/>
              <a:buNone/>
            </a:pPr>
            <a:r>
              <a:rPr lang="en-US" altLang="en-LK"/>
              <a:t>	</a:t>
            </a:r>
          </a:p>
          <a:p>
            <a:pPr>
              <a:buFont typeface="Wingdings" pitchFamily="2" charset="2"/>
              <a:buNone/>
            </a:pPr>
            <a:r>
              <a:rPr lang="en-US" altLang="en-LK"/>
              <a:t>	</a:t>
            </a:r>
          </a:p>
        </p:txBody>
      </p:sp>
      <p:sp>
        <p:nvSpPr>
          <p:cNvPr id="44037" name="Slide Number Placeholder 3">
            <a:extLst>
              <a:ext uri="{FF2B5EF4-FFF2-40B4-BE49-F238E27FC236}">
                <a16:creationId xmlns:a16="http://schemas.microsoft.com/office/drawing/2014/main" id="{589786E0-6DE6-51F8-7E70-0A81F3B48D90}"/>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1C976EED-ADF8-9E44-9EFD-5A9BB44C423B}" type="slidenum">
              <a:rPr lang="en-US" altLang="en-LK" sz="1000">
                <a:latin typeface="Arial Black" panose="020B0604020202020204" pitchFamily="34" charset="0"/>
              </a:rPr>
              <a:pPr algn="r" eaLnBrk="1" hangingPunct="1"/>
              <a:t>41</a:t>
            </a:fld>
            <a:endParaRPr lang="en-US" altLang="en-LK" sz="1000">
              <a:latin typeface="Arial Black" panose="020B0604020202020204" pitchFamily="34" charset="0"/>
            </a:endParaRPr>
          </a:p>
        </p:txBody>
      </p:sp>
      <p:sp>
        <p:nvSpPr>
          <p:cNvPr id="44038" name="Date Placeholder 4">
            <a:extLst>
              <a:ext uri="{FF2B5EF4-FFF2-40B4-BE49-F238E27FC236}">
                <a16:creationId xmlns:a16="http://schemas.microsoft.com/office/drawing/2014/main" id="{972FDC4D-11F2-D479-6853-70A3FD79787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70F2516-2E4B-5347-A782-5C9BDC6BA6D1}" type="datetime1">
              <a:rPr lang="en-US" altLang="en-LK" smtClean="0"/>
              <a:pPr/>
              <a:t>10/1/25</a:t>
            </a:fld>
            <a:endParaRPr lang="en-US" altLang="en-LK"/>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836D1545-F357-5608-B41F-AE77E31185D9}"/>
              </a:ext>
            </a:extLst>
          </p:cNvPr>
          <p:cNvSpPr>
            <a:spLocks noGrp="1"/>
          </p:cNvSpPr>
          <p:nvPr>
            <p:ph type="title"/>
          </p:nvPr>
        </p:nvSpPr>
        <p:spPr/>
        <p:txBody>
          <a:bodyPr/>
          <a:lstStyle/>
          <a:p>
            <a:r>
              <a:rPr lang="en-US" altLang="en-LK"/>
              <a:t>Unit Testing </a:t>
            </a:r>
          </a:p>
        </p:txBody>
      </p:sp>
      <p:sp>
        <p:nvSpPr>
          <p:cNvPr id="45059" name="Content Placeholder 2">
            <a:extLst>
              <a:ext uri="{FF2B5EF4-FFF2-40B4-BE49-F238E27FC236}">
                <a16:creationId xmlns:a16="http://schemas.microsoft.com/office/drawing/2014/main" id="{36C1BE88-62FD-547E-F6A7-768E4BE778FE}"/>
              </a:ext>
            </a:extLst>
          </p:cNvPr>
          <p:cNvSpPr>
            <a:spLocks noGrp="1"/>
          </p:cNvSpPr>
          <p:nvPr>
            <p:ph idx="1"/>
          </p:nvPr>
        </p:nvSpPr>
        <p:spPr/>
        <p:txBody>
          <a:bodyPr/>
          <a:lstStyle/>
          <a:p>
            <a:r>
              <a:rPr lang="en-US" altLang="en-LK"/>
              <a:t>Other problems</a:t>
            </a:r>
          </a:p>
          <a:p>
            <a:pPr>
              <a:buFont typeface="Wingdings" pitchFamily="2" charset="2"/>
              <a:buNone/>
            </a:pPr>
            <a:endParaRPr lang="en-US" altLang="en-LK"/>
          </a:p>
          <a:p>
            <a:pPr lvl="1"/>
            <a:r>
              <a:rPr lang="en-US" altLang="en-LK"/>
              <a:t>You want to unit test a method of a Singleton, but the method refers to other external resources. It is hard to inject a mock in this case.</a:t>
            </a:r>
          </a:p>
          <a:p>
            <a:pPr lvl="1"/>
            <a:endParaRPr lang="en-US" altLang="en-LK"/>
          </a:p>
          <a:p>
            <a:pPr lvl="1"/>
            <a:r>
              <a:rPr lang="en-US" altLang="en-LK"/>
              <a:t>You are unit testing a method that does a lot of business logic.  One of the method calls is a Singleton that accesses an external resource. How can you replace the Singleton with a mock call?</a:t>
            </a:r>
          </a:p>
          <a:p>
            <a:pPr lvl="1"/>
            <a:endParaRPr lang="en-US" altLang="en-LK"/>
          </a:p>
          <a:p>
            <a:pPr lvl="1"/>
            <a:endParaRPr lang="en-US" altLang="en-LK"/>
          </a:p>
          <a:p>
            <a:pPr lvl="1"/>
            <a:endParaRPr lang="en-US" altLang="en-LK"/>
          </a:p>
          <a:p>
            <a:pPr lvl="1"/>
            <a:endParaRPr lang="en-US" altLang="en-LK"/>
          </a:p>
        </p:txBody>
      </p:sp>
      <p:sp>
        <p:nvSpPr>
          <p:cNvPr id="45060" name="Slide Number Placeholder 3">
            <a:extLst>
              <a:ext uri="{FF2B5EF4-FFF2-40B4-BE49-F238E27FC236}">
                <a16:creationId xmlns:a16="http://schemas.microsoft.com/office/drawing/2014/main" id="{8D3EDD79-AAEB-996F-49E7-946026F298D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4700EDB-E926-1B4B-881D-CFABC5555032}" type="slidenum">
              <a:rPr lang="en-US" altLang="en-LK">
                <a:latin typeface="Arial Black" panose="020B0604020202020204" pitchFamily="34" charset="0"/>
              </a:rPr>
              <a:pPr/>
              <a:t>42</a:t>
            </a:fld>
            <a:endParaRPr lang="en-US" altLang="en-LK">
              <a:latin typeface="Arial Black" panose="020B0604020202020204" pitchFamily="34" charset="0"/>
            </a:endParaRPr>
          </a:p>
        </p:txBody>
      </p:sp>
      <p:sp>
        <p:nvSpPr>
          <p:cNvPr id="45061" name="Date Placeholder 4">
            <a:extLst>
              <a:ext uri="{FF2B5EF4-FFF2-40B4-BE49-F238E27FC236}">
                <a16:creationId xmlns:a16="http://schemas.microsoft.com/office/drawing/2014/main" id="{78D81929-1389-87ED-A3CF-30BFCBFE6D7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9B8470-65C9-1142-85DC-D3846BAE0FC4}" type="datetime1">
              <a:rPr lang="en-US" altLang="en-LK" smtClean="0"/>
              <a:pPr/>
              <a:t>10/1/25</a:t>
            </a:fld>
            <a:endParaRPr lang="en-US" altLang="en-LK"/>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4C559CF8-DD55-000D-3944-0ACC90457B77}"/>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0D5D24-926A-5947-AE19-A7B9267005F5}" type="slidenum">
              <a:rPr lang="en-US" altLang="en-LK">
                <a:latin typeface="Arial Black" panose="020B0604020202020204" pitchFamily="34" charset="0"/>
              </a:rPr>
              <a:pPr/>
              <a:t>43</a:t>
            </a:fld>
            <a:endParaRPr lang="en-US" altLang="en-LK">
              <a:latin typeface="Arial Black" panose="020B0604020202020204" pitchFamily="34" charset="0"/>
            </a:endParaRPr>
          </a:p>
        </p:txBody>
      </p:sp>
      <p:sp>
        <p:nvSpPr>
          <p:cNvPr id="46083" name="Title 1">
            <a:extLst>
              <a:ext uri="{FF2B5EF4-FFF2-40B4-BE49-F238E27FC236}">
                <a16:creationId xmlns:a16="http://schemas.microsoft.com/office/drawing/2014/main" id="{38495C67-3805-93D0-8F7B-211EEAC198BA}"/>
              </a:ext>
            </a:extLst>
          </p:cNvPr>
          <p:cNvSpPr>
            <a:spLocks noGrp="1"/>
          </p:cNvSpPr>
          <p:nvPr>
            <p:ph type="title"/>
          </p:nvPr>
        </p:nvSpPr>
        <p:spPr/>
        <p:txBody>
          <a:bodyPr/>
          <a:lstStyle/>
          <a:p>
            <a:r>
              <a:rPr lang="en-US" altLang="en-LK"/>
              <a:t>Scott Densmore “Why Singletons are Evil”</a:t>
            </a:r>
          </a:p>
        </p:txBody>
      </p:sp>
      <p:sp>
        <p:nvSpPr>
          <p:cNvPr id="46084" name="Content Placeholder 2">
            <a:extLst>
              <a:ext uri="{FF2B5EF4-FFF2-40B4-BE49-F238E27FC236}">
                <a16:creationId xmlns:a16="http://schemas.microsoft.com/office/drawing/2014/main" id="{CEA93B10-0CF1-44D9-E483-98007A92BFC2}"/>
              </a:ext>
            </a:extLst>
          </p:cNvPr>
          <p:cNvSpPr>
            <a:spLocks noGrp="1"/>
          </p:cNvSpPr>
          <p:nvPr>
            <p:ph idx="1"/>
          </p:nvPr>
        </p:nvSpPr>
        <p:spPr>
          <a:xfrm>
            <a:off x="457200" y="1371600"/>
            <a:ext cx="8229600" cy="4724400"/>
          </a:xfrm>
        </p:spPr>
        <p:txBody>
          <a:bodyPr/>
          <a:lstStyle/>
          <a:p>
            <a:r>
              <a:rPr lang="en-US" altLang="en-LK" sz="2000"/>
              <a:t>“…the dependencies in your design are hidden inside the code, and not visible by examining the interfaces of your classes and methods. You have to inspect the code to understand exactly what other objects your class uses.</a:t>
            </a:r>
          </a:p>
          <a:p>
            <a:r>
              <a:rPr lang="en-US" altLang="en-LK" sz="2000"/>
              <a:t>“Singletons allow you to limit creation of your objects... you are mixing two different responsibilities into the same class.”</a:t>
            </a:r>
          </a:p>
          <a:p>
            <a:r>
              <a:rPr lang="en-US" altLang="en-LK" sz="2000"/>
              <a:t>“Singletons promote tight coupling between classes.”</a:t>
            </a:r>
          </a:p>
          <a:p>
            <a:r>
              <a:rPr lang="en-US" altLang="en-LK" sz="2000"/>
              <a:t>“Singletons carry state with them that last as long as the program lasts…Persistent state is the enemy of unit testing.”</a:t>
            </a:r>
          </a:p>
          <a:p>
            <a:endParaRPr lang="en-US" altLang="en-LK" sz="2000"/>
          </a:p>
          <a:p>
            <a:r>
              <a:rPr lang="en-US" altLang="en-LK" sz="2000"/>
              <a:t>Source: http://blogs.msdn.com/scottdensmore/archive/2004/05/25/140827.aspx</a:t>
            </a:r>
          </a:p>
          <a:p>
            <a:endParaRPr lang="en-US" altLang="en-LK" sz="2000"/>
          </a:p>
        </p:txBody>
      </p:sp>
      <p:sp>
        <p:nvSpPr>
          <p:cNvPr id="46085" name="Slide Number Placeholder 3">
            <a:extLst>
              <a:ext uri="{FF2B5EF4-FFF2-40B4-BE49-F238E27FC236}">
                <a16:creationId xmlns:a16="http://schemas.microsoft.com/office/drawing/2014/main" id="{E2385D0E-12E2-FFEE-B6D3-DED4FF9BB6C4}"/>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133AB9B-0980-4D4B-AC5E-F36CC0A42FCE}" type="slidenum">
              <a:rPr lang="en-US" altLang="en-LK" sz="1000">
                <a:latin typeface="Arial Black" panose="020B0604020202020204" pitchFamily="34" charset="0"/>
              </a:rPr>
              <a:pPr algn="r" eaLnBrk="1" hangingPunct="1"/>
              <a:t>43</a:t>
            </a:fld>
            <a:endParaRPr lang="en-US" altLang="en-LK" sz="1000">
              <a:latin typeface="Arial Black" panose="020B0604020202020204" pitchFamily="34" charset="0"/>
            </a:endParaRPr>
          </a:p>
        </p:txBody>
      </p:sp>
      <p:sp>
        <p:nvSpPr>
          <p:cNvPr id="46086" name="Date Placeholder 4">
            <a:extLst>
              <a:ext uri="{FF2B5EF4-FFF2-40B4-BE49-F238E27FC236}">
                <a16:creationId xmlns:a16="http://schemas.microsoft.com/office/drawing/2014/main" id="{AE59D334-4588-6C1C-1DAC-5D5C65B1E0B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C9149E5-877A-2346-A243-FFAAB8BBF60A}" type="datetime1">
              <a:rPr lang="en-US" altLang="en-LK" smtClean="0"/>
              <a:pPr/>
              <a:t>10/1/25</a:t>
            </a:fld>
            <a:endParaRPr lang="en-US" altLang="en-LK"/>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E3D807F6-F79D-5795-D05A-3ADBC386450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34359B-5657-884D-B1DA-341087C23CC9}" type="slidenum">
              <a:rPr lang="en-US" altLang="en-LK">
                <a:latin typeface="Arial Black" panose="020B0604020202020204" pitchFamily="34" charset="0"/>
              </a:rPr>
              <a:pPr/>
              <a:t>44</a:t>
            </a:fld>
            <a:endParaRPr lang="en-US" altLang="en-LK">
              <a:latin typeface="Arial Black" panose="020B0604020202020204" pitchFamily="34" charset="0"/>
            </a:endParaRPr>
          </a:p>
        </p:txBody>
      </p:sp>
      <p:sp>
        <p:nvSpPr>
          <p:cNvPr id="47107" name="Slide Number Placeholder 4">
            <a:extLst>
              <a:ext uri="{FF2B5EF4-FFF2-40B4-BE49-F238E27FC236}">
                <a16:creationId xmlns:a16="http://schemas.microsoft.com/office/drawing/2014/main" id="{B695F79A-96F6-4FD1-26A2-9E77278406DE}"/>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9677684-95BD-7043-80AD-F695CDD5DA3C}" type="slidenum">
              <a:rPr lang="en-US" altLang="en-LK" sz="1000">
                <a:latin typeface="Arial Black" panose="020B0604020202020204" pitchFamily="34" charset="0"/>
              </a:rPr>
              <a:pPr algn="r" eaLnBrk="1" hangingPunct="1"/>
              <a:t>44</a:t>
            </a:fld>
            <a:endParaRPr lang="en-US" altLang="en-LK" sz="1000">
              <a:latin typeface="Arial Black" panose="020B0604020202020204" pitchFamily="34" charset="0"/>
            </a:endParaRPr>
          </a:p>
        </p:txBody>
      </p:sp>
      <p:sp>
        <p:nvSpPr>
          <p:cNvPr id="47108" name="Date Placeholder 5">
            <a:extLst>
              <a:ext uri="{FF2B5EF4-FFF2-40B4-BE49-F238E27FC236}">
                <a16:creationId xmlns:a16="http://schemas.microsoft.com/office/drawing/2014/main" id="{39F17158-416E-8B1E-E1D6-5B46FB15DBB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4E1C8F-66DE-6D4E-865C-DA0DD913F738}" type="datetime1">
              <a:rPr lang="en-US" altLang="en-LK" smtClean="0"/>
              <a:pPr/>
              <a:t>10/1/25</a:t>
            </a:fld>
            <a:endParaRPr lang="en-US" altLang="en-LK"/>
          </a:p>
        </p:txBody>
      </p:sp>
      <p:sp>
        <p:nvSpPr>
          <p:cNvPr id="47109" name="Rectangle 2">
            <a:extLst>
              <a:ext uri="{FF2B5EF4-FFF2-40B4-BE49-F238E27FC236}">
                <a16:creationId xmlns:a16="http://schemas.microsoft.com/office/drawing/2014/main" id="{9131B6D6-7171-A07A-EB46-70FEB2B1DC38}"/>
              </a:ext>
            </a:extLst>
          </p:cNvPr>
          <p:cNvSpPr>
            <a:spLocks noGrp="1" noChangeArrowheads="1"/>
          </p:cNvSpPr>
          <p:nvPr>
            <p:ph type="title"/>
          </p:nvPr>
        </p:nvSpPr>
        <p:spPr>
          <a:xfrm>
            <a:off x="457200" y="457200"/>
            <a:ext cx="8229600" cy="914400"/>
          </a:xfrm>
        </p:spPr>
        <p:txBody>
          <a:bodyPr/>
          <a:lstStyle/>
          <a:p>
            <a:pPr eaLnBrk="1" hangingPunct="1"/>
            <a:r>
              <a:rPr lang="en-US" altLang="en-LK" sz="2800"/>
              <a:t>Jeremy D. Miller “Chill out on the Singleton…”</a:t>
            </a:r>
          </a:p>
        </p:txBody>
      </p:sp>
      <p:sp>
        <p:nvSpPr>
          <p:cNvPr id="47110" name="Rectangle 3">
            <a:extLst>
              <a:ext uri="{FF2B5EF4-FFF2-40B4-BE49-F238E27FC236}">
                <a16:creationId xmlns:a16="http://schemas.microsoft.com/office/drawing/2014/main" id="{C980AE1C-55AC-3BDB-5829-358E9A67DB1B}"/>
              </a:ext>
            </a:extLst>
          </p:cNvPr>
          <p:cNvSpPr>
            <a:spLocks noGrp="1" noChangeArrowheads="1"/>
          </p:cNvSpPr>
          <p:nvPr>
            <p:ph type="body" idx="1"/>
          </p:nvPr>
        </p:nvSpPr>
        <p:spPr>
          <a:xfrm>
            <a:off x="457200" y="1371600"/>
            <a:ext cx="8229600" cy="4953000"/>
          </a:xfrm>
        </p:spPr>
        <p:txBody>
          <a:bodyPr/>
          <a:lstStyle/>
          <a:p>
            <a:pPr eaLnBrk="1" hangingPunct="1">
              <a:buFont typeface="Wingdings" pitchFamily="2" charset="2"/>
              <a:buNone/>
            </a:pPr>
            <a:r>
              <a:rPr lang="en-US" altLang="en-LK"/>
              <a:t>“Using a stateful singleton opens yourself up to all kinds of threading issues. When you screw up threading safety you can create really wacky bugs that are devilishly hard to reproduce.  </a:t>
            </a:r>
          </a:p>
          <a:p>
            <a:pPr eaLnBrk="1" hangingPunct="1">
              <a:buFont typeface="Wingdings" pitchFamily="2" charset="2"/>
              <a:buNone/>
            </a:pPr>
            <a:endParaRPr lang="en-US" altLang="en-LK"/>
          </a:p>
          <a:p>
            <a:pPr eaLnBrk="1" hangingPunct="1">
              <a:buFont typeface="Wingdings" pitchFamily="2" charset="2"/>
              <a:buNone/>
            </a:pPr>
            <a:r>
              <a:rPr lang="en-US" altLang="en-LK"/>
              <a:t>    My best advice is to not use caching via static members until you absolutely have to for performance or resource limitation reasons.”</a:t>
            </a:r>
          </a:p>
          <a:p>
            <a:pPr eaLnBrk="1" hangingPunct="1"/>
            <a:endParaRPr lang="en-US" altLang="en-LK"/>
          </a:p>
          <a:p>
            <a:pPr eaLnBrk="1" hangingPunct="1"/>
            <a:r>
              <a:rPr lang="en-US" altLang="en-LK"/>
              <a:t>Source: http://codebetter.com/blogs/jeremy.miller/archive/2005/08/04/130302.aspx</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C7256F1E-6AFC-3940-E98B-8AE266C91CC7}"/>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9CFF21C-3BED-9440-A88D-6FA47271553D}" type="slidenum">
              <a:rPr lang="en-US" altLang="en-LK">
                <a:latin typeface="Arial Black" panose="020B0604020202020204" pitchFamily="34" charset="0"/>
              </a:rPr>
              <a:pPr/>
              <a:t>45</a:t>
            </a:fld>
            <a:endParaRPr lang="en-US" altLang="en-LK">
              <a:latin typeface="Arial Black" panose="020B0604020202020204" pitchFamily="34" charset="0"/>
            </a:endParaRPr>
          </a:p>
        </p:txBody>
      </p:sp>
      <p:sp>
        <p:nvSpPr>
          <p:cNvPr id="48131" name="Slide Number Placeholder 4">
            <a:extLst>
              <a:ext uri="{FF2B5EF4-FFF2-40B4-BE49-F238E27FC236}">
                <a16:creationId xmlns:a16="http://schemas.microsoft.com/office/drawing/2014/main" id="{DA2047A3-786B-2C65-34F6-89CD7E087490}"/>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B5934C2-FEC4-6148-A362-E76AB4828A48}" type="slidenum">
              <a:rPr lang="en-US" altLang="en-LK" sz="1000">
                <a:latin typeface="Arial Black" panose="020B0604020202020204" pitchFamily="34" charset="0"/>
              </a:rPr>
              <a:pPr algn="r" eaLnBrk="1" hangingPunct="1"/>
              <a:t>45</a:t>
            </a:fld>
            <a:endParaRPr lang="en-US" altLang="en-LK" sz="1000">
              <a:latin typeface="Arial Black" panose="020B0604020202020204" pitchFamily="34" charset="0"/>
            </a:endParaRPr>
          </a:p>
        </p:txBody>
      </p:sp>
      <p:sp>
        <p:nvSpPr>
          <p:cNvPr id="48132" name="Date Placeholder 5">
            <a:extLst>
              <a:ext uri="{FF2B5EF4-FFF2-40B4-BE49-F238E27FC236}">
                <a16:creationId xmlns:a16="http://schemas.microsoft.com/office/drawing/2014/main" id="{0C43B4FA-49BE-249A-C025-3314368F729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07E286E-241C-2747-B913-A9E8F503033B}" type="datetime1">
              <a:rPr lang="en-US" altLang="en-LK" smtClean="0"/>
              <a:pPr/>
              <a:t>10/1/25</a:t>
            </a:fld>
            <a:endParaRPr lang="en-US" altLang="en-LK"/>
          </a:p>
        </p:txBody>
      </p:sp>
      <p:sp>
        <p:nvSpPr>
          <p:cNvPr id="48133" name="Rectangle 2">
            <a:extLst>
              <a:ext uri="{FF2B5EF4-FFF2-40B4-BE49-F238E27FC236}">
                <a16:creationId xmlns:a16="http://schemas.microsoft.com/office/drawing/2014/main" id="{3EA56D50-1E66-2380-FCCB-66AD86CDC32E}"/>
              </a:ext>
            </a:extLst>
          </p:cNvPr>
          <p:cNvSpPr>
            <a:spLocks noGrp="1" noChangeArrowheads="1"/>
          </p:cNvSpPr>
          <p:nvPr>
            <p:ph type="title"/>
          </p:nvPr>
        </p:nvSpPr>
        <p:spPr/>
        <p:txBody>
          <a:bodyPr/>
          <a:lstStyle/>
          <a:p>
            <a:pPr eaLnBrk="1" hangingPunct="1"/>
            <a:r>
              <a:rPr lang="en-US" altLang="en-LK"/>
              <a:t>“How to Decontaminate a Singleton”</a:t>
            </a:r>
          </a:p>
        </p:txBody>
      </p:sp>
      <p:sp>
        <p:nvSpPr>
          <p:cNvPr id="48134" name="Rectangle 3">
            <a:extLst>
              <a:ext uri="{FF2B5EF4-FFF2-40B4-BE49-F238E27FC236}">
                <a16:creationId xmlns:a16="http://schemas.microsoft.com/office/drawing/2014/main" id="{E6FDFEF0-529B-FF00-8F6F-AC371EA661CB}"/>
              </a:ext>
            </a:extLst>
          </p:cNvPr>
          <p:cNvSpPr>
            <a:spLocks noGrp="1" noChangeArrowheads="1"/>
          </p:cNvSpPr>
          <p:nvPr>
            <p:ph type="body" idx="1"/>
          </p:nvPr>
        </p:nvSpPr>
        <p:spPr/>
        <p:txBody>
          <a:bodyPr/>
          <a:lstStyle/>
          <a:p>
            <a:pPr eaLnBrk="1" hangingPunct="1"/>
            <a:r>
              <a:rPr lang="en-US" altLang="en-LK"/>
              <a:t>“Define a Spring bean for each Singleton you use. For new DI-like implementations use the Spring bean as a wrapper that allows to access the functionality of the Singleton.”</a:t>
            </a:r>
          </a:p>
          <a:p>
            <a:pPr eaLnBrk="1" hangingPunct="1"/>
            <a:endParaRPr lang="en-US" altLang="en-LK"/>
          </a:p>
          <a:p>
            <a:pPr eaLnBrk="1" hangingPunct="1"/>
            <a:r>
              <a:rPr lang="en-US" altLang="en-LK"/>
              <a:t>http://blog.rainer.eschen.name/2006/12/15/how-to-decontaminate-a-singleton/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1B0A954B-CC11-626B-A6EA-68F047E23378}"/>
              </a:ext>
            </a:extLst>
          </p:cNvPr>
          <p:cNvSpPr>
            <a:spLocks noGrp="1"/>
          </p:cNvSpPr>
          <p:nvPr>
            <p:ph type="title"/>
          </p:nvPr>
        </p:nvSpPr>
        <p:spPr/>
        <p:txBody>
          <a:bodyPr/>
          <a:lstStyle/>
          <a:p>
            <a:r>
              <a:rPr lang="en-US" altLang="en-LK"/>
              <a:t>Comments from Others</a:t>
            </a:r>
          </a:p>
        </p:txBody>
      </p:sp>
      <p:sp>
        <p:nvSpPr>
          <p:cNvPr id="49155" name="Content Placeholder 2">
            <a:extLst>
              <a:ext uri="{FF2B5EF4-FFF2-40B4-BE49-F238E27FC236}">
                <a16:creationId xmlns:a16="http://schemas.microsoft.com/office/drawing/2014/main" id="{4AD0FE49-F54B-4423-75C3-7CE955E750A2}"/>
              </a:ext>
            </a:extLst>
          </p:cNvPr>
          <p:cNvSpPr>
            <a:spLocks noGrp="1"/>
          </p:cNvSpPr>
          <p:nvPr>
            <p:ph idx="1"/>
          </p:nvPr>
        </p:nvSpPr>
        <p:spPr/>
        <p:txBody>
          <a:bodyPr/>
          <a:lstStyle/>
          <a:p>
            <a:r>
              <a:rPr lang="en-US" altLang="en-LK"/>
              <a:t>“Sub-classing or creating mocks for Singletons is impossible (unless it implements an interface for its type)”</a:t>
            </a:r>
          </a:p>
          <a:p>
            <a:endParaRPr lang="en-US" altLang="en-LK"/>
          </a:p>
          <a:p>
            <a:r>
              <a:rPr lang="en-US" altLang="en-LK"/>
              <a:t>“It really should only be used in cases of classes for Constants for example.”</a:t>
            </a:r>
          </a:p>
          <a:p>
            <a:endParaRPr lang="en-US" altLang="en-LK"/>
          </a:p>
          <a:p>
            <a:r>
              <a:rPr lang="en-US" altLang="en-LK"/>
              <a:t>“Access to a singleton in an application must be serialized, which complicates multi-threading issues in applications hence introducing possible issues of thread locking.”</a:t>
            </a:r>
          </a:p>
        </p:txBody>
      </p:sp>
      <p:sp>
        <p:nvSpPr>
          <p:cNvPr id="49156" name="Slide Number Placeholder 3">
            <a:extLst>
              <a:ext uri="{FF2B5EF4-FFF2-40B4-BE49-F238E27FC236}">
                <a16:creationId xmlns:a16="http://schemas.microsoft.com/office/drawing/2014/main" id="{AD331CAE-1153-454F-B00A-0FC36FC1FDF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2251A4-CF53-1E4B-A08D-B7B2A48DFEF6}" type="slidenum">
              <a:rPr lang="en-US" altLang="en-LK">
                <a:latin typeface="Arial Black" panose="020B0604020202020204" pitchFamily="34" charset="0"/>
              </a:rPr>
              <a:pPr/>
              <a:t>46</a:t>
            </a:fld>
            <a:endParaRPr lang="en-US" altLang="en-LK">
              <a:latin typeface="Arial Black" panose="020B0604020202020204" pitchFamily="34" charset="0"/>
            </a:endParaRPr>
          </a:p>
        </p:txBody>
      </p:sp>
      <p:sp>
        <p:nvSpPr>
          <p:cNvPr id="49157" name="Date Placeholder 4">
            <a:extLst>
              <a:ext uri="{FF2B5EF4-FFF2-40B4-BE49-F238E27FC236}">
                <a16:creationId xmlns:a16="http://schemas.microsoft.com/office/drawing/2014/main" id="{EACDF340-9128-4F9E-76B2-71DEDCD56D2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1AFB080-D44E-8A42-B1EA-707D00429DFC}" type="datetime1">
              <a:rPr lang="en-US" altLang="en-LK" smtClean="0"/>
              <a:pPr/>
              <a:t>10/1/25</a:t>
            </a:fld>
            <a:endParaRPr lang="en-US" altLang="en-LK"/>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D06F09CD-E964-9458-73C2-CB43C68BEA19}"/>
              </a:ext>
            </a:extLst>
          </p:cNvPr>
          <p:cNvSpPr>
            <a:spLocks noGrp="1"/>
          </p:cNvSpPr>
          <p:nvPr>
            <p:ph type="title"/>
          </p:nvPr>
        </p:nvSpPr>
        <p:spPr/>
        <p:txBody>
          <a:bodyPr/>
          <a:lstStyle/>
          <a:p>
            <a:r>
              <a:rPr lang="en-US" altLang="en-LK"/>
              <a:t>Comments from Others</a:t>
            </a:r>
          </a:p>
        </p:txBody>
      </p:sp>
      <p:sp>
        <p:nvSpPr>
          <p:cNvPr id="50179" name="Content Placeholder 2">
            <a:extLst>
              <a:ext uri="{FF2B5EF4-FFF2-40B4-BE49-F238E27FC236}">
                <a16:creationId xmlns:a16="http://schemas.microsoft.com/office/drawing/2014/main" id="{12B24A41-9769-1179-8B95-7A51805D1D24}"/>
              </a:ext>
            </a:extLst>
          </p:cNvPr>
          <p:cNvSpPr>
            <a:spLocks noGrp="1"/>
          </p:cNvSpPr>
          <p:nvPr>
            <p:ph idx="1"/>
          </p:nvPr>
        </p:nvSpPr>
        <p:spPr>
          <a:xfrm>
            <a:off x="304800" y="1219200"/>
            <a:ext cx="8229600" cy="5638800"/>
          </a:xfrm>
        </p:spPr>
        <p:txBody>
          <a:bodyPr/>
          <a:lstStyle/>
          <a:p>
            <a:r>
              <a:rPr lang="en-US" altLang="en-LK"/>
              <a:t>“I had cases where I wanted to create a subclass, and the singleton kept referring to the superclass.”</a:t>
            </a:r>
          </a:p>
          <a:p>
            <a:endParaRPr lang="en-US" altLang="en-LK"/>
          </a:p>
          <a:p>
            <a:r>
              <a:rPr lang="en-US" altLang="en-LK"/>
              <a:t>“..writing a good unit test was impossible because the class invoked a singleton, and there was no way to inject a fake.”</a:t>
            </a:r>
          </a:p>
          <a:p>
            <a:endParaRPr lang="en-US" altLang="en-LK"/>
          </a:p>
          <a:p>
            <a:r>
              <a:rPr lang="en-US" altLang="en-LK"/>
              <a:t>“Unit testing a singleton is not so much a problem as unit testing the other classes that use a singleton. They are bound so tightly that there is often no way to inject a fake (or mock) version of the singleton class. In some cases you can live with that, but in other cases, such as when the singleton accesses an external resource like a database, it's intolerable for a unit test.”</a:t>
            </a:r>
          </a:p>
        </p:txBody>
      </p:sp>
      <p:sp>
        <p:nvSpPr>
          <p:cNvPr id="50180" name="Slide Number Placeholder 3">
            <a:extLst>
              <a:ext uri="{FF2B5EF4-FFF2-40B4-BE49-F238E27FC236}">
                <a16:creationId xmlns:a16="http://schemas.microsoft.com/office/drawing/2014/main" id="{5EF974B2-D8BD-D434-EAB0-BA510723285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549844-984A-C34A-9705-1C295FE759A0}" type="slidenum">
              <a:rPr lang="en-US" altLang="en-LK">
                <a:latin typeface="Arial Black" panose="020B0604020202020204" pitchFamily="34" charset="0"/>
              </a:rPr>
              <a:pPr/>
              <a:t>47</a:t>
            </a:fld>
            <a:endParaRPr lang="en-US" altLang="en-LK">
              <a:latin typeface="Arial Black" panose="020B0604020202020204" pitchFamily="34" charset="0"/>
            </a:endParaRPr>
          </a:p>
        </p:txBody>
      </p:sp>
      <p:sp>
        <p:nvSpPr>
          <p:cNvPr id="50181" name="Date Placeholder 4">
            <a:extLst>
              <a:ext uri="{FF2B5EF4-FFF2-40B4-BE49-F238E27FC236}">
                <a16:creationId xmlns:a16="http://schemas.microsoft.com/office/drawing/2014/main" id="{E8D82BCD-3545-01BC-1333-9432C5F5891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E5217B5-66D8-F944-9C31-F3F542EDF6EA}" type="datetime1">
              <a:rPr lang="en-US" altLang="en-LK" smtClean="0"/>
              <a:pPr/>
              <a:t>10/1/25</a:t>
            </a:fld>
            <a:endParaRPr lang="en-US" altLang="en-LK"/>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94C6DA10-1564-5C8D-BB2C-030266172F0E}"/>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9336E97-6F14-A540-92B5-C85A24D9871D}" type="slidenum">
              <a:rPr lang="en-US" altLang="en-LK">
                <a:latin typeface="Arial Black" panose="020B0604020202020204" pitchFamily="34" charset="0"/>
              </a:rPr>
              <a:pPr/>
              <a:t>48</a:t>
            </a:fld>
            <a:endParaRPr lang="en-US" altLang="en-LK">
              <a:latin typeface="Arial Black" panose="020B0604020202020204" pitchFamily="34" charset="0"/>
            </a:endParaRPr>
          </a:p>
        </p:txBody>
      </p:sp>
      <p:sp>
        <p:nvSpPr>
          <p:cNvPr id="51203" name="Rectangle 2">
            <a:extLst>
              <a:ext uri="{FF2B5EF4-FFF2-40B4-BE49-F238E27FC236}">
                <a16:creationId xmlns:a16="http://schemas.microsoft.com/office/drawing/2014/main" id="{FCA6DD41-A024-D672-14D3-C895F5B36B4B}"/>
              </a:ext>
            </a:extLst>
          </p:cNvPr>
          <p:cNvSpPr>
            <a:spLocks noGrp="1" noChangeArrowheads="1"/>
          </p:cNvSpPr>
          <p:nvPr>
            <p:ph type="title"/>
          </p:nvPr>
        </p:nvSpPr>
        <p:spPr/>
        <p:txBody>
          <a:bodyPr/>
          <a:lstStyle/>
          <a:p>
            <a:r>
              <a:rPr lang="en-US" altLang="en-LK"/>
              <a:t>Other Useful Articles</a:t>
            </a:r>
          </a:p>
        </p:txBody>
      </p:sp>
      <p:sp>
        <p:nvSpPr>
          <p:cNvPr id="51204" name="Rectangle 3">
            <a:extLst>
              <a:ext uri="{FF2B5EF4-FFF2-40B4-BE49-F238E27FC236}">
                <a16:creationId xmlns:a16="http://schemas.microsoft.com/office/drawing/2014/main" id="{B6BB2562-64CB-4254-E41B-E9BD4369917B}"/>
              </a:ext>
            </a:extLst>
          </p:cNvPr>
          <p:cNvSpPr>
            <a:spLocks noGrp="1" noChangeArrowheads="1"/>
          </p:cNvSpPr>
          <p:nvPr>
            <p:ph type="body" idx="1"/>
          </p:nvPr>
        </p:nvSpPr>
        <p:spPr/>
        <p:txBody>
          <a:bodyPr/>
          <a:lstStyle/>
          <a:p>
            <a:r>
              <a:rPr lang="en-US" altLang="en-LK"/>
              <a:t>Singleton Explained</a:t>
            </a:r>
          </a:p>
          <a:p>
            <a:pPr lvl="1"/>
            <a:r>
              <a:rPr lang="en-US" altLang="en-LK">
                <a:hlinkClick r:id="rId2"/>
              </a:rPr>
              <a:t>http://c2.com/cgi/wiki?SingletonPattern</a:t>
            </a:r>
            <a:endParaRPr lang="en-US" altLang="en-LK"/>
          </a:p>
          <a:p>
            <a:pPr lvl="1"/>
            <a:r>
              <a:rPr lang="en-US" altLang="en-LK"/>
              <a:t>http://www.oodesign.com/singleton-pattern.html</a:t>
            </a:r>
          </a:p>
          <a:p>
            <a:endParaRPr lang="en-US" altLang="en-LK"/>
          </a:p>
          <a:p>
            <a:r>
              <a:rPr lang="en-US" altLang="en-LK"/>
              <a:t>Unit Testing </a:t>
            </a:r>
          </a:p>
          <a:p>
            <a:pPr lvl="1"/>
            <a:r>
              <a:rPr lang="en-US" altLang="en-LK"/>
              <a:t>http://imistaken.blogspot.com/2009/11/unit-testing-singletons.html</a:t>
            </a:r>
          </a:p>
          <a:p>
            <a:pPr lvl="1"/>
            <a:r>
              <a:rPr lang="en-US" altLang="en-LK"/>
              <a:t>http://weblogs.asp.net/okloeten/archive/2004/08/19/217182.aspx</a:t>
            </a:r>
          </a:p>
          <a:p>
            <a:endParaRPr lang="en-US" altLang="en-LK"/>
          </a:p>
          <a:p>
            <a:pPr lvl="1"/>
            <a:endParaRPr lang="en-US" altLang="en-LK"/>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862B61E5-CBD9-5777-2CD1-71CE64BDAD05}"/>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7DC59F4-E81F-B24B-A3A6-20F303F3BB39}" type="slidenum">
              <a:rPr lang="en-US" altLang="en-LK">
                <a:latin typeface="Arial Black" panose="020B0604020202020204" pitchFamily="34" charset="0"/>
              </a:rPr>
              <a:pPr/>
              <a:t>49</a:t>
            </a:fld>
            <a:endParaRPr lang="en-US" altLang="en-LK">
              <a:latin typeface="Arial Black" panose="020B0604020202020204" pitchFamily="34" charset="0"/>
            </a:endParaRPr>
          </a:p>
        </p:txBody>
      </p:sp>
      <p:sp>
        <p:nvSpPr>
          <p:cNvPr id="52227" name="Title 1">
            <a:extLst>
              <a:ext uri="{FF2B5EF4-FFF2-40B4-BE49-F238E27FC236}">
                <a16:creationId xmlns:a16="http://schemas.microsoft.com/office/drawing/2014/main" id="{86030577-3B61-F678-12F8-9844193A9360}"/>
              </a:ext>
            </a:extLst>
          </p:cNvPr>
          <p:cNvSpPr>
            <a:spLocks noGrp="1"/>
          </p:cNvSpPr>
          <p:nvPr>
            <p:ph type="title"/>
          </p:nvPr>
        </p:nvSpPr>
        <p:spPr/>
        <p:txBody>
          <a:bodyPr/>
          <a:lstStyle/>
          <a:p>
            <a:r>
              <a:rPr lang="en-US" altLang="en-LK"/>
              <a:t>SUMMARY</a:t>
            </a:r>
          </a:p>
        </p:txBody>
      </p:sp>
      <p:sp>
        <p:nvSpPr>
          <p:cNvPr id="52228" name="Content Placeholder 2">
            <a:extLst>
              <a:ext uri="{FF2B5EF4-FFF2-40B4-BE49-F238E27FC236}">
                <a16:creationId xmlns:a16="http://schemas.microsoft.com/office/drawing/2014/main" id="{87BA4CD9-8110-5DCD-A4CC-0B1B930867AA}"/>
              </a:ext>
            </a:extLst>
          </p:cNvPr>
          <p:cNvSpPr>
            <a:spLocks noGrp="1"/>
          </p:cNvSpPr>
          <p:nvPr>
            <p:ph idx="1"/>
          </p:nvPr>
        </p:nvSpPr>
        <p:spPr>
          <a:xfrm>
            <a:off x="457200" y="1295400"/>
            <a:ext cx="8229600" cy="4724400"/>
          </a:xfrm>
        </p:spPr>
        <p:txBody>
          <a:bodyPr/>
          <a:lstStyle/>
          <a:p>
            <a:pPr eaLnBrk="1" hangingPunct="1"/>
            <a:r>
              <a:rPr lang="en-US" altLang="en-LK" b="1" i="1"/>
              <a:t>Pattern Name </a:t>
            </a:r>
            <a:r>
              <a:rPr lang="en-US" altLang="en-LK"/>
              <a:t>– Singleton</a:t>
            </a:r>
          </a:p>
          <a:p>
            <a:pPr eaLnBrk="1" hangingPunct="1"/>
            <a:r>
              <a:rPr lang="en-US" altLang="en-LK" b="1" i="1"/>
              <a:t>Problem</a:t>
            </a:r>
            <a:r>
              <a:rPr lang="en-US" altLang="en-LK"/>
              <a:t> – Ensures one instance of an object and global access to it.</a:t>
            </a:r>
          </a:p>
          <a:p>
            <a:pPr eaLnBrk="1" hangingPunct="1"/>
            <a:r>
              <a:rPr lang="en-US" altLang="en-LK" b="1" i="1"/>
              <a:t>Solution</a:t>
            </a:r>
            <a:endParaRPr lang="en-US" altLang="en-LK"/>
          </a:p>
          <a:p>
            <a:pPr lvl="1" eaLnBrk="1" hangingPunct="1"/>
            <a:r>
              <a:rPr lang="en-US" altLang="en-LK"/>
              <a:t>Hide the constructor</a:t>
            </a:r>
          </a:p>
          <a:p>
            <a:pPr lvl="1" eaLnBrk="1" hangingPunct="1"/>
            <a:r>
              <a:rPr lang="en-US" altLang="en-LK"/>
              <a:t>Use static method to return one instance of the object</a:t>
            </a:r>
          </a:p>
          <a:p>
            <a:pPr eaLnBrk="1" hangingPunct="1"/>
            <a:r>
              <a:rPr lang="en-US" altLang="en-LK" b="1" i="1"/>
              <a:t>Consequences</a:t>
            </a:r>
          </a:p>
          <a:p>
            <a:pPr lvl="1" eaLnBrk="1" hangingPunct="1"/>
            <a:r>
              <a:rPr lang="en-US" altLang="en-LK"/>
              <a:t>Lazy Instantiation</a:t>
            </a:r>
          </a:p>
          <a:p>
            <a:pPr lvl="1" eaLnBrk="1" hangingPunct="1"/>
            <a:r>
              <a:rPr lang="en-US" altLang="en-LK"/>
              <a:t>Threading</a:t>
            </a:r>
          </a:p>
          <a:p>
            <a:pPr lvl="1" eaLnBrk="1" hangingPunct="1"/>
            <a:r>
              <a:rPr lang="en-US" altLang="en-LK"/>
              <a:t>Inheritance issues</a:t>
            </a:r>
          </a:p>
          <a:p>
            <a:pPr lvl="1" eaLnBrk="1" hangingPunct="1"/>
            <a:r>
              <a:rPr lang="en-US" altLang="en-LK"/>
              <a:t>Hides dependencies</a:t>
            </a:r>
          </a:p>
          <a:p>
            <a:pPr lvl="1" eaLnBrk="1" hangingPunct="1"/>
            <a:r>
              <a:rPr lang="en-US" altLang="en-LK"/>
              <a:t>Difficult unit testing</a:t>
            </a:r>
          </a:p>
        </p:txBody>
      </p:sp>
      <p:sp>
        <p:nvSpPr>
          <p:cNvPr id="52229" name="Slide Number Placeholder 3">
            <a:extLst>
              <a:ext uri="{FF2B5EF4-FFF2-40B4-BE49-F238E27FC236}">
                <a16:creationId xmlns:a16="http://schemas.microsoft.com/office/drawing/2014/main" id="{7877625E-F951-06AD-BA0A-FA0C8FF93673}"/>
              </a:ext>
            </a:extLst>
          </p:cNvPr>
          <p:cNvSpPr txBox="1">
            <a:spLocks noGrp="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1F9D47D-F47E-A546-BF24-B55C76EAEF5F}" type="slidenum">
              <a:rPr lang="en-US" altLang="en-LK" sz="1000">
                <a:latin typeface="Arial Black" panose="020B0604020202020204" pitchFamily="34" charset="0"/>
              </a:rPr>
              <a:pPr algn="r" eaLnBrk="1" hangingPunct="1"/>
              <a:t>49</a:t>
            </a:fld>
            <a:endParaRPr lang="en-US" altLang="en-LK" sz="1000">
              <a:latin typeface="Arial Black" panose="020B0604020202020204" pitchFamily="34" charset="0"/>
            </a:endParaRPr>
          </a:p>
        </p:txBody>
      </p:sp>
      <p:sp>
        <p:nvSpPr>
          <p:cNvPr id="52230" name="Date Placeholder 4">
            <a:extLst>
              <a:ext uri="{FF2B5EF4-FFF2-40B4-BE49-F238E27FC236}">
                <a16:creationId xmlns:a16="http://schemas.microsoft.com/office/drawing/2014/main" id="{217FFC7B-9FF3-CA8E-CB97-AFDD732ECC5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173175-9494-0C4E-9C92-6543C84C7102}" type="datetime1">
              <a:rPr lang="en-US" altLang="en-LK" smtClean="0"/>
              <a:pPr/>
              <a:t>10/1/25</a:t>
            </a:fld>
            <a:endParaRPr lang="en-US" altLang="en-LK"/>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TDA Elaboration Session I Nov 5</Template>
  <TotalTime>1868</TotalTime>
  <Words>3341</Words>
  <Application>Microsoft Macintosh PowerPoint</Application>
  <PresentationFormat>On-screen Show (4:3)</PresentationFormat>
  <Paragraphs>700</Paragraphs>
  <Slides>49</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49</vt:i4>
      </vt:variant>
    </vt:vector>
  </HeadingPairs>
  <TitlesOfParts>
    <vt:vector size="56" baseType="lpstr">
      <vt:lpstr>Arial</vt:lpstr>
      <vt:lpstr>Arial Black</vt:lpstr>
      <vt:lpstr>Courier New</vt:lpstr>
      <vt:lpstr>Times New Roman</vt:lpstr>
      <vt:lpstr>Wingdings</vt:lpstr>
      <vt:lpstr>Pixel</vt:lpstr>
      <vt:lpstr>Office Theme</vt:lpstr>
      <vt:lpstr>PowerPoint Presentation</vt:lpstr>
      <vt:lpstr>Agenda</vt:lpstr>
      <vt:lpstr>What is a Design Pattern?</vt:lpstr>
      <vt:lpstr>Why Study Design Patterns?</vt:lpstr>
      <vt:lpstr>History of Design Patterns</vt:lpstr>
      <vt:lpstr>History (continued)</vt:lpstr>
      <vt:lpstr>The Gang of Four</vt:lpstr>
      <vt:lpstr>The Gang of Four: Pattern Catalog</vt:lpstr>
      <vt:lpstr>How Design Patterns Solve Design Problems </vt:lpstr>
      <vt:lpstr>Reality</vt:lpstr>
      <vt:lpstr>Tangent: Unit Testing</vt:lpstr>
      <vt:lpstr>Unit Testing (cont)</vt:lpstr>
      <vt:lpstr>Unit Testing: Final Thoughts</vt:lpstr>
      <vt:lpstr>Common Pitfall</vt:lpstr>
      <vt:lpstr>The Book</vt:lpstr>
      <vt:lpstr>Example: Logger</vt:lpstr>
      <vt:lpstr>Example: Logger (cont)</vt:lpstr>
      <vt:lpstr>Singleton</vt:lpstr>
      <vt:lpstr>Logger – as a Singleton</vt:lpstr>
      <vt:lpstr>Lazy Instantiation</vt:lpstr>
      <vt:lpstr>Singleton vs. Static Variables</vt:lpstr>
      <vt:lpstr>Threading</vt:lpstr>
      <vt:lpstr>Option #1: Simple Locking</vt:lpstr>
      <vt:lpstr>Option #2 – Double-Checked Locking</vt:lpstr>
      <vt:lpstr>Option #2   (C# Example)</vt:lpstr>
      <vt:lpstr>Option #3: “Eager” Initialization</vt:lpstr>
      <vt:lpstr>Lab #1: Turn a class into a Singleton</vt:lpstr>
      <vt:lpstr>Lab #1 Answer</vt:lpstr>
      <vt:lpstr>Lab #2</vt:lpstr>
      <vt:lpstr>Lab #2 (cont)</vt:lpstr>
      <vt:lpstr>Lab #2 (cont)</vt:lpstr>
      <vt:lpstr>Lab #2 (cont)</vt:lpstr>
      <vt:lpstr>Lab #2 (cont)</vt:lpstr>
      <vt:lpstr>Lab #2 Answers</vt:lpstr>
      <vt:lpstr>Inheritance Summary</vt:lpstr>
      <vt:lpstr>Add Registry to Singleton</vt:lpstr>
      <vt:lpstr>SingletonRegistry Class</vt:lpstr>
      <vt:lpstr>Case Study: Dependencies</vt:lpstr>
      <vt:lpstr>Case Study: Dependencies</vt:lpstr>
      <vt:lpstr>Case Study: Dependencies</vt:lpstr>
      <vt:lpstr>Unit Testing</vt:lpstr>
      <vt:lpstr>Unit Testing </vt:lpstr>
      <vt:lpstr>Scott Densmore “Why Singletons are Evil”</vt:lpstr>
      <vt:lpstr>Jeremy D. Miller “Chill out on the Singleton…”</vt:lpstr>
      <vt:lpstr>“How to Decontaminate a Singleton”</vt:lpstr>
      <vt:lpstr>Comments from Others</vt:lpstr>
      <vt:lpstr>Comments from Others</vt:lpstr>
      <vt:lpstr>Other Useful Articles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Computer Centre - 02</cp:lastModifiedBy>
  <cp:revision>679</cp:revision>
  <cp:lastPrinted>1601-01-01T00:00:00Z</cp:lastPrinted>
  <dcterms:created xsi:type="dcterms:W3CDTF">1601-01-01T00:00:00Z</dcterms:created>
  <dcterms:modified xsi:type="dcterms:W3CDTF">2025-10-01T05:11:40Z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