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1"/>
  </p:sldMasterIdLst>
  <p:notesMasterIdLst>
    <p:notesMasterId r:id="rId34"/>
  </p:notesMasterIdLst>
  <p:handoutMasterIdLst>
    <p:handoutMasterId r:id="rId35"/>
  </p:handoutMasterIdLst>
  <p:sldIdLst>
    <p:sldId id="256" r:id="rId2"/>
    <p:sldId id="306" r:id="rId3"/>
    <p:sldId id="307" r:id="rId4"/>
    <p:sldId id="261" r:id="rId5"/>
    <p:sldId id="263" r:id="rId6"/>
    <p:sldId id="287" r:id="rId7"/>
    <p:sldId id="309" r:id="rId8"/>
    <p:sldId id="290" r:id="rId9"/>
    <p:sldId id="311" r:id="rId10"/>
    <p:sldId id="312" r:id="rId11"/>
    <p:sldId id="279" r:id="rId12"/>
    <p:sldId id="292" r:id="rId13"/>
    <p:sldId id="288" r:id="rId14"/>
    <p:sldId id="310" r:id="rId15"/>
    <p:sldId id="333" r:id="rId16"/>
    <p:sldId id="331" r:id="rId17"/>
    <p:sldId id="332" r:id="rId18"/>
    <p:sldId id="262" r:id="rId19"/>
    <p:sldId id="314" r:id="rId20"/>
    <p:sldId id="315" r:id="rId21"/>
    <p:sldId id="277" r:id="rId22"/>
    <p:sldId id="316" r:id="rId23"/>
    <p:sldId id="278" r:id="rId24"/>
    <p:sldId id="283" r:id="rId25"/>
    <p:sldId id="321" r:id="rId26"/>
    <p:sldId id="284" r:id="rId27"/>
    <p:sldId id="271" r:id="rId28"/>
    <p:sldId id="264" r:id="rId29"/>
    <p:sldId id="320" r:id="rId30"/>
    <p:sldId id="322" r:id="rId31"/>
    <p:sldId id="319" r:id="rId32"/>
    <p:sldId id="305" r:id="rId33"/>
  </p:sldIdLst>
  <p:sldSz cx="9144000" cy="6858000" type="screen4x3"/>
  <p:notesSz cx="9223375" cy="700405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45"/>
    <p:restoredTop sz="95820" autoAdjust="0"/>
  </p:normalViewPr>
  <p:slideViewPr>
    <p:cSldViewPr>
      <p:cViewPr varScale="1">
        <p:scale>
          <a:sx n="112" d="100"/>
          <a:sy n="112" d="100"/>
        </p:scale>
        <p:origin x="1640" y="1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0663D075-DC0F-75AC-2BCE-76D7F72D408C}"/>
              </a:ext>
            </a:extLst>
          </p:cNvPr>
          <p:cNvSpPr>
            <a:spLocks noGrp="1" noChangeArrowheads="1"/>
          </p:cNvSpPr>
          <p:nvPr>
            <p:ph type="hdr" sz="quarter"/>
          </p:nvPr>
        </p:nvSpPr>
        <p:spPr bwMode="auto">
          <a:xfrm>
            <a:off x="0"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40963" name="Rectangle 3">
            <a:extLst>
              <a:ext uri="{FF2B5EF4-FFF2-40B4-BE49-F238E27FC236}">
                <a16:creationId xmlns:a16="http://schemas.microsoft.com/office/drawing/2014/main" id="{3290DBDF-8689-DA7C-52CD-2F1E29989D0E}"/>
              </a:ext>
            </a:extLst>
          </p:cNvPr>
          <p:cNvSpPr>
            <a:spLocks noGrp="1" noChangeArrowheads="1"/>
          </p:cNvSpPr>
          <p:nvPr>
            <p:ph type="dt" sz="quarter" idx="1"/>
          </p:nvPr>
        </p:nvSpPr>
        <p:spPr bwMode="auto">
          <a:xfrm>
            <a:off x="5224463"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r>
              <a:rPr lang="en-US"/>
              <a:t>13 November 2008</a:t>
            </a:r>
          </a:p>
        </p:txBody>
      </p:sp>
      <p:sp>
        <p:nvSpPr>
          <p:cNvPr id="40964" name="Rectangle 4">
            <a:extLst>
              <a:ext uri="{FF2B5EF4-FFF2-40B4-BE49-F238E27FC236}">
                <a16:creationId xmlns:a16="http://schemas.microsoft.com/office/drawing/2014/main" id="{13E6401C-7744-1442-389E-3062CB8662CB}"/>
              </a:ext>
            </a:extLst>
          </p:cNvPr>
          <p:cNvSpPr>
            <a:spLocks noGrp="1" noChangeArrowheads="1"/>
          </p:cNvSpPr>
          <p:nvPr>
            <p:ph type="ftr" sz="quarter" idx="2"/>
          </p:nvPr>
        </p:nvSpPr>
        <p:spPr bwMode="auto">
          <a:xfrm>
            <a:off x="0" y="6651625"/>
            <a:ext cx="3997325" cy="3508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40965" name="Rectangle 5">
            <a:extLst>
              <a:ext uri="{FF2B5EF4-FFF2-40B4-BE49-F238E27FC236}">
                <a16:creationId xmlns:a16="http://schemas.microsoft.com/office/drawing/2014/main" id="{C6092F35-D531-3F3F-B47B-38ECEB015DE5}"/>
              </a:ext>
            </a:extLst>
          </p:cNvPr>
          <p:cNvSpPr>
            <a:spLocks noGrp="1" noChangeArrowheads="1"/>
          </p:cNvSpPr>
          <p:nvPr>
            <p:ph type="sldNum" sz="quarter" idx="3"/>
          </p:nvPr>
        </p:nvSpPr>
        <p:spPr bwMode="auto">
          <a:xfrm>
            <a:off x="5224463" y="6651625"/>
            <a:ext cx="3997325" cy="3508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9DBCB9FA-274C-C443-A005-3929CADF58CA}"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A8742E1B-7CC7-967C-285E-03DC1055471F}"/>
              </a:ext>
            </a:extLst>
          </p:cNvPr>
          <p:cNvSpPr>
            <a:spLocks noGrp="1" noChangeArrowheads="1"/>
          </p:cNvSpPr>
          <p:nvPr>
            <p:ph type="hdr" sz="quarter"/>
          </p:nvPr>
        </p:nvSpPr>
        <p:spPr bwMode="auto">
          <a:xfrm>
            <a:off x="0"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49155" name="Rectangle 3">
            <a:extLst>
              <a:ext uri="{FF2B5EF4-FFF2-40B4-BE49-F238E27FC236}">
                <a16:creationId xmlns:a16="http://schemas.microsoft.com/office/drawing/2014/main" id="{D07614A1-8DBB-969E-5E84-9B2F8AC4023E}"/>
              </a:ext>
            </a:extLst>
          </p:cNvPr>
          <p:cNvSpPr>
            <a:spLocks noGrp="1" noChangeArrowheads="1"/>
          </p:cNvSpPr>
          <p:nvPr>
            <p:ph type="dt" idx="1"/>
          </p:nvPr>
        </p:nvSpPr>
        <p:spPr bwMode="auto">
          <a:xfrm>
            <a:off x="5224463"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r>
              <a:rPr lang="en-US"/>
              <a:t>13 November 2008</a:t>
            </a:r>
          </a:p>
        </p:txBody>
      </p:sp>
      <p:sp>
        <p:nvSpPr>
          <p:cNvPr id="13316" name="Rectangle 4">
            <a:extLst>
              <a:ext uri="{FF2B5EF4-FFF2-40B4-BE49-F238E27FC236}">
                <a16:creationId xmlns:a16="http://schemas.microsoft.com/office/drawing/2014/main" id="{5B94FA82-2E17-3C71-0745-3918044225E3}"/>
              </a:ext>
            </a:extLst>
          </p:cNvPr>
          <p:cNvSpPr>
            <a:spLocks noGrp="1" noRot="1" noChangeAspect="1" noChangeArrowheads="1" noTextEdit="1"/>
          </p:cNvSpPr>
          <p:nvPr>
            <p:ph type="sldImg" idx="2"/>
          </p:nvPr>
        </p:nvSpPr>
        <p:spPr bwMode="auto">
          <a:xfrm>
            <a:off x="2860675" y="525463"/>
            <a:ext cx="3502025" cy="2625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7" name="Rectangle 5">
            <a:extLst>
              <a:ext uri="{FF2B5EF4-FFF2-40B4-BE49-F238E27FC236}">
                <a16:creationId xmlns:a16="http://schemas.microsoft.com/office/drawing/2014/main" id="{5B886B16-DB16-8537-A383-AAB2622A6458}"/>
              </a:ext>
            </a:extLst>
          </p:cNvPr>
          <p:cNvSpPr>
            <a:spLocks noGrp="1" noChangeArrowheads="1"/>
          </p:cNvSpPr>
          <p:nvPr>
            <p:ph type="body" sz="quarter" idx="3"/>
          </p:nvPr>
        </p:nvSpPr>
        <p:spPr bwMode="auto">
          <a:xfrm>
            <a:off x="922338" y="3327400"/>
            <a:ext cx="7378700" cy="3151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9158" name="Rectangle 6">
            <a:extLst>
              <a:ext uri="{FF2B5EF4-FFF2-40B4-BE49-F238E27FC236}">
                <a16:creationId xmlns:a16="http://schemas.microsoft.com/office/drawing/2014/main" id="{943AFBAE-1906-DC46-BF2F-C2F120D79DF0}"/>
              </a:ext>
            </a:extLst>
          </p:cNvPr>
          <p:cNvSpPr>
            <a:spLocks noGrp="1" noChangeArrowheads="1"/>
          </p:cNvSpPr>
          <p:nvPr>
            <p:ph type="ftr" sz="quarter" idx="4"/>
          </p:nvPr>
        </p:nvSpPr>
        <p:spPr bwMode="auto">
          <a:xfrm>
            <a:off x="0" y="6653213"/>
            <a:ext cx="3997325" cy="349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49159" name="Rectangle 7">
            <a:extLst>
              <a:ext uri="{FF2B5EF4-FFF2-40B4-BE49-F238E27FC236}">
                <a16:creationId xmlns:a16="http://schemas.microsoft.com/office/drawing/2014/main" id="{FA2F52A3-3EAA-1CA0-C519-14973F9FB62E}"/>
              </a:ext>
            </a:extLst>
          </p:cNvPr>
          <p:cNvSpPr>
            <a:spLocks noGrp="1" noChangeArrowheads="1"/>
          </p:cNvSpPr>
          <p:nvPr>
            <p:ph type="sldNum" sz="quarter" idx="5"/>
          </p:nvPr>
        </p:nvSpPr>
        <p:spPr bwMode="auto">
          <a:xfrm>
            <a:off x="5224463" y="6653213"/>
            <a:ext cx="3997325" cy="349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D9D7C2E8-D808-694B-96CE-356BC3EED05D}"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C254C7E-7EF4-D8DE-4E44-D064CE3D48D5}"/>
              </a:ext>
            </a:extLst>
          </p:cNvPr>
          <p:cNvSpPr>
            <a:spLocks noGrp="1" noRot="1" noChangeAspect="1" noTextEdit="1"/>
          </p:cNvSpPr>
          <p:nvPr>
            <p:ph type="sldImg"/>
          </p:nvPr>
        </p:nvSpPr>
        <p:spPr>
          <a:ln/>
        </p:spPr>
      </p:sp>
      <p:sp>
        <p:nvSpPr>
          <p:cNvPr id="84994" name="Notes Placeholder 2">
            <a:extLst>
              <a:ext uri="{FF2B5EF4-FFF2-40B4-BE49-F238E27FC236}">
                <a16:creationId xmlns:a16="http://schemas.microsoft.com/office/drawing/2014/main" id="{71BDA360-F951-8681-A8A4-687EB4F3ABC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LK" altLang="en-LK">
              <a:latin typeface="Arial" panose="020B0604020202020204" pitchFamily="34" charset="0"/>
            </a:endParaRPr>
          </a:p>
        </p:txBody>
      </p:sp>
      <p:sp>
        <p:nvSpPr>
          <p:cNvPr id="84995" name="Date Placeholder 3">
            <a:extLst>
              <a:ext uri="{FF2B5EF4-FFF2-40B4-BE49-F238E27FC236}">
                <a16:creationId xmlns:a16="http://schemas.microsoft.com/office/drawing/2014/main" id="{B0C0B238-3799-21C0-BB9E-3A8D5EA33DDA}"/>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13 November 2008</a:t>
            </a:r>
          </a:p>
        </p:txBody>
      </p:sp>
      <p:sp>
        <p:nvSpPr>
          <p:cNvPr id="84996" name="Slide Number Placeholder 4">
            <a:extLst>
              <a:ext uri="{FF2B5EF4-FFF2-40B4-BE49-F238E27FC236}">
                <a16:creationId xmlns:a16="http://schemas.microsoft.com/office/drawing/2014/main" id="{4A652371-5B1A-28F5-D1F8-BE464564FC9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8CFFA07-FCF7-AE4E-96C8-2CA31C9434AC}" type="slidenum">
              <a:rPr lang="en-US" altLang="en-US"/>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B72A834B-BC8A-273A-34A7-EE7CB97C5D02}"/>
              </a:ext>
            </a:extLst>
          </p:cNvPr>
          <p:cNvSpPr>
            <a:spLocks noGrp="1" noRot="1" noChangeAspect="1" noChangeArrowheads="1" noTextEdit="1"/>
          </p:cNvSpPr>
          <p:nvPr>
            <p:ph type="sldImg"/>
          </p:nvPr>
        </p:nvSpPr>
        <p:spPr>
          <a:ln/>
        </p:spPr>
      </p:sp>
      <p:sp>
        <p:nvSpPr>
          <p:cNvPr id="41986" name="Rectangle 3">
            <a:extLst>
              <a:ext uri="{FF2B5EF4-FFF2-40B4-BE49-F238E27FC236}">
                <a16:creationId xmlns:a16="http://schemas.microsoft.com/office/drawing/2014/main" id="{F325DC33-8DC9-58A6-663B-32D08E88E0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buFontTx/>
              <a:buAutoNum type="arabicPeriod"/>
            </a:pPr>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a:extLst>
              <a:ext uri="{FF2B5EF4-FFF2-40B4-BE49-F238E27FC236}">
                <a16:creationId xmlns:a16="http://schemas.microsoft.com/office/drawing/2014/main" id="{424043E1-2E17-4712-817C-5B86AA595FBA}"/>
              </a:ext>
            </a:extLst>
          </p:cNvPr>
          <p:cNvSpPr>
            <a:spLocks noGrp="1" noRot="1" noChangeAspect="1" noTextEdit="1"/>
          </p:cNvSpPr>
          <p:nvPr>
            <p:ph type="sldImg"/>
          </p:nvPr>
        </p:nvSpPr>
        <p:spPr>
          <a:ln/>
        </p:spPr>
      </p:sp>
      <p:sp>
        <p:nvSpPr>
          <p:cNvPr id="46082" name="Notes Placeholder 2">
            <a:extLst>
              <a:ext uri="{FF2B5EF4-FFF2-40B4-BE49-F238E27FC236}">
                <a16:creationId xmlns:a16="http://schemas.microsoft.com/office/drawing/2014/main" id="{B5C3FC99-E78F-DA6B-CA64-C7EB6511236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Tx/>
              <a:buAutoNum type="arabicPeriod"/>
            </a:pPr>
            <a:endParaRPr lang="en-US" altLang="en-US">
              <a:latin typeface="Arial" panose="020B0604020202020204" pitchFamily="34" charset="0"/>
            </a:endParaRPr>
          </a:p>
        </p:txBody>
      </p:sp>
      <p:sp>
        <p:nvSpPr>
          <p:cNvPr id="46083" name="Date Placeholder 3">
            <a:extLst>
              <a:ext uri="{FF2B5EF4-FFF2-40B4-BE49-F238E27FC236}">
                <a16:creationId xmlns:a16="http://schemas.microsoft.com/office/drawing/2014/main" id="{21214A47-17FE-E895-D1A7-24BEB6576A36}"/>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46084" name="Slide Number Placeholder 4">
            <a:extLst>
              <a:ext uri="{FF2B5EF4-FFF2-40B4-BE49-F238E27FC236}">
                <a16:creationId xmlns:a16="http://schemas.microsoft.com/office/drawing/2014/main" id="{9EFE7FD1-A15D-3301-ED22-8EC50503E3A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2DF5CDD-7727-E948-8D3A-BBDE696FFD38}" type="slidenum">
              <a:rPr lang="en-US" altLang="en-US"/>
              <a:pPr/>
              <a:t>5</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B4C3470E-8DCD-20FC-7339-B558E4FA1F97}"/>
              </a:ext>
            </a:extLst>
          </p:cNvPr>
          <p:cNvSpPr>
            <a:spLocks noGrp="1" noRot="1" noChangeAspect="1" noChangeArrowheads="1" noTextEdit="1"/>
          </p:cNvSpPr>
          <p:nvPr>
            <p:ph type="sldImg"/>
          </p:nvPr>
        </p:nvSpPr>
        <p:spPr>
          <a:ln/>
        </p:spPr>
      </p:sp>
      <p:sp>
        <p:nvSpPr>
          <p:cNvPr id="48130" name="Rectangle 3">
            <a:extLst>
              <a:ext uri="{FF2B5EF4-FFF2-40B4-BE49-F238E27FC236}">
                <a16:creationId xmlns:a16="http://schemas.microsoft.com/office/drawing/2014/main" id="{FF3E519E-2582-EE60-F719-88B2B68C13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4FAFE090-4B40-6EF3-AEA1-0D43465EE9FE}"/>
              </a:ext>
            </a:extLst>
          </p:cNvPr>
          <p:cNvSpPr>
            <a:spLocks noGrp="1" noRot="1" noChangeAspect="1" noChangeArrowheads="1" noTextEdit="1"/>
          </p:cNvSpPr>
          <p:nvPr>
            <p:ph type="sldImg"/>
          </p:nvPr>
        </p:nvSpPr>
        <p:spPr>
          <a:ln/>
        </p:spPr>
      </p:sp>
      <p:sp>
        <p:nvSpPr>
          <p:cNvPr id="51202" name="Rectangle 3">
            <a:extLst>
              <a:ext uri="{FF2B5EF4-FFF2-40B4-BE49-F238E27FC236}">
                <a16:creationId xmlns:a16="http://schemas.microsoft.com/office/drawing/2014/main" id="{419AFDD5-6B60-C517-79F6-FC2AFF0DBE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r>
              <a:rPr lang="en-US" altLang="en-US" i="1">
                <a:latin typeface="Arial" panose="020B0604020202020204" pitchFamily="34" charset="0"/>
              </a:rPr>
              <a:t>Result</a:t>
            </a:r>
            <a:r>
              <a:rPr lang="en-US" altLang="en-US">
                <a:latin typeface="Arial" panose="020B0604020202020204" pitchFamily="34" charset="0"/>
              </a:rPr>
              <a:t>: Each thread could create a Singleton. This is a violation of the Singleton pattern!</a:t>
            </a:r>
          </a:p>
          <a:p>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5878B096-4BB0-FAF5-AFAD-C06AD4C4D918}"/>
              </a:ext>
            </a:extLst>
          </p:cNvPr>
          <p:cNvSpPr>
            <a:spLocks noGrp="1" noRot="1" noChangeAspect="1" noChangeArrowheads="1" noTextEdit="1"/>
          </p:cNvSpPr>
          <p:nvPr>
            <p:ph type="sldImg"/>
          </p:nvPr>
        </p:nvSpPr>
        <p:spPr>
          <a:ln/>
        </p:spPr>
      </p:sp>
      <p:sp>
        <p:nvSpPr>
          <p:cNvPr id="53250" name="Rectangle 3">
            <a:extLst>
              <a:ext uri="{FF2B5EF4-FFF2-40B4-BE49-F238E27FC236}">
                <a16:creationId xmlns:a16="http://schemas.microsoft.com/office/drawing/2014/main" id="{550037E0-1AD2-9C0C-F2A2-3E758D6C52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Image Placeholder 1">
            <a:extLst>
              <a:ext uri="{FF2B5EF4-FFF2-40B4-BE49-F238E27FC236}">
                <a16:creationId xmlns:a16="http://schemas.microsoft.com/office/drawing/2014/main" id="{CE2C0395-06A9-DEF9-C000-E59FB190FC13}"/>
              </a:ext>
            </a:extLst>
          </p:cNvPr>
          <p:cNvSpPr>
            <a:spLocks noGrp="1" noRot="1" noChangeAspect="1" noTextEdit="1"/>
          </p:cNvSpPr>
          <p:nvPr>
            <p:ph type="sldImg"/>
          </p:nvPr>
        </p:nvSpPr>
        <p:spPr>
          <a:ln/>
        </p:spPr>
      </p:sp>
      <p:sp>
        <p:nvSpPr>
          <p:cNvPr id="56322" name="Notes Placeholder 2">
            <a:extLst>
              <a:ext uri="{FF2B5EF4-FFF2-40B4-BE49-F238E27FC236}">
                <a16:creationId xmlns:a16="http://schemas.microsoft.com/office/drawing/2014/main" id="{4F5E0362-A4AD-D420-D513-C4CAC038053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56323" name="Date Placeholder 3">
            <a:extLst>
              <a:ext uri="{FF2B5EF4-FFF2-40B4-BE49-F238E27FC236}">
                <a16:creationId xmlns:a16="http://schemas.microsoft.com/office/drawing/2014/main" id="{49FFDC8B-0405-6101-333D-FFC305B2635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56324" name="Slide Number Placeholder 4">
            <a:extLst>
              <a:ext uri="{FF2B5EF4-FFF2-40B4-BE49-F238E27FC236}">
                <a16:creationId xmlns:a16="http://schemas.microsoft.com/office/drawing/2014/main" id="{47459C38-72B4-0603-F559-1A84B52EB46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B4B7FC2-6B2E-5945-A14B-1A92942835DA}" type="slidenum">
              <a:rPr lang="en-US" altLang="en-US"/>
              <a:pPr/>
              <a:t>11</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55C25D37-F549-B7C6-9D6D-143FB1C3A414}"/>
              </a:ext>
            </a:extLst>
          </p:cNvPr>
          <p:cNvSpPr>
            <a:spLocks noGrp="1" noRot="1" noChangeAspect="1" noChangeArrowheads="1" noTextEdit="1"/>
          </p:cNvSpPr>
          <p:nvPr>
            <p:ph type="sldImg"/>
          </p:nvPr>
        </p:nvSpPr>
        <p:spPr>
          <a:ln/>
        </p:spPr>
      </p:sp>
      <p:sp>
        <p:nvSpPr>
          <p:cNvPr id="59394" name="Rectangle 3">
            <a:extLst>
              <a:ext uri="{FF2B5EF4-FFF2-40B4-BE49-F238E27FC236}">
                <a16:creationId xmlns:a16="http://schemas.microsoft.com/office/drawing/2014/main" id="{3034A036-4445-8141-EC2E-80FB8980BF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a:extLst>
              <a:ext uri="{FF2B5EF4-FFF2-40B4-BE49-F238E27FC236}">
                <a16:creationId xmlns:a16="http://schemas.microsoft.com/office/drawing/2014/main" id="{E91F3BEF-8A47-C1F4-237E-19C8BE097B4A}"/>
              </a:ext>
            </a:extLst>
          </p:cNvPr>
          <p:cNvSpPr>
            <a:spLocks noGrp="1" noRot="1" noChangeAspect="1" noTextEdit="1"/>
          </p:cNvSpPr>
          <p:nvPr>
            <p:ph type="sldImg"/>
          </p:nvPr>
        </p:nvSpPr>
        <p:spPr>
          <a:ln/>
        </p:spPr>
      </p:sp>
      <p:sp>
        <p:nvSpPr>
          <p:cNvPr id="62466" name="Notes Placeholder 2">
            <a:extLst>
              <a:ext uri="{FF2B5EF4-FFF2-40B4-BE49-F238E27FC236}">
                <a16:creationId xmlns:a16="http://schemas.microsoft.com/office/drawing/2014/main" id="{04E5C56A-561E-74EF-FFA2-875578A3469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62467" name="Date Placeholder 3">
            <a:extLst>
              <a:ext uri="{FF2B5EF4-FFF2-40B4-BE49-F238E27FC236}">
                <a16:creationId xmlns:a16="http://schemas.microsoft.com/office/drawing/2014/main" id="{C760539F-7936-C5CD-81CD-AA334978EAB0}"/>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62468" name="Slide Number Placeholder 4">
            <a:extLst>
              <a:ext uri="{FF2B5EF4-FFF2-40B4-BE49-F238E27FC236}">
                <a16:creationId xmlns:a16="http://schemas.microsoft.com/office/drawing/2014/main" id="{5EF6089A-9A40-6BA9-2B72-F71E12FBE47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90785F4-A426-2141-A6F5-D8590C5444C6}" type="slidenum">
              <a:rPr lang="en-US" altLang="en-US"/>
              <a:pPr/>
              <a:t>18</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6F9B8057-55C3-5C26-7865-E4070CC9EBA7}"/>
              </a:ext>
            </a:extLst>
          </p:cNvPr>
          <p:cNvSpPr>
            <a:spLocks noGrp="1" noRot="1" noChangeAspect="1" noChangeArrowheads="1" noTextEdit="1"/>
          </p:cNvSpPr>
          <p:nvPr>
            <p:ph type="sldImg"/>
          </p:nvPr>
        </p:nvSpPr>
        <p:spPr>
          <a:ln/>
        </p:spPr>
      </p:sp>
      <p:sp>
        <p:nvSpPr>
          <p:cNvPr id="64514" name="Rectangle 3">
            <a:extLst>
              <a:ext uri="{FF2B5EF4-FFF2-40B4-BE49-F238E27FC236}">
                <a16:creationId xmlns:a16="http://schemas.microsoft.com/office/drawing/2014/main" id="{B6F176E8-A006-AF71-07A0-9F0A75E772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225CF459-01F6-2921-0C0C-DCB8C31A49B3}"/>
              </a:ext>
            </a:extLst>
          </p:cNvPr>
          <p:cNvSpPr>
            <a:spLocks noGrp="1" noRot="1" noChangeAspect="1" noChangeArrowheads="1" noTextEdit="1"/>
          </p:cNvSpPr>
          <p:nvPr>
            <p:ph type="sldImg"/>
          </p:nvPr>
        </p:nvSpPr>
        <p:spPr>
          <a:ln/>
        </p:spPr>
      </p:sp>
      <p:sp>
        <p:nvSpPr>
          <p:cNvPr id="66562" name="Rectangle 3">
            <a:extLst>
              <a:ext uri="{FF2B5EF4-FFF2-40B4-BE49-F238E27FC236}">
                <a16:creationId xmlns:a16="http://schemas.microsoft.com/office/drawing/2014/main" id="{DFFCBFD5-A70E-12DA-E4F4-1804BC4E52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Image Placeholder 1">
            <a:extLst>
              <a:ext uri="{FF2B5EF4-FFF2-40B4-BE49-F238E27FC236}">
                <a16:creationId xmlns:a16="http://schemas.microsoft.com/office/drawing/2014/main" id="{2EB48C4A-67FD-48CF-58A9-2A52A674FF34}"/>
              </a:ext>
            </a:extLst>
          </p:cNvPr>
          <p:cNvSpPr>
            <a:spLocks noGrp="1" noRot="1" noChangeAspect="1" noTextEdit="1"/>
          </p:cNvSpPr>
          <p:nvPr>
            <p:ph type="sldImg"/>
          </p:nvPr>
        </p:nvSpPr>
        <p:spPr>
          <a:ln/>
        </p:spPr>
      </p:sp>
      <p:sp>
        <p:nvSpPr>
          <p:cNvPr id="68610" name="Notes Placeholder 2">
            <a:extLst>
              <a:ext uri="{FF2B5EF4-FFF2-40B4-BE49-F238E27FC236}">
                <a16:creationId xmlns:a16="http://schemas.microsoft.com/office/drawing/2014/main" id="{89B2000C-F056-8D8D-62B6-029A07C0CE1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68611" name="Date Placeholder 3">
            <a:extLst>
              <a:ext uri="{FF2B5EF4-FFF2-40B4-BE49-F238E27FC236}">
                <a16:creationId xmlns:a16="http://schemas.microsoft.com/office/drawing/2014/main" id="{55B57CAF-0DBB-D9B8-8487-EA727C6EE9F3}"/>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68612" name="Slide Number Placeholder 4">
            <a:extLst>
              <a:ext uri="{FF2B5EF4-FFF2-40B4-BE49-F238E27FC236}">
                <a16:creationId xmlns:a16="http://schemas.microsoft.com/office/drawing/2014/main" id="{680FDAA8-887D-0638-4C41-3684F9D4CA6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2916EF1-42B3-9B49-A8ED-F9E20D8F4E8C}" type="slidenum">
              <a:rPr lang="en-US" altLang="en-US"/>
              <a:pPr/>
              <a:t>21</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a:extLst>
              <a:ext uri="{FF2B5EF4-FFF2-40B4-BE49-F238E27FC236}">
                <a16:creationId xmlns:a16="http://schemas.microsoft.com/office/drawing/2014/main" id="{2C511316-44FD-E780-0B3F-9EFCFB3D9EBE}"/>
              </a:ext>
            </a:extLst>
          </p:cNvPr>
          <p:cNvSpPr>
            <a:spLocks noGrp="1" noRot="1" noChangeAspect="1" noTextEdit="1"/>
          </p:cNvSpPr>
          <p:nvPr>
            <p:ph type="sldImg"/>
          </p:nvPr>
        </p:nvSpPr>
        <p:spPr>
          <a:ln/>
        </p:spPr>
      </p:sp>
      <p:sp>
        <p:nvSpPr>
          <p:cNvPr id="71682" name="Notes Placeholder 2">
            <a:extLst>
              <a:ext uri="{FF2B5EF4-FFF2-40B4-BE49-F238E27FC236}">
                <a16:creationId xmlns:a16="http://schemas.microsoft.com/office/drawing/2014/main" id="{87E773E5-AA7C-0E9F-6163-7516A3B178E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71683" name="Date Placeholder 3">
            <a:extLst>
              <a:ext uri="{FF2B5EF4-FFF2-40B4-BE49-F238E27FC236}">
                <a16:creationId xmlns:a16="http://schemas.microsoft.com/office/drawing/2014/main" id="{FF874CAB-996B-4080-AF27-2F1A9ACA4C57}"/>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71684" name="Slide Number Placeholder 4">
            <a:extLst>
              <a:ext uri="{FF2B5EF4-FFF2-40B4-BE49-F238E27FC236}">
                <a16:creationId xmlns:a16="http://schemas.microsoft.com/office/drawing/2014/main" id="{12B7D033-CFF8-E5BA-4645-B006D37864B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74E8BB8-C8AF-1944-B59C-AFD3DC1FE8CC}" type="slidenum">
              <a:rPr lang="en-US" altLang="en-US"/>
              <a:pPr/>
              <a:t>23</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538D5EA5-02DB-EE02-1C31-8A25DDE0AEFE}"/>
              </a:ext>
            </a:extLst>
          </p:cNvPr>
          <p:cNvSpPr>
            <a:spLocks noGrp="1" noRot="1" noChangeAspect="1" noChangeArrowheads="1" noTextEdit="1"/>
          </p:cNvSpPr>
          <p:nvPr>
            <p:ph type="sldImg"/>
          </p:nvPr>
        </p:nvSpPr>
        <p:spPr>
          <a:ln/>
        </p:spPr>
      </p:sp>
      <p:sp>
        <p:nvSpPr>
          <p:cNvPr id="73730" name="Rectangle 3">
            <a:extLst>
              <a:ext uri="{FF2B5EF4-FFF2-40B4-BE49-F238E27FC236}">
                <a16:creationId xmlns:a16="http://schemas.microsoft.com/office/drawing/2014/main" id="{6DD5A468-ADF8-E605-F0A9-ABFB83E351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Image Placeholder 1">
            <a:extLst>
              <a:ext uri="{FF2B5EF4-FFF2-40B4-BE49-F238E27FC236}">
                <a16:creationId xmlns:a16="http://schemas.microsoft.com/office/drawing/2014/main" id="{7F580345-F04C-E453-B9DA-7913B5F1D69D}"/>
              </a:ext>
            </a:extLst>
          </p:cNvPr>
          <p:cNvSpPr>
            <a:spLocks noGrp="1" noRot="1" noChangeAspect="1" noTextEdit="1"/>
          </p:cNvSpPr>
          <p:nvPr>
            <p:ph type="sldImg"/>
          </p:nvPr>
        </p:nvSpPr>
        <p:spPr>
          <a:ln/>
        </p:spPr>
      </p:sp>
      <p:sp>
        <p:nvSpPr>
          <p:cNvPr id="76802" name="Notes Placeholder 2">
            <a:extLst>
              <a:ext uri="{FF2B5EF4-FFF2-40B4-BE49-F238E27FC236}">
                <a16:creationId xmlns:a16="http://schemas.microsoft.com/office/drawing/2014/main" id="{D0394804-E56B-F9DD-286F-A7265D913AF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76803" name="Date Placeholder 3">
            <a:extLst>
              <a:ext uri="{FF2B5EF4-FFF2-40B4-BE49-F238E27FC236}">
                <a16:creationId xmlns:a16="http://schemas.microsoft.com/office/drawing/2014/main" id="{BFC6DA9C-C9C6-2339-3C1B-D69E4EF04BD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76804" name="Slide Number Placeholder 4">
            <a:extLst>
              <a:ext uri="{FF2B5EF4-FFF2-40B4-BE49-F238E27FC236}">
                <a16:creationId xmlns:a16="http://schemas.microsoft.com/office/drawing/2014/main" id="{25708777-2258-0901-433C-8EE26B5DCEC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0C038FB-6A9A-4F40-B770-F1FB3C89931C}" type="slidenum">
              <a:rPr lang="en-US" altLang="en-US"/>
              <a:pPr/>
              <a:t>26</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846CD3E5-4833-122F-F3FF-C424ACC977A7}"/>
              </a:ext>
            </a:extLst>
          </p:cNvPr>
          <p:cNvGrpSpPr>
            <a:grpSpLocks/>
          </p:cNvGrpSpPr>
          <p:nvPr/>
        </p:nvGrpSpPr>
        <p:grpSpPr bwMode="auto">
          <a:xfrm>
            <a:off x="0" y="0"/>
            <a:ext cx="9144000" cy="6858000"/>
            <a:chOff x="0" y="0"/>
            <a:chExt cx="5760" cy="4320"/>
          </a:xfrm>
        </p:grpSpPr>
        <p:sp>
          <p:nvSpPr>
            <p:cNvPr id="3" name="Rectangle 3">
              <a:extLst>
                <a:ext uri="{FF2B5EF4-FFF2-40B4-BE49-F238E27FC236}">
                  <a16:creationId xmlns:a16="http://schemas.microsoft.com/office/drawing/2014/main" id="{5F7B9E8A-3B66-FD7E-F18C-58C669AA1CB8}"/>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LK" altLang="en-LK" sz="2400">
                <a:latin typeface="Times New Roman" panose="02020603050405020304" pitchFamily="18" charset="0"/>
              </a:endParaRPr>
            </a:p>
          </p:txBody>
        </p:sp>
        <p:sp>
          <p:nvSpPr>
            <p:cNvPr id="4" name="Rectangle 4">
              <a:extLst>
                <a:ext uri="{FF2B5EF4-FFF2-40B4-BE49-F238E27FC236}">
                  <a16:creationId xmlns:a16="http://schemas.microsoft.com/office/drawing/2014/main" id="{DE3B7E30-B3C9-4A91-DA61-C354295F85F2}"/>
                </a:ext>
              </a:extLst>
            </p:cNvPr>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grpSp>
          <p:nvGrpSpPr>
            <p:cNvPr id="5" name="Group 5">
              <a:extLst>
                <a:ext uri="{FF2B5EF4-FFF2-40B4-BE49-F238E27FC236}">
                  <a16:creationId xmlns:a16="http://schemas.microsoft.com/office/drawing/2014/main" id="{C3EBE230-89F6-8BBD-C1A1-B8F8F7893BA6}"/>
                </a:ext>
              </a:extLst>
            </p:cNvPr>
            <p:cNvGrpSpPr>
              <a:grpSpLocks/>
            </p:cNvGrpSpPr>
            <p:nvPr/>
          </p:nvGrpSpPr>
          <p:grpSpPr bwMode="auto">
            <a:xfrm>
              <a:off x="0" y="672"/>
              <a:ext cx="1806" cy="1989"/>
              <a:chOff x="0" y="672"/>
              <a:chExt cx="1806" cy="1989"/>
            </a:xfrm>
          </p:grpSpPr>
          <p:sp>
            <p:nvSpPr>
              <p:cNvPr id="6" name="Rectangle 6">
                <a:extLst>
                  <a:ext uri="{FF2B5EF4-FFF2-40B4-BE49-F238E27FC236}">
                    <a16:creationId xmlns:a16="http://schemas.microsoft.com/office/drawing/2014/main" id="{D803852C-6E0F-0ABD-D716-89D034EF2BC6}"/>
                  </a:ext>
                </a:extLst>
              </p:cNvPr>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7" name="Rectangle 7">
                <a:extLst>
                  <a:ext uri="{FF2B5EF4-FFF2-40B4-BE49-F238E27FC236}">
                    <a16:creationId xmlns:a16="http://schemas.microsoft.com/office/drawing/2014/main" id="{DF12405D-6C61-2A01-3207-B08776055E87}"/>
                  </a:ext>
                </a:extLst>
              </p:cNvPr>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8" name="Rectangle 8">
                <a:extLst>
                  <a:ext uri="{FF2B5EF4-FFF2-40B4-BE49-F238E27FC236}">
                    <a16:creationId xmlns:a16="http://schemas.microsoft.com/office/drawing/2014/main" id="{95069356-5BDD-F0BF-3266-B8E4D2F4FBB7}"/>
                  </a:ext>
                </a:extLst>
              </p:cNvPr>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9" name="Rectangle 9">
                <a:extLst>
                  <a:ext uri="{FF2B5EF4-FFF2-40B4-BE49-F238E27FC236}">
                    <a16:creationId xmlns:a16="http://schemas.microsoft.com/office/drawing/2014/main" id="{B57063C4-E722-6A66-031C-9E43F6B1627E}"/>
                  </a:ext>
                </a:extLst>
              </p:cNvPr>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0" name="Rectangle 10">
                <a:extLst>
                  <a:ext uri="{FF2B5EF4-FFF2-40B4-BE49-F238E27FC236}">
                    <a16:creationId xmlns:a16="http://schemas.microsoft.com/office/drawing/2014/main" id="{40BB871C-DB34-26DA-EAD3-10B5A2BE726A}"/>
                  </a:ext>
                </a:extLst>
              </p:cNvPr>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1" name="Rectangle 11">
                <a:extLst>
                  <a:ext uri="{FF2B5EF4-FFF2-40B4-BE49-F238E27FC236}">
                    <a16:creationId xmlns:a16="http://schemas.microsoft.com/office/drawing/2014/main" id="{FDBCCA8B-19CC-41E6-9350-FD2AA7776723}"/>
                  </a:ext>
                </a:extLst>
              </p:cNvPr>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2" name="Rectangle 12">
                <a:extLst>
                  <a:ext uri="{FF2B5EF4-FFF2-40B4-BE49-F238E27FC236}">
                    <a16:creationId xmlns:a16="http://schemas.microsoft.com/office/drawing/2014/main" id="{FDC50C23-987B-D71C-0BC9-5FCF82177097}"/>
                  </a:ext>
                </a:extLst>
              </p:cNvPr>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3" name="Rectangle 13">
                <a:extLst>
                  <a:ext uri="{FF2B5EF4-FFF2-40B4-BE49-F238E27FC236}">
                    <a16:creationId xmlns:a16="http://schemas.microsoft.com/office/drawing/2014/main" id="{0F403786-8BB1-45E5-FA16-B0ECA3A992A3}"/>
                  </a:ext>
                </a:extLst>
              </p:cNvPr>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4" name="Rectangle 14">
                <a:extLst>
                  <a:ext uri="{FF2B5EF4-FFF2-40B4-BE49-F238E27FC236}">
                    <a16:creationId xmlns:a16="http://schemas.microsoft.com/office/drawing/2014/main" id="{EF59256A-AE9F-973B-6ABB-0AE8AF0B0079}"/>
                  </a:ext>
                </a:extLst>
              </p:cNvPr>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5" name="Rectangle 15">
                <a:extLst>
                  <a:ext uri="{FF2B5EF4-FFF2-40B4-BE49-F238E27FC236}">
                    <a16:creationId xmlns:a16="http://schemas.microsoft.com/office/drawing/2014/main" id="{67B0B02E-AD07-D899-F98A-565031229CC3}"/>
                  </a:ext>
                </a:extLst>
              </p:cNvPr>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grpSp>
      </p:grpSp>
      <p:sp>
        <p:nvSpPr>
          <p:cNvPr id="47123" name="Rectangle 19"/>
          <p:cNvSpPr>
            <a:spLocks noGrp="1" noChangeArrowheads="1"/>
          </p:cNvSpPr>
          <p:nvPr>
            <p:ph type="ctrTitle"/>
          </p:nvPr>
        </p:nvSpPr>
        <p:spPr>
          <a:xfrm>
            <a:off x="2971800" y="1828800"/>
            <a:ext cx="6019800" cy="2209800"/>
          </a:xfrm>
        </p:spPr>
        <p:txBody>
          <a:bodyPr/>
          <a:lstStyle>
            <a:lvl1pPr>
              <a:defRPr sz="3800">
                <a:solidFill>
                  <a:srgbClr val="FFFFFF"/>
                </a:solidFill>
              </a:defRPr>
            </a:lvl1pPr>
          </a:lstStyle>
          <a:p>
            <a:r>
              <a:rPr lang="en-US"/>
              <a:t>Click to edit Master title style</a:t>
            </a:r>
          </a:p>
        </p:txBody>
      </p:sp>
      <p:sp>
        <p:nvSpPr>
          <p:cNvPr id="47124"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2600"/>
            </a:lvl1pPr>
          </a:lstStyle>
          <a:p>
            <a:r>
              <a:rPr lang="en-US"/>
              <a:t>Click to edit Master subtitle style</a:t>
            </a:r>
          </a:p>
        </p:txBody>
      </p:sp>
      <p:sp>
        <p:nvSpPr>
          <p:cNvPr id="16" name="Rectangle 16">
            <a:extLst>
              <a:ext uri="{FF2B5EF4-FFF2-40B4-BE49-F238E27FC236}">
                <a16:creationId xmlns:a16="http://schemas.microsoft.com/office/drawing/2014/main" id="{14741FD7-D9AF-1705-149D-222CCC75A50A}"/>
              </a:ext>
            </a:extLst>
          </p:cNvPr>
          <p:cNvSpPr>
            <a:spLocks noGrp="1" noChangeArrowheads="1"/>
          </p:cNvSpPr>
          <p:nvPr>
            <p:ph type="dt" sz="half" idx="10"/>
          </p:nvPr>
        </p:nvSpPr>
        <p:spPr>
          <a:xfrm>
            <a:off x="457200" y="6248400"/>
            <a:ext cx="2133600" cy="457200"/>
          </a:xfrm>
        </p:spPr>
        <p:txBody>
          <a:bodyPr/>
          <a:lstStyle>
            <a:lvl1pPr>
              <a:defRPr/>
            </a:lvl1pPr>
          </a:lstStyle>
          <a:p>
            <a:pPr>
              <a:defRPr/>
            </a:pPr>
            <a:fld id="{6C3A3CC4-F2D3-0343-B586-ED57ACE9FB80}" type="datetime1">
              <a:rPr lang="en-US"/>
              <a:pPr>
                <a:defRPr/>
              </a:pPr>
              <a:t>11/22/23</a:t>
            </a:fld>
            <a:endParaRPr lang="en-US"/>
          </a:p>
        </p:txBody>
      </p:sp>
      <p:sp>
        <p:nvSpPr>
          <p:cNvPr id="17" name="Rectangle 17">
            <a:extLst>
              <a:ext uri="{FF2B5EF4-FFF2-40B4-BE49-F238E27FC236}">
                <a16:creationId xmlns:a16="http://schemas.microsoft.com/office/drawing/2014/main" id="{374A296D-6271-D3C9-1228-90FE8F460AED}"/>
              </a:ext>
            </a:extLst>
          </p:cNvPr>
          <p:cNvSpPr>
            <a:spLocks noGrp="1" noChangeArrowheads="1"/>
          </p:cNvSpPr>
          <p:nvPr>
            <p:ph type="ftr" sz="quarter" idx="11"/>
          </p:nvPr>
        </p:nvSpPr>
        <p:spPr/>
        <p:txBody>
          <a:bodyPr/>
          <a:lstStyle>
            <a:lvl1pPr>
              <a:defRPr/>
            </a:lvl1pPr>
          </a:lstStyle>
          <a:p>
            <a:pPr>
              <a:defRPr/>
            </a:pPr>
            <a:endParaRPr lang="en-US"/>
          </a:p>
        </p:txBody>
      </p:sp>
      <p:sp>
        <p:nvSpPr>
          <p:cNvPr id="18" name="Rectangle 18">
            <a:extLst>
              <a:ext uri="{FF2B5EF4-FFF2-40B4-BE49-F238E27FC236}">
                <a16:creationId xmlns:a16="http://schemas.microsoft.com/office/drawing/2014/main" id="{E98435A4-97A3-8B4B-56DA-630B69C9A36B}"/>
              </a:ext>
            </a:extLst>
          </p:cNvPr>
          <p:cNvSpPr>
            <a:spLocks noGrp="1" noChangeArrowheads="1"/>
          </p:cNvSpPr>
          <p:nvPr>
            <p:ph type="sldNum" sz="quarter" idx="12"/>
          </p:nvPr>
        </p:nvSpPr>
        <p:spPr/>
        <p:txBody>
          <a:bodyPr/>
          <a:lstStyle>
            <a:lvl1pPr>
              <a:defRPr sz="1200"/>
            </a:lvl1pPr>
          </a:lstStyle>
          <a:p>
            <a:fld id="{B94EE07B-4D5F-AE48-8993-6A368751A20C}" type="slidenum">
              <a:rPr lang="en-US" altLang="en-US"/>
              <a:pPr/>
              <a:t>‹#›</a:t>
            </a:fld>
            <a:endParaRPr lang="en-US" altLang="en-US"/>
          </a:p>
        </p:txBody>
      </p:sp>
    </p:spTree>
    <p:extLst>
      <p:ext uri="{BB962C8B-B14F-4D97-AF65-F5344CB8AC3E}">
        <p14:creationId xmlns:p14="http://schemas.microsoft.com/office/powerpoint/2010/main" val="3171678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0AF1DA2A-5BDC-3BE5-ED7D-E39A02EF85DC}"/>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09DB45E3-6DEA-EB70-E0AC-DAC6E4F8F6B4}"/>
              </a:ext>
            </a:extLst>
          </p:cNvPr>
          <p:cNvSpPr>
            <a:spLocks noGrp="1" noChangeArrowheads="1"/>
          </p:cNvSpPr>
          <p:nvPr>
            <p:ph type="sldNum" sz="quarter" idx="11"/>
          </p:nvPr>
        </p:nvSpPr>
        <p:spPr>
          <a:ln/>
        </p:spPr>
        <p:txBody>
          <a:bodyPr/>
          <a:lstStyle>
            <a:lvl1pPr>
              <a:defRPr/>
            </a:lvl1pPr>
          </a:lstStyle>
          <a:p>
            <a:fld id="{D3459311-9D0A-4F42-8EE9-D19CE4CC38D1}" type="slidenum">
              <a:rPr lang="en-US" altLang="en-US"/>
              <a:pPr/>
              <a:t>‹#›</a:t>
            </a:fld>
            <a:endParaRPr lang="en-US" altLang="en-US"/>
          </a:p>
        </p:txBody>
      </p:sp>
      <p:sp>
        <p:nvSpPr>
          <p:cNvPr id="6" name="Rectangle 16">
            <a:extLst>
              <a:ext uri="{FF2B5EF4-FFF2-40B4-BE49-F238E27FC236}">
                <a16:creationId xmlns:a16="http://schemas.microsoft.com/office/drawing/2014/main" id="{3462E0B5-797F-C14D-C1FB-A6D98AE7F91A}"/>
              </a:ext>
            </a:extLst>
          </p:cNvPr>
          <p:cNvSpPr>
            <a:spLocks noGrp="1" noChangeArrowheads="1"/>
          </p:cNvSpPr>
          <p:nvPr>
            <p:ph type="dt" sz="half" idx="12"/>
          </p:nvPr>
        </p:nvSpPr>
        <p:spPr>
          <a:ln/>
        </p:spPr>
        <p:txBody>
          <a:bodyPr/>
          <a:lstStyle>
            <a:lvl1pPr>
              <a:defRPr/>
            </a:lvl1pPr>
          </a:lstStyle>
          <a:p>
            <a:pPr>
              <a:defRPr/>
            </a:pPr>
            <a:fld id="{C350C9D3-E069-DC44-B42F-D2B4D1F1BD63}" type="datetime1">
              <a:rPr lang="en-US"/>
              <a:pPr>
                <a:defRPr/>
              </a:pPr>
              <a:t>11/22/23</a:t>
            </a:fld>
            <a:endParaRPr lang="en-US"/>
          </a:p>
        </p:txBody>
      </p:sp>
    </p:spTree>
    <p:extLst>
      <p:ext uri="{BB962C8B-B14F-4D97-AF65-F5344CB8AC3E}">
        <p14:creationId xmlns:p14="http://schemas.microsoft.com/office/powerpoint/2010/main" val="2684926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a:extLst>
              <a:ext uri="{FF2B5EF4-FFF2-40B4-BE49-F238E27FC236}">
                <a16:creationId xmlns:a16="http://schemas.microsoft.com/office/drawing/2014/main" id="{4DCCD008-676B-95AF-187D-9E25280537FF}"/>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B5946969-5AF2-3420-42DD-83BF29D958CD}"/>
              </a:ext>
            </a:extLst>
          </p:cNvPr>
          <p:cNvSpPr>
            <a:spLocks noGrp="1" noChangeArrowheads="1"/>
          </p:cNvSpPr>
          <p:nvPr>
            <p:ph type="sldNum" sz="quarter" idx="11"/>
          </p:nvPr>
        </p:nvSpPr>
        <p:spPr>
          <a:ln/>
        </p:spPr>
        <p:txBody>
          <a:bodyPr/>
          <a:lstStyle>
            <a:lvl1pPr>
              <a:defRPr/>
            </a:lvl1pPr>
          </a:lstStyle>
          <a:p>
            <a:fld id="{0AD2D108-900F-6F4E-955E-AE1E81F6788E}" type="slidenum">
              <a:rPr lang="en-US" altLang="en-US"/>
              <a:pPr/>
              <a:t>‹#›</a:t>
            </a:fld>
            <a:endParaRPr lang="en-US" altLang="en-US"/>
          </a:p>
        </p:txBody>
      </p:sp>
      <p:sp>
        <p:nvSpPr>
          <p:cNvPr id="6" name="Rectangle 16">
            <a:extLst>
              <a:ext uri="{FF2B5EF4-FFF2-40B4-BE49-F238E27FC236}">
                <a16:creationId xmlns:a16="http://schemas.microsoft.com/office/drawing/2014/main" id="{6A3B11F1-C76D-1A39-C403-508192DA4D8C}"/>
              </a:ext>
            </a:extLst>
          </p:cNvPr>
          <p:cNvSpPr>
            <a:spLocks noGrp="1" noChangeArrowheads="1"/>
          </p:cNvSpPr>
          <p:nvPr>
            <p:ph type="dt" sz="half" idx="12"/>
          </p:nvPr>
        </p:nvSpPr>
        <p:spPr>
          <a:ln/>
        </p:spPr>
        <p:txBody>
          <a:bodyPr/>
          <a:lstStyle>
            <a:lvl1pPr>
              <a:defRPr/>
            </a:lvl1pPr>
          </a:lstStyle>
          <a:p>
            <a:pPr>
              <a:defRPr/>
            </a:pPr>
            <a:fld id="{2935CF40-1C7E-9344-A146-1FEDF6CF8C97}" type="datetime1">
              <a:rPr lang="en-US"/>
              <a:pPr>
                <a:defRPr/>
              </a:pPr>
              <a:t>11/22/23</a:t>
            </a:fld>
            <a:endParaRPr lang="en-US"/>
          </a:p>
        </p:txBody>
      </p:sp>
    </p:spTree>
    <p:extLst>
      <p:ext uri="{BB962C8B-B14F-4D97-AF65-F5344CB8AC3E}">
        <p14:creationId xmlns:p14="http://schemas.microsoft.com/office/powerpoint/2010/main" val="1114814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716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a:extLst>
              <a:ext uri="{FF2B5EF4-FFF2-40B4-BE49-F238E27FC236}">
                <a16:creationId xmlns:a16="http://schemas.microsoft.com/office/drawing/2014/main" id="{40725739-93EF-4A3C-0B92-5DCB3DCD5E25}"/>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45889ACD-9FA9-1262-43A2-A9F06888513B}"/>
              </a:ext>
            </a:extLst>
          </p:cNvPr>
          <p:cNvSpPr>
            <a:spLocks noGrp="1" noChangeArrowheads="1"/>
          </p:cNvSpPr>
          <p:nvPr>
            <p:ph type="sldNum" sz="quarter" idx="11"/>
          </p:nvPr>
        </p:nvSpPr>
        <p:spPr>
          <a:ln/>
        </p:spPr>
        <p:txBody>
          <a:bodyPr/>
          <a:lstStyle>
            <a:lvl1pPr>
              <a:defRPr/>
            </a:lvl1pPr>
          </a:lstStyle>
          <a:p>
            <a:fld id="{D4616FDC-365A-F04A-97D9-C9283161A9AA}" type="slidenum">
              <a:rPr lang="en-US" altLang="en-US"/>
              <a:pPr/>
              <a:t>‹#›</a:t>
            </a:fld>
            <a:endParaRPr lang="en-US" altLang="en-US"/>
          </a:p>
        </p:txBody>
      </p:sp>
      <p:sp>
        <p:nvSpPr>
          <p:cNvPr id="7" name="Rectangle 16">
            <a:extLst>
              <a:ext uri="{FF2B5EF4-FFF2-40B4-BE49-F238E27FC236}">
                <a16:creationId xmlns:a16="http://schemas.microsoft.com/office/drawing/2014/main" id="{DCA09FA1-FC96-F6CA-EE98-2B85F1351663}"/>
              </a:ext>
            </a:extLst>
          </p:cNvPr>
          <p:cNvSpPr>
            <a:spLocks noGrp="1" noChangeArrowheads="1"/>
          </p:cNvSpPr>
          <p:nvPr>
            <p:ph type="dt" sz="half" idx="12"/>
          </p:nvPr>
        </p:nvSpPr>
        <p:spPr>
          <a:ln/>
        </p:spPr>
        <p:txBody>
          <a:bodyPr/>
          <a:lstStyle>
            <a:lvl1pPr>
              <a:defRPr/>
            </a:lvl1pPr>
          </a:lstStyle>
          <a:p>
            <a:pPr>
              <a:defRPr/>
            </a:pPr>
            <a:fld id="{4C824955-A2C4-0C44-872A-0DDB30D48F14}" type="datetime1">
              <a:rPr lang="en-US"/>
              <a:pPr>
                <a:defRPr/>
              </a:pPr>
              <a:t>11/22/23</a:t>
            </a:fld>
            <a:endParaRPr lang="en-US"/>
          </a:p>
        </p:txBody>
      </p:sp>
    </p:spTree>
    <p:extLst>
      <p:ext uri="{BB962C8B-B14F-4D97-AF65-F5344CB8AC3E}">
        <p14:creationId xmlns:p14="http://schemas.microsoft.com/office/powerpoint/2010/main" val="2702042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a:extLst>
              <a:ext uri="{FF2B5EF4-FFF2-40B4-BE49-F238E27FC236}">
                <a16:creationId xmlns:a16="http://schemas.microsoft.com/office/drawing/2014/main" id="{5384F5F0-DB51-8B4D-6204-1CF99BAAC2B2}"/>
              </a:ext>
            </a:extLst>
          </p:cNvPr>
          <p:cNvSpPr>
            <a:spLocks noGrp="1" noChangeArrowheads="1"/>
          </p:cNvSpPr>
          <p:nvPr>
            <p:ph type="ftr" sz="quarter" idx="10"/>
          </p:nvPr>
        </p:nvSpPr>
        <p:spPr>
          <a:ln/>
        </p:spPr>
        <p:txBody>
          <a:bodyPr/>
          <a:lstStyle>
            <a:lvl1pPr>
              <a:defRPr/>
            </a:lvl1pPr>
          </a:lstStyle>
          <a:p>
            <a:pPr>
              <a:defRPr/>
            </a:pPr>
            <a:endParaRPr lang="en-US"/>
          </a:p>
        </p:txBody>
      </p:sp>
      <p:sp>
        <p:nvSpPr>
          <p:cNvPr id="8" name="Rectangle 3">
            <a:extLst>
              <a:ext uri="{FF2B5EF4-FFF2-40B4-BE49-F238E27FC236}">
                <a16:creationId xmlns:a16="http://schemas.microsoft.com/office/drawing/2014/main" id="{3E7A5490-6FDE-7DF6-8E72-5E2BBD818EE6}"/>
              </a:ext>
            </a:extLst>
          </p:cNvPr>
          <p:cNvSpPr>
            <a:spLocks noGrp="1" noChangeArrowheads="1"/>
          </p:cNvSpPr>
          <p:nvPr>
            <p:ph type="sldNum" sz="quarter" idx="11"/>
          </p:nvPr>
        </p:nvSpPr>
        <p:spPr>
          <a:ln/>
        </p:spPr>
        <p:txBody>
          <a:bodyPr/>
          <a:lstStyle>
            <a:lvl1pPr>
              <a:defRPr/>
            </a:lvl1pPr>
          </a:lstStyle>
          <a:p>
            <a:fld id="{A168A409-6A9E-D040-BC7E-30CFC89991E2}" type="slidenum">
              <a:rPr lang="en-US" altLang="en-US"/>
              <a:pPr/>
              <a:t>‹#›</a:t>
            </a:fld>
            <a:endParaRPr lang="en-US" altLang="en-US"/>
          </a:p>
        </p:txBody>
      </p:sp>
      <p:sp>
        <p:nvSpPr>
          <p:cNvPr id="9" name="Rectangle 16">
            <a:extLst>
              <a:ext uri="{FF2B5EF4-FFF2-40B4-BE49-F238E27FC236}">
                <a16:creationId xmlns:a16="http://schemas.microsoft.com/office/drawing/2014/main" id="{DA6A6881-8ED9-8655-8E5E-6F18F0438C33}"/>
              </a:ext>
            </a:extLst>
          </p:cNvPr>
          <p:cNvSpPr>
            <a:spLocks noGrp="1" noChangeArrowheads="1"/>
          </p:cNvSpPr>
          <p:nvPr>
            <p:ph type="dt" sz="half" idx="12"/>
          </p:nvPr>
        </p:nvSpPr>
        <p:spPr>
          <a:ln/>
        </p:spPr>
        <p:txBody>
          <a:bodyPr/>
          <a:lstStyle>
            <a:lvl1pPr>
              <a:defRPr/>
            </a:lvl1pPr>
          </a:lstStyle>
          <a:p>
            <a:pPr>
              <a:defRPr/>
            </a:pPr>
            <a:fld id="{F78AD353-79A2-3945-8D20-968552DAEFA7}" type="datetime1">
              <a:rPr lang="en-US"/>
              <a:pPr>
                <a:defRPr/>
              </a:pPr>
              <a:t>11/22/23</a:t>
            </a:fld>
            <a:endParaRPr lang="en-US"/>
          </a:p>
        </p:txBody>
      </p:sp>
    </p:spTree>
    <p:extLst>
      <p:ext uri="{BB962C8B-B14F-4D97-AF65-F5344CB8AC3E}">
        <p14:creationId xmlns:p14="http://schemas.microsoft.com/office/powerpoint/2010/main" val="1094394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a:extLst>
              <a:ext uri="{FF2B5EF4-FFF2-40B4-BE49-F238E27FC236}">
                <a16:creationId xmlns:a16="http://schemas.microsoft.com/office/drawing/2014/main" id="{191720A0-1EEB-DD81-E617-A57F8BC73EA8}"/>
              </a:ext>
            </a:extLst>
          </p:cNvPr>
          <p:cNvSpPr>
            <a:spLocks noGrp="1" noChangeArrowheads="1"/>
          </p:cNvSpPr>
          <p:nvPr>
            <p:ph type="ftr" sz="quarter" idx="10"/>
          </p:nvPr>
        </p:nvSpPr>
        <p:spPr>
          <a:ln/>
        </p:spPr>
        <p:txBody>
          <a:bodyPr/>
          <a:lstStyle>
            <a:lvl1pPr>
              <a:defRPr/>
            </a:lvl1pPr>
          </a:lstStyle>
          <a:p>
            <a:pPr>
              <a:defRPr/>
            </a:pPr>
            <a:endParaRPr lang="en-US"/>
          </a:p>
        </p:txBody>
      </p:sp>
      <p:sp>
        <p:nvSpPr>
          <p:cNvPr id="4" name="Rectangle 3">
            <a:extLst>
              <a:ext uri="{FF2B5EF4-FFF2-40B4-BE49-F238E27FC236}">
                <a16:creationId xmlns:a16="http://schemas.microsoft.com/office/drawing/2014/main" id="{7D8EC3E2-ADA6-FDC8-5885-2883792A311C}"/>
              </a:ext>
            </a:extLst>
          </p:cNvPr>
          <p:cNvSpPr>
            <a:spLocks noGrp="1" noChangeArrowheads="1"/>
          </p:cNvSpPr>
          <p:nvPr>
            <p:ph type="sldNum" sz="quarter" idx="11"/>
          </p:nvPr>
        </p:nvSpPr>
        <p:spPr>
          <a:ln/>
        </p:spPr>
        <p:txBody>
          <a:bodyPr/>
          <a:lstStyle>
            <a:lvl1pPr>
              <a:defRPr/>
            </a:lvl1pPr>
          </a:lstStyle>
          <a:p>
            <a:fld id="{8B9213FF-ED44-BE43-B8E8-D0D9BD67EDF9}" type="slidenum">
              <a:rPr lang="en-US" altLang="en-US"/>
              <a:pPr/>
              <a:t>‹#›</a:t>
            </a:fld>
            <a:endParaRPr lang="en-US" altLang="en-US"/>
          </a:p>
        </p:txBody>
      </p:sp>
      <p:sp>
        <p:nvSpPr>
          <p:cNvPr id="5" name="Rectangle 16">
            <a:extLst>
              <a:ext uri="{FF2B5EF4-FFF2-40B4-BE49-F238E27FC236}">
                <a16:creationId xmlns:a16="http://schemas.microsoft.com/office/drawing/2014/main" id="{74B068AD-43BA-6C17-7D91-B7EBC428382A}"/>
              </a:ext>
            </a:extLst>
          </p:cNvPr>
          <p:cNvSpPr>
            <a:spLocks noGrp="1" noChangeArrowheads="1"/>
          </p:cNvSpPr>
          <p:nvPr>
            <p:ph type="dt" sz="half" idx="12"/>
          </p:nvPr>
        </p:nvSpPr>
        <p:spPr>
          <a:ln/>
        </p:spPr>
        <p:txBody>
          <a:bodyPr/>
          <a:lstStyle>
            <a:lvl1pPr>
              <a:defRPr/>
            </a:lvl1pPr>
          </a:lstStyle>
          <a:p>
            <a:pPr>
              <a:defRPr/>
            </a:pPr>
            <a:fld id="{9211E105-C5FA-6C43-A44A-55B15243520C}" type="datetime1">
              <a:rPr lang="en-US"/>
              <a:pPr>
                <a:defRPr/>
              </a:pPr>
              <a:t>11/22/23</a:t>
            </a:fld>
            <a:endParaRPr lang="en-US"/>
          </a:p>
        </p:txBody>
      </p:sp>
    </p:spTree>
    <p:extLst>
      <p:ext uri="{BB962C8B-B14F-4D97-AF65-F5344CB8AC3E}">
        <p14:creationId xmlns:p14="http://schemas.microsoft.com/office/powerpoint/2010/main" val="523812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376A5C2-5712-5313-32E6-BFDD05E1EE1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3" name="Rectangle 3">
            <a:extLst>
              <a:ext uri="{FF2B5EF4-FFF2-40B4-BE49-F238E27FC236}">
                <a16:creationId xmlns:a16="http://schemas.microsoft.com/office/drawing/2014/main" id="{9AE7EA82-2879-8101-63EE-7FD1C198F089}"/>
              </a:ext>
            </a:extLst>
          </p:cNvPr>
          <p:cNvSpPr>
            <a:spLocks noGrp="1" noChangeArrowheads="1"/>
          </p:cNvSpPr>
          <p:nvPr>
            <p:ph type="sldNum" sz="quarter" idx="11"/>
          </p:nvPr>
        </p:nvSpPr>
        <p:spPr>
          <a:ln/>
        </p:spPr>
        <p:txBody>
          <a:bodyPr/>
          <a:lstStyle>
            <a:lvl1pPr>
              <a:defRPr/>
            </a:lvl1pPr>
          </a:lstStyle>
          <a:p>
            <a:fld id="{8EA9F8EC-E814-E74B-881F-3863022A3EDF}" type="slidenum">
              <a:rPr lang="en-US" altLang="en-US"/>
              <a:pPr/>
              <a:t>‹#›</a:t>
            </a:fld>
            <a:endParaRPr lang="en-US" altLang="en-US"/>
          </a:p>
        </p:txBody>
      </p:sp>
      <p:sp>
        <p:nvSpPr>
          <p:cNvPr id="4" name="Rectangle 16">
            <a:extLst>
              <a:ext uri="{FF2B5EF4-FFF2-40B4-BE49-F238E27FC236}">
                <a16:creationId xmlns:a16="http://schemas.microsoft.com/office/drawing/2014/main" id="{F8E3EA17-7512-B4DD-1D8A-4ABC78C00F48}"/>
              </a:ext>
            </a:extLst>
          </p:cNvPr>
          <p:cNvSpPr>
            <a:spLocks noGrp="1" noChangeArrowheads="1"/>
          </p:cNvSpPr>
          <p:nvPr>
            <p:ph type="dt" sz="half" idx="12"/>
          </p:nvPr>
        </p:nvSpPr>
        <p:spPr>
          <a:ln/>
        </p:spPr>
        <p:txBody>
          <a:bodyPr/>
          <a:lstStyle>
            <a:lvl1pPr>
              <a:defRPr/>
            </a:lvl1pPr>
          </a:lstStyle>
          <a:p>
            <a:pPr>
              <a:defRPr/>
            </a:pPr>
            <a:fld id="{C8F70123-65CD-144A-8BA6-8E965D293708}" type="datetime1">
              <a:rPr lang="en-US"/>
              <a:pPr>
                <a:defRPr/>
              </a:pPr>
              <a:t>11/22/23</a:t>
            </a:fld>
            <a:endParaRPr lang="en-US"/>
          </a:p>
        </p:txBody>
      </p:sp>
    </p:spTree>
    <p:extLst>
      <p:ext uri="{BB962C8B-B14F-4D97-AF65-F5344CB8AC3E}">
        <p14:creationId xmlns:p14="http://schemas.microsoft.com/office/powerpoint/2010/main" val="3495466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8A182C84-F66C-1BA1-0589-D4B2C8F418C8}"/>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F85AA93C-00FD-075A-6641-337A7E733AE6}"/>
              </a:ext>
            </a:extLst>
          </p:cNvPr>
          <p:cNvSpPr>
            <a:spLocks noGrp="1" noChangeArrowheads="1"/>
          </p:cNvSpPr>
          <p:nvPr>
            <p:ph type="sldNum" sz="quarter" idx="11"/>
          </p:nvPr>
        </p:nvSpPr>
        <p:spPr>
          <a:ln/>
        </p:spPr>
        <p:txBody>
          <a:bodyPr/>
          <a:lstStyle>
            <a:lvl1pPr>
              <a:defRPr/>
            </a:lvl1pPr>
          </a:lstStyle>
          <a:p>
            <a:fld id="{7ABF6238-A858-0B41-9921-75C9CC3C4690}" type="slidenum">
              <a:rPr lang="en-US" altLang="en-US"/>
              <a:pPr/>
              <a:t>‹#›</a:t>
            </a:fld>
            <a:endParaRPr lang="en-US" altLang="en-US"/>
          </a:p>
        </p:txBody>
      </p:sp>
      <p:sp>
        <p:nvSpPr>
          <p:cNvPr id="7" name="Rectangle 16">
            <a:extLst>
              <a:ext uri="{FF2B5EF4-FFF2-40B4-BE49-F238E27FC236}">
                <a16:creationId xmlns:a16="http://schemas.microsoft.com/office/drawing/2014/main" id="{104B544B-AAB6-EDC5-405A-798856D9DA47}"/>
              </a:ext>
            </a:extLst>
          </p:cNvPr>
          <p:cNvSpPr>
            <a:spLocks noGrp="1" noChangeArrowheads="1"/>
          </p:cNvSpPr>
          <p:nvPr>
            <p:ph type="dt" sz="half" idx="12"/>
          </p:nvPr>
        </p:nvSpPr>
        <p:spPr>
          <a:ln/>
        </p:spPr>
        <p:txBody>
          <a:bodyPr/>
          <a:lstStyle>
            <a:lvl1pPr>
              <a:defRPr/>
            </a:lvl1pPr>
          </a:lstStyle>
          <a:p>
            <a:pPr>
              <a:defRPr/>
            </a:pPr>
            <a:fld id="{AAE4BB20-2AAB-3D45-BEF4-932F1F82F073}" type="datetime1">
              <a:rPr lang="en-US"/>
              <a:pPr>
                <a:defRPr/>
              </a:pPr>
              <a:t>11/22/23</a:t>
            </a:fld>
            <a:endParaRPr lang="en-US"/>
          </a:p>
        </p:txBody>
      </p:sp>
    </p:spTree>
    <p:extLst>
      <p:ext uri="{BB962C8B-B14F-4D97-AF65-F5344CB8AC3E}">
        <p14:creationId xmlns:p14="http://schemas.microsoft.com/office/powerpoint/2010/main" val="1650389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CF7FCBFA-478A-ED86-1DFA-5C73E3385916}"/>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60B473E6-2641-88A7-C5A9-A50849F05EF0}"/>
              </a:ext>
            </a:extLst>
          </p:cNvPr>
          <p:cNvSpPr>
            <a:spLocks noGrp="1" noChangeArrowheads="1"/>
          </p:cNvSpPr>
          <p:nvPr>
            <p:ph type="sldNum" sz="quarter" idx="11"/>
          </p:nvPr>
        </p:nvSpPr>
        <p:spPr>
          <a:ln/>
        </p:spPr>
        <p:txBody>
          <a:bodyPr/>
          <a:lstStyle>
            <a:lvl1pPr>
              <a:defRPr/>
            </a:lvl1pPr>
          </a:lstStyle>
          <a:p>
            <a:fld id="{C4326BE6-7C76-8445-AD37-B18254C2B505}" type="slidenum">
              <a:rPr lang="en-US" altLang="en-US"/>
              <a:pPr/>
              <a:t>‹#›</a:t>
            </a:fld>
            <a:endParaRPr lang="en-US" altLang="en-US"/>
          </a:p>
        </p:txBody>
      </p:sp>
      <p:sp>
        <p:nvSpPr>
          <p:cNvPr id="7" name="Rectangle 16">
            <a:extLst>
              <a:ext uri="{FF2B5EF4-FFF2-40B4-BE49-F238E27FC236}">
                <a16:creationId xmlns:a16="http://schemas.microsoft.com/office/drawing/2014/main" id="{1AA2DCD7-78AE-507D-C035-49260E763114}"/>
              </a:ext>
            </a:extLst>
          </p:cNvPr>
          <p:cNvSpPr>
            <a:spLocks noGrp="1" noChangeArrowheads="1"/>
          </p:cNvSpPr>
          <p:nvPr>
            <p:ph type="dt" sz="half" idx="12"/>
          </p:nvPr>
        </p:nvSpPr>
        <p:spPr>
          <a:ln/>
        </p:spPr>
        <p:txBody>
          <a:bodyPr/>
          <a:lstStyle>
            <a:lvl1pPr>
              <a:defRPr/>
            </a:lvl1pPr>
          </a:lstStyle>
          <a:p>
            <a:pPr>
              <a:defRPr/>
            </a:pPr>
            <a:fld id="{CB4B853B-90C0-6743-BC54-ACC7B9D97B79}" type="datetime1">
              <a:rPr lang="en-US"/>
              <a:pPr>
                <a:defRPr/>
              </a:pPr>
              <a:t>11/22/23</a:t>
            </a:fld>
            <a:endParaRPr lang="en-US"/>
          </a:p>
        </p:txBody>
      </p:sp>
    </p:spTree>
    <p:extLst>
      <p:ext uri="{BB962C8B-B14F-4D97-AF65-F5344CB8AC3E}">
        <p14:creationId xmlns:p14="http://schemas.microsoft.com/office/powerpoint/2010/main" val="878071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83D314DC-515E-84ED-053D-5F98275C7DF9}"/>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BBCBA3A3-10FA-7FE4-F450-E6C51865EEA7}"/>
              </a:ext>
            </a:extLst>
          </p:cNvPr>
          <p:cNvSpPr>
            <a:spLocks noGrp="1" noChangeArrowheads="1"/>
          </p:cNvSpPr>
          <p:nvPr>
            <p:ph type="sldNum" sz="quarter" idx="11"/>
          </p:nvPr>
        </p:nvSpPr>
        <p:spPr>
          <a:ln/>
        </p:spPr>
        <p:txBody>
          <a:bodyPr/>
          <a:lstStyle>
            <a:lvl1pPr>
              <a:defRPr/>
            </a:lvl1pPr>
          </a:lstStyle>
          <a:p>
            <a:fld id="{6897CD6F-68E4-A448-9C9B-CAF22CD87364}" type="slidenum">
              <a:rPr lang="en-US" altLang="en-US"/>
              <a:pPr/>
              <a:t>‹#›</a:t>
            </a:fld>
            <a:endParaRPr lang="en-US" altLang="en-US"/>
          </a:p>
        </p:txBody>
      </p:sp>
      <p:sp>
        <p:nvSpPr>
          <p:cNvPr id="6" name="Rectangle 16">
            <a:extLst>
              <a:ext uri="{FF2B5EF4-FFF2-40B4-BE49-F238E27FC236}">
                <a16:creationId xmlns:a16="http://schemas.microsoft.com/office/drawing/2014/main" id="{47431EEA-D459-957D-8F9A-425964CAEF22}"/>
              </a:ext>
            </a:extLst>
          </p:cNvPr>
          <p:cNvSpPr>
            <a:spLocks noGrp="1" noChangeArrowheads="1"/>
          </p:cNvSpPr>
          <p:nvPr>
            <p:ph type="dt" sz="half" idx="12"/>
          </p:nvPr>
        </p:nvSpPr>
        <p:spPr>
          <a:ln/>
        </p:spPr>
        <p:txBody>
          <a:bodyPr/>
          <a:lstStyle>
            <a:lvl1pPr>
              <a:defRPr/>
            </a:lvl1pPr>
          </a:lstStyle>
          <a:p>
            <a:pPr>
              <a:defRPr/>
            </a:pPr>
            <a:fld id="{0B5E0905-5ACC-EB47-BB73-EC27C06BCAD5}" type="datetime1">
              <a:rPr lang="en-US"/>
              <a:pPr>
                <a:defRPr/>
              </a:pPr>
              <a:t>11/22/23</a:t>
            </a:fld>
            <a:endParaRPr lang="en-US"/>
          </a:p>
        </p:txBody>
      </p:sp>
    </p:spTree>
    <p:extLst>
      <p:ext uri="{BB962C8B-B14F-4D97-AF65-F5344CB8AC3E}">
        <p14:creationId xmlns:p14="http://schemas.microsoft.com/office/powerpoint/2010/main" val="1235724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325FDE27-CCD0-3FC0-8C29-6759CDD9F3CB}"/>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55C0373E-2873-99B6-EE5B-B7235CA224AD}"/>
              </a:ext>
            </a:extLst>
          </p:cNvPr>
          <p:cNvSpPr>
            <a:spLocks noGrp="1" noChangeArrowheads="1"/>
          </p:cNvSpPr>
          <p:nvPr>
            <p:ph type="sldNum" sz="quarter" idx="11"/>
          </p:nvPr>
        </p:nvSpPr>
        <p:spPr>
          <a:ln/>
        </p:spPr>
        <p:txBody>
          <a:bodyPr/>
          <a:lstStyle>
            <a:lvl1pPr>
              <a:defRPr/>
            </a:lvl1pPr>
          </a:lstStyle>
          <a:p>
            <a:fld id="{D93FE621-377F-B34E-98D2-813EE973C0A1}" type="slidenum">
              <a:rPr lang="en-US" altLang="en-US"/>
              <a:pPr/>
              <a:t>‹#›</a:t>
            </a:fld>
            <a:endParaRPr lang="en-US" altLang="en-US"/>
          </a:p>
        </p:txBody>
      </p:sp>
      <p:sp>
        <p:nvSpPr>
          <p:cNvPr id="6" name="Rectangle 16">
            <a:extLst>
              <a:ext uri="{FF2B5EF4-FFF2-40B4-BE49-F238E27FC236}">
                <a16:creationId xmlns:a16="http://schemas.microsoft.com/office/drawing/2014/main" id="{337A5DDD-0EDD-F87E-8C57-7A43EF662F0F}"/>
              </a:ext>
            </a:extLst>
          </p:cNvPr>
          <p:cNvSpPr>
            <a:spLocks noGrp="1" noChangeArrowheads="1"/>
          </p:cNvSpPr>
          <p:nvPr>
            <p:ph type="dt" sz="half" idx="12"/>
          </p:nvPr>
        </p:nvSpPr>
        <p:spPr>
          <a:ln/>
        </p:spPr>
        <p:txBody>
          <a:bodyPr/>
          <a:lstStyle>
            <a:lvl1pPr>
              <a:defRPr/>
            </a:lvl1pPr>
          </a:lstStyle>
          <a:p>
            <a:pPr>
              <a:defRPr/>
            </a:pPr>
            <a:fld id="{64F40254-9DB3-764E-B122-9D9D26CE5743}" type="datetime1">
              <a:rPr lang="en-US"/>
              <a:pPr>
                <a:defRPr/>
              </a:pPr>
              <a:t>11/22/23</a:t>
            </a:fld>
            <a:endParaRPr lang="en-US"/>
          </a:p>
        </p:txBody>
      </p:sp>
    </p:spTree>
    <p:extLst>
      <p:ext uri="{BB962C8B-B14F-4D97-AF65-F5344CB8AC3E}">
        <p14:creationId xmlns:p14="http://schemas.microsoft.com/office/powerpoint/2010/main" val="1825897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0E318275-CD02-A673-5308-318E28D8D7B6}"/>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p>
        </p:txBody>
      </p:sp>
      <p:sp>
        <p:nvSpPr>
          <p:cNvPr id="46083" name="Rectangle 3">
            <a:extLst>
              <a:ext uri="{FF2B5EF4-FFF2-40B4-BE49-F238E27FC236}">
                <a16:creationId xmlns:a16="http://schemas.microsoft.com/office/drawing/2014/main" id="{02589A8D-F43E-8B4E-2D0C-14B5576162CF}"/>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00">
                <a:latin typeface="Arial Black" panose="020B0604020202020204" pitchFamily="34" charset="0"/>
              </a:defRPr>
            </a:lvl1pPr>
          </a:lstStyle>
          <a:p>
            <a:fld id="{D7CBCC57-4704-0949-84AA-5C77D6F410AF}" type="slidenum">
              <a:rPr lang="en-US" altLang="en-US"/>
              <a:pPr/>
              <a:t>‹#›</a:t>
            </a:fld>
            <a:endParaRPr lang="en-US" altLang="en-US"/>
          </a:p>
        </p:txBody>
      </p:sp>
      <p:grpSp>
        <p:nvGrpSpPr>
          <p:cNvPr id="1028" name="Group 4">
            <a:extLst>
              <a:ext uri="{FF2B5EF4-FFF2-40B4-BE49-F238E27FC236}">
                <a16:creationId xmlns:a16="http://schemas.microsoft.com/office/drawing/2014/main" id="{1B18370E-6AEF-A374-6E65-2661E44D83E6}"/>
              </a:ext>
            </a:extLst>
          </p:cNvPr>
          <p:cNvGrpSpPr>
            <a:grpSpLocks/>
          </p:cNvGrpSpPr>
          <p:nvPr/>
        </p:nvGrpSpPr>
        <p:grpSpPr bwMode="auto">
          <a:xfrm>
            <a:off x="0" y="0"/>
            <a:ext cx="9144000" cy="546100"/>
            <a:chOff x="0" y="0"/>
            <a:chExt cx="5760" cy="344"/>
          </a:xfrm>
        </p:grpSpPr>
        <p:sp>
          <p:nvSpPr>
            <p:cNvPr id="1032" name="Rectangle 5">
              <a:extLst>
                <a:ext uri="{FF2B5EF4-FFF2-40B4-BE49-F238E27FC236}">
                  <a16:creationId xmlns:a16="http://schemas.microsoft.com/office/drawing/2014/main" id="{C7362D34-1FC0-E43C-ED3B-D6CA577E61B8}"/>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LK" altLang="en-LK" sz="2400">
                <a:latin typeface="Times New Roman" panose="02020603050405020304" pitchFamily="18" charset="0"/>
              </a:endParaRPr>
            </a:p>
          </p:txBody>
        </p:sp>
        <p:sp>
          <p:nvSpPr>
            <p:cNvPr id="1033" name="Rectangle 6">
              <a:extLst>
                <a:ext uri="{FF2B5EF4-FFF2-40B4-BE49-F238E27FC236}">
                  <a16:creationId xmlns:a16="http://schemas.microsoft.com/office/drawing/2014/main" id="{9F5711AC-9DDF-BD07-4677-1D1F9996F80E}"/>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034" name="Rectangle 7">
              <a:extLst>
                <a:ext uri="{FF2B5EF4-FFF2-40B4-BE49-F238E27FC236}">
                  <a16:creationId xmlns:a16="http://schemas.microsoft.com/office/drawing/2014/main" id="{6ECBC7BA-E6BA-8DF0-4E8F-12371CFCC72A}"/>
                </a:ext>
              </a:extLst>
            </p:cNvPr>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a:solidFill>
                  <a:schemeClr val="hlink"/>
                </a:solidFill>
              </a:endParaRPr>
            </a:p>
          </p:txBody>
        </p:sp>
        <p:sp>
          <p:nvSpPr>
            <p:cNvPr id="1035" name="Rectangle 8">
              <a:extLst>
                <a:ext uri="{FF2B5EF4-FFF2-40B4-BE49-F238E27FC236}">
                  <a16:creationId xmlns:a16="http://schemas.microsoft.com/office/drawing/2014/main" id="{7170826A-47EF-DE57-A780-6F07DB9E9687}"/>
                </a:ext>
              </a:extLst>
            </p:cNvPr>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a:solidFill>
                  <a:schemeClr val="hlink"/>
                </a:solidFill>
              </a:endParaRPr>
            </a:p>
          </p:txBody>
        </p:sp>
        <p:sp>
          <p:nvSpPr>
            <p:cNvPr id="1036" name="Rectangle 9">
              <a:extLst>
                <a:ext uri="{FF2B5EF4-FFF2-40B4-BE49-F238E27FC236}">
                  <a16:creationId xmlns:a16="http://schemas.microsoft.com/office/drawing/2014/main" id="{12D9CF22-22AB-8AFC-17CE-F2A5EB279E71}"/>
                </a:ext>
              </a:extLst>
            </p:cNvPr>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a:solidFill>
                  <a:schemeClr val="accent2"/>
                </a:solidFill>
              </a:endParaRPr>
            </a:p>
          </p:txBody>
        </p:sp>
        <p:sp>
          <p:nvSpPr>
            <p:cNvPr id="1037" name="Rectangle 10">
              <a:extLst>
                <a:ext uri="{FF2B5EF4-FFF2-40B4-BE49-F238E27FC236}">
                  <a16:creationId xmlns:a16="http://schemas.microsoft.com/office/drawing/2014/main" id="{B76BC212-FCB3-08C5-E411-D5DBFA94F0A1}"/>
                </a:ext>
              </a:extLst>
            </p:cNvPr>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a:solidFill>
                  <a:schemeClr val="hlink"/>
                </a:solidFill>
              </a:endParaRPr>
            </a:p>
          </p:txBody>
        </p:sp>
        <p:sp>
          <p:nvSpPr>
            <p:cNvPr id="1038" name="Rectangle 11">
              <a:extLst>
                <a:ext uri="{FF2B5EF4-FFF2-40B4-BE49-F238E27FC236}">
                  <a16:creationId xmlns:a16="http://schemas.microsoft.com/office/drawing/2014/main" id="{90F4A365-FE55-1D0A-5BA8-184EF618594B}"/>
                </a:ext>
              </a:extLst>
            </p:cNvPr>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039" name="Rectangle 12">
              <a:extLst>
                <a:ext uri="{FF2B5EF4-FFF2-40B4-BE49-F238E27FC236}">
                  <a16:creationId xmlns:a16="http://schemas.microsoft.com/office/drawing/2014/main" id="{205A7C02-2F6C-D783-1F6B-80ED4E05E80B}"/>
                </a:ext>
              </a:extLst>
            </p:cNvPr>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a:solidFill>
                  <a:schemeClr val="accent2"/>
                </a:solidFill>
              </a:endParaRPr>
            </a:p>
          </p:txBody>
        </p:sp>
        <p:sp>
          <p:nvSpPr>
            <p:cNvPr id="1040" name="Rectangle 13">
              <a:extLst>
                <a:ext uri="{FF2B5EF4-FFF2-40B4-BE49-F238E27FC236}">
                  <a16:creationId xmlns:a16="http://schemas.microsoft.com/office/drawing/2014/main" id="{AD8DD2D5-282A-EA7F-EC9B-2D117FD45A6C}"/>
                </a:ext>
              </a:extLst>
            </p:cNvPr>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a:solidFill>
                  <a:schemeClr val="accent2"/>
                </a:solidFill>
              </a:endParaRPr>
            </a:p>
          </p:txBody>
        </p:sp>
      </p:grpSp>
      <p:sp>
        <p:nvSpPr>
          <p:cNvPr id="1029" name="Rectangle 14">
            <a:extLst>
              <a:ext uri="{FF2B5EF4-FFF2-40B4-BE49-F238E27FC236}">
                <a16:creationId xmlns:a16="http://schemas.microsoft.com/office/drawing/2014/main" id="{00DDAAC2-892F-C702-B757-608DB62AA95E}"/>
              </a:ext>
            </a:extLst>
          </p:cNvPr>
          <p:cNvSpPr>
            <a:spLocks noGrp="1" noChangeArrowheads="1"/>
          </p:cNvSpPr>
          <p:nvPr>
            <p:ph type="title"/>
          </p:nvPr>
        </p:nvSpPr>
        <p:spPr bwMode="auto">
          <a:xfrm>
            <a:off x="457200" y="45720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Rectangle 15">
            <a:extLst>
              <a:ext uri="{FF2B5EF4-FFF2-40B4-BE49-F238E27FC236}">
                <a16:creationId xmlns:a16="http://schemas.microsoft.com/office/drawing/2014/main" id="{1E84107B-68CB-A1C1-A04C-372A32CC762C}"/>
              </a:ext>
            </a:extLst>
          </p:cNvPr>
          <p:cNvSpPr>
            <a:spLocks noGrp="1" noChangeArrowheads="1"/>
          </p:cNvSpPr>
          <p:nvPr>
            <p:ph type="body" idx="1"/>
          </p:nvPr>
        </p:nvSpPr>
        <p:spPr bwMode="auto">
          <a:xfrm>
            <a:off x="457200" y="1371600"/>
            <a:ext cx="82296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6096" name="Rectangle 16">
            <a:extLst>
              <a:ext uri="{FF2B5EF4-FFF2-40B4-BE49-F238E27FC236}">
                <a16:creationId xmlns:a16="http://schemas.microsoft.com/office/drawing/2014/main" id="{9524C3B1-4027-1D67-5863-71CDBAC285BF}"/>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fld id="{95797895-5A7F-F846-9503-8D07E6F98E4B}" type="datetime1">
              <a:rPr lang="en-US"/>
              <a:pPr>
                <a:defRPr/>
              </a:pPr>
              <a:t>11/22/23</a:t>
            </a:fld>
            <a:endParaRPr lang="en-US"/>
          </a:p>
        </p:txBody>
      </p:sp>
    </p:spTree>
  </p:cSld>
  <p:clrMap bg1="lt1" tx1="dk1" bg2="lt2" tx2="dk2" accent1="accent1" accent2="accent2" accent3="accent3" accent4="accent4" accent5="accent5" accent6="accent6" hlink="hlink" folHlink="folHlink"/>
  <p:sldLayoutIdLst>
    <p:sldLayoutId id="2147484077" r:id="rId1"/>
    <p:sldLayoutId id="2147484067" r:id="rId2"/>
    <p:sldLayoutId id="2147484068" r:id="rId3"/>
    <p:sldLayoutId id="2147484069" r:id="rId4"/>
    <p:sldLayoutId id="2147484070" r:id="rId5"/>
    <p:sldLayoutId id="2147484071" r:id="rId6"/>
    <p:sldLayoutId id="2147484072" r:id="rId7"/>
    <p:sldLayoutId id="2147484073" r:id="rId8"/>
    <p:sldLayoutId id="2147484074" r:id="rId9"/>
    <p:sldLayoutId id="2147484075" r:id="rId10"/>
    <p:sldLayoutId id="2147484076" r:id="rId11"/>
  </p:sldLayoutIdLst>
  <p:hf hdr="0" ftr="0"/>
  <p:txStyles>
    <p:titleStyle>
      <a:lvl1pPr algn="l" rtl="0" eaLnBrk="0" fontAlgn="base" hangingPunct="0">
        <a:spcBef>
          <a:spcPct val="0"/>
        </a:spcBef>
        <a:spcAft>
          <a:spcPct val="0"/>
        </a:spcAft>
        <a:defRPr sz="3200">
          <a:solidFill>
            <a:schemeClr val="tx1"/>
          </a:solidFill>
          <a:latin typeface="+mj-lt"/>
          <a:ea typeface="+mj-ea"/>
          <a:cs typeface="+mj-cs"/>
        </a:defRPr>
      </a:lvl1pPr>
      <a:lvl2pPr algn="l" rtl="0" eaLnBrk="0" fontAlgn="base" hangingPunct="0">
        <a:spcBef>
          <a:spcPct val="0"/>
        </a:spcBef>
        <a:spcAft>
          <a:spcPct val="0"/>
        </a:spcAft>
        <a:defRPr sz="3200">
          <a:solidFill>
            <a:schemeClr val="tx1"/>
          </a:solidFill>
          <a:latin typeface="Arial" charset="0"/>
        </a:defRPr>
      </a:lvl2pPr>
      <a:lvl3pPr algn="l" rtl="0" eaLnBrk="0" fontAlgn="base" hangingPunct="0">
        <a:spcBef>
          <a:spcPct val="0"/>
        </a:spcBef>
        <a:spcAft>
          <a:spcPct val="0"/>
        </a:spcAft>
        <a:defRPr sz="3200">
          <a:solidFill>
            <a:schemeClr val="tx1"/>
          </a:solidFill>
          <a:latin typeface="Arial" charset="0"/>
        </a:defRPr>
      </a:lvl3pPr>
      <a:lvl4pPr algn="l" rtl="0" eaLnBrk="0" fontAlgn="base" hangingPunct="0">
        <a:spcBef>
          <a:spcPct val="0"/>
        </a:spcBef>
        <a:spcAft>
          <a:spcPct val="0"/>
        </a:spcAft>
        <a:defRPr sz="3200">
          <a:solidFill>
            <a:schemeClr val="tx1"/>
          </a:solidFill>
          <a:latin typeface="Arial" charset="0"/>
        </a:defRPr>
      </a:lvl4pPr>
      <a:lvl5pPr algn="l" rtl="0" eaLnBrk="0" fontAlgn="base" hangingPunct="0">
        <a:spcBef>
          <a:spcPct val="0"/>
        </a:spcBef>
        <a:spcAft>
          <a:spcPct val="0"/>
        </a:spcAft>
        <a:defRPr sz="3200">
          <a:solidFill>
            <a:schemeClr val="tx1"/>
          </a:solidFill>
          <a:latin typeface="Arial" charset="0"/>
        </a:defRPr>
      </a:lvl5pPr>
      <a:lvl6pPr marL="457200" algn="l" rtl="0" fontAlgn="base">
        <a:spcBef>
          <a:spcPct val="0"/>
        </a:spcBef>
        <a:spcAft>
          <a:spcPct val="0"/>
        </a:spcAft>
        <a:defRPr sz="3200">
          <a:solidFill>
            <a:schemeClr val="tx1"/>
          </a:solidFill>
          <a:latin typeface="Arial" charset="0"/>
        </a:defRPr>
      </a:lvl6pPr>
      <a:lvl7pPr marL="914400" algn="l" rtl="0" fontAlgn="base">
        <a:spcBef>
          <a:spcPct val="0"/>
        </a:spcBef>
        <a:spcAft>
          <a:spcPct val="0"/>
        </a:spcAft>
        <a:defRPr sz="3200">
          <a:solidFill>
            <a:schemeClr val="tx1"/>
          </a:solidFill>
          <a:latin typeface="Arial" charset="0"/>
        </a:defRPr>
      </a:lvl7pPr>
      <a:lvl8pPr marL="1371600" algn="l" rtl="0" fontAlgn="base">
        <a:spcBef>
          <a:spcPct val="0"/>
        </a:spcBef>
        <a:spcAft>
          <a:spcPct val="0"/>
        </a:spcAft>
        <a:defRPr sz="3200">
          <a:solidFill>
            <a:schemeClr val="tx1"/>
          </a:solidFill>
          <a:latin typeface="Arial" charset="0"/>
        </a:defRPr>
      </a:lvl8pPr>
      <a:lvl9pPr marL="1828800" algn="l" rtl="0" fontAlgn="base">
        <a:spcBef>
          <a:spcPct val="0"/>
        </a:spcBef>
        <a:spcAft>
          <a:spcPct val="0"/>
        </a:spcAft>
        <a:defRPr sz="3200">
          <a:solidFill>
            <a:schemeClr val="tx1"/>
          </a:solidFill>
          <a:latin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0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1600">
          <a:solidFill>
            <a:schemeClr val="tx1"/>
          </a:solidFill>
          <a:latin typeface="+mn-lt"/>
        </a:defRPr>
      </a:lvl4pPr>
      <a:lvl5pPr marL="2057400" indent="-228600" algn="l" rtl="0" eaLnBrk="0" fontAlgn="base" hangingPunct="0">
        <a:spcBef>
          <a:spcPct val="20000"/>
        </a:spcBef>
        <a:spcAft>
          <a:spcPct val="0"/>
        </a:spcAft>
        <a:buClr>
          <a:schemeClr val="bg2"/>
        </a:buClr>
        <a:buFont typeface="Wingdings" pitchFamily="2" charset="2"/>
        <a:buChar char="§"/>
        <a:defRPr sz="1400">
          <a:solidFill>
            <a:schemeClr val="tx1"/>
          </a:solidFill>
          <a:latin typeface="+mn-lt"/>
        </a:defRPr>
      </a:lvl5pPr>
      <a:lvl6pPr marL="25146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6pPr>
      <a:lvl7pPr marL="29718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7pPr>
      <a:lvl8pPr marL="34290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8pPr>
      <a:lvl9pPr marL="38862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www.javaworld.com/javaworld/jw-04-2003/jw-0425-designpatterns.html?page=6"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c2.com/cgi/wiki?SingletonPattern"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8">
            <a:extLst>
              <a:ext uri="{FF2B5EF4-FFF2-40B4-BE49-F238E27FC236}">
                <a16:creationId xmlns:a16="http://schemas.microsoft.com/office/drawing/2014/main" id="{A83145C0-21E4-365B-547F-14DD8311F58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324BA3A-7483-1044-A0CF-9C74031BA7FF}" type="slidenum">
              <a:rPr lang="en-US" altLang="en-US" sz="1200">
                <a:latin typeface="Arial Black" panose="020B0604020202020204" pitchFamily="34" charset="0"/>
              </a:rPr>
              <a:pPr>
                <a:spcBef>
                  <a:spcPct val="0"/>
                </a:spcBef>
                <a:buClrTx/>
                <a:buSzTx/>
                <a:buFontTx/>
                <a:buNone/>
              </a:pPr>
              <a:t>1</a:t>
            </a:fld>
            <a:endParaRPr lang="en-US" altLang="en-US" sz="1200">
              <a:latin typeface="Arial Black" panose="020B0604020202020204" pitchFamily="34" charset="0"/>
            </a:endParaRPr>
          </a:p>
        </p:txBody>
      </p:sp>
      <p:sp>
        <p:nvSpPr>
          <p:cNvPr id="15362" name="Rectangle 18">
            <a:extLst>
              <a:ext uri="{FF2B5EF4-FFF2-40B4-BE49-F238E27FC236}">
                <a16:creationId xmlns:a16="http://schemas.microsoft.com/office/drawing/2014/main" id="{9510A63A-CE77-49C5-C798-9DDECD1B318D}"/>
              </a:ext>
            </a:extLst>
          </p:cNvPr>
          <p:cNvSpPr txBox="1">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lgn="r" eaLnBrk="1" hangingPunct="1">
              <a:spcBef>
                <a:spcPct val="0"/>
              </a:spcBef>
              <a:buClrTx/>
              <a:buSzTx/>
              <a:buFontTx/>
              <a:buNone/>
            </a:pPr>
            <a:fld id="{70054680-CE4B-E64E-89E7-13E16F36AABA}" type="slidenum">
              <a:rPr lang="en-US" altLang="en-US" sz="1200">
                <a:latin typeface="Arial Black" panose="020B0604020202020204" pitchFamily="34" charset="0"/>
              </a:rPr>
              <a:pPr algn="r" eaLnBrk="1" hangingPunct="1">
                <a:spcBef>
                  <a:spcPct val="0"/>
                </a:spcBef>
                <a:buClrTx/>
                <a:buSzTx/>
                <a:buFontTx/>
                <a:buNone/>
              </a:pPr>
              <a:t>1</a:t>
            </a:fld>
            <a:endParaRPr lang="en-US" altLang="en-US" sz="1200">
              <a:latin typeface="Arial Black" panose="020B0604020202020204" pitchFamily="34" charset="0"/>
            </a:endParaRPr>
          </a:p>
        </p:txBody>
      </p:sp>
      <p:sp>
        <p:nvSpPr>
          <p:cNvPr id="15363" name="Rectangle 2">
            <a:extLst>
              <a:ext uri="{FF2B5EF4-FFF2-40B4-BE49-F238E27FC236}">
                <a16:creationId xmlns:a16="http://schemas.microsoft.com/office/drawing/2014/main" id="{70F40447-C93F-A330-2301-178B274A1174}"/>
              </a:ext>
            </a:extLst>
          </p:cNvPr>
          <p:cNvSpPr>
            <a:spLocks noGrp="1" noChangeArrowheads="1"/>
          </p:cNvSpPr>
          <p:nvPr>
            <p:ph type="ctrTitle"/>
          </p:nvPr>
        </p:nvSpPr>
        <p:spPr/>
        <p:txBody>
          <a:bodyPr/>
          <a:lstStyle/>
          <a:p>
            <a:pPr eaLnBrk="1" hangingPunct="1"/>
            <a:r>
              <a:rPr lang="en-US" altLang="en-US" dirty="0"/>
              <a:t>Design Patterns</a:t>
            </a:r>
          </a:p>
        </p:txBody>
      </p:sp>
      <p:sp>
        <p:nvSpPr>
          <p:cNvPr id="15364" name="TextBox 4">
            <a:extLst>
              <a:ext uri="{FF2B5EF4-FFF2-40B4-BE49-F238E27FC236}">
                <a16:creationId xmlns:a16="http://schemas.microsoft.com/office/drawing/2014/main" id="{6D0CB2AF-82AC-EC15-A9EA-489379440DD6}"/>
              </a:ext>
            </a:extLst>
          </p:cNvPr>
          <p:cNvSpPr txBox="1">
            <a:spLocks noChangeArrowheads="1"/>
          </p:cNvSpPr>
          <p:nvPr/>
        </p:nvSpPr>
        <p:spPr bwMode="auto">
          <a:xfrm>
            <a:off x="2057400" y="4724400"/>
            <a:ext cx="5638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None/>
            </a:pPr>
            <a:r>
              <a:rPr lang="en-US" altLang="en-US" dirty="0"/>
              <a:t>  Singleton Patterns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3">
            <a:extLst>
              <a:ext uri="{FF2B5EF4-FFF2-40B4-BE49-F238E27FC236}">
                <a16:creationId xmlns:a16="http://schemas.microsoft.com/office/drawing/2014/main" id="{3E45C573-2AC9-B432-A149-C50B37B39057}"/>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03E38FA-6F1A-614B-9884-5D7402441BFF}" type="slidenum">
              <a:rPr lang="en-US" altLang="en-US" sz="1000">
                <a:latin typeface="Arial Black" panose="020B0604020202020204" pitchFamily="34" charset="0"/>
              </a:rPr>
              <a:pPr>
                <a:spcBef>
                  <a:spcPct val="0"/>
                </a:spcBef>
                <a:buClrTx/>
                <a:buSzTx/>
                <a:buFontTx/>
                <a:buNone/>
              </a:pPr>
              <a:t>2</a:t>
            </a:fld>
            <a:endParaRPr lang="en-US" altLang="en-US" sz="1000">
              <a:latin typeface="Arial Black" panose="020B0604020202020204" pitchFamily="34" charset="0"/>
            </a:endParaRPr>
          </a:p>
        </p:txBody>
      </p:sp>
      <p:sp>
        <p:nvSpPr>
          <p:cNvPr id="40962" name="Rectangle 2">
            <a:extLst>
              <a:ext uri="{FF2B5EF4-FFF2-40B4-BE49-F238E27FC236}">
                <a16:creationId xmlns:a16="http://schemas.microsoft.com/office/drawing/2014/main" id="{7B086E40-E494-78EE-2146-EADEEA197FB5}"/>
              </a:ext>
            </a:extLst>
          </p:cNvPr>
          <p:cNvSpPr>
            <a:spLocks noGrp="1" noChangeArrowheads="1"/>
          </p:cNvSpPr>
          <p:nvPr>
            <p:ph type="title"/>
          </p:nvPr>
        </p:nvSpPr>
        <p:spPr/>
        <p:txBody>
          <a:bodyPr/>
          <a:lstStyle/>
          <a:p>
            <a:r>
              <a:rPr lang="en-US" altLang="en-US"/>
              <a:t>Example: Logger</a:t>
            </a:r>
          </a:p>
        </p:txBody>
      </p:sp>
      <p:sp>
        <p:nvSpPr>
          <p:cNvPr id="40963" name="Rectangle 3">
            <a:extLst>
              <a:ext uri="{FF2B5EF4-FFF2-40B4-BE49-F238E27FC236}">
                <a16:creationId xmlns:a16="http://schemas.microsoft.com/office/drawing/2014/main" id="{117D0486-F901-69F1-AC23-3E187F5CFB1B}"/>
              </a:ext>
            </a:extLst>
          </p:cNvPr>
          <p:cNvSpPr>
            <a:spLocks noGrp="1" noChangeArrowheads="1"/>
          </p:cNvSpPr>
          <p:nvPr>
            <p:ph type="body" idx="1"/>
          </p:nvPr>
        </p:nvSpPr>
        <p:spPr>
          <a:xfrm>
            <a:off x="457200" y="1371600"/>
            <a:ext cx="7543800" cy="4495800"/>
          </a:xfrm>
        </p:spPr>
        <p:txBody>
          <a:bodyPr/>
          <a:lstStyle/>
          <a:p>
            <a:pPr>
              <a:buFont typeface="Wingdings" pitchFamily="2" charset="2"/>
              <a:buNone/>
            </a:pPr>
            <a:r>
              <a:rPr lang="en-US" altLang="en-US"/>
              <a:t>What is wrong with this code?</a:t>
            </a:r>
          </a:p>
          <a:p>
            <a:pPr>
              <a:buFont typeface="Wingdings" pitchFamily="2" charset="2"/>
              <a:buNone/>
            </a:pPr>
            <a:endParaRPr lang="en-US" altLang="en-US"/>
          </a:p>
          <a:p>
            <a:pPr lvl="1">
              <a:buFont typeface="Wingdings" pitchFamily="2" charset="2"/>
              <a:buNone/>
            </a:pPr>
            <a:r>
              <a:rPr lang="en-US" altLang="en-US" sz="1800" noProof="1">
                <a:latin typeface="Courier New" panose="02070309020205020404" pitchFamily="49" charset="0"/>
              </a:rPr>
              <a:t> public class Logger</a:t>
            </a:r>
          </a:p>
          <a:p>
            <a:pPr lvl="1">
              <a:buFont typeface="Wingdings" pitchFamily="2" charset="2"/>
              <a:buNone/>
            </a:pPr>
            <a:r>
              <a:rPr lang="en-US" altLang="en-US" sz="1800" noProof="1">
                <a:latin typeface="Courier New" panose="02070309020205020404" pitchFamily="49" charset="0"/>
              </a:rPr>
              <a:t>    {</a:t>
            </a:r>
          </a:p>
          <a:p>
            <a:pPr lvl="1">
              <a:buFont typeface="Wingdings" pitchFamily="2" charset="2"/>
              <a:buNone/>
            </a:pPr>
            <a:r>
              <a:rPr lang="en-US" altLang="en-US" sz="1800" noProof="1">
                <a:latin typeface="Courier New" panose="02070309020205020404" pitchFamily="49" charset="0"/>
              </a:rPr>
              <a:t>        public Logger() { }</a:t>
            </a:r>
          </a:p>
          <a:p>
            <a:pPr lvl="1">
              <a:buFont typeface="Wingdings" pitchFamily="2" charset="2"/>
              <a:buNone/>
            </a:pPr>
            <a:endParaRPr lang="en-US" altLang="en-US" sz="1800" noProof="1">
              <a:latin typeface="Courier New" panose="02070309020205020404" pitchFamily="49" charset="0"/>
            </a:endParaRPr>
          </a:p>
          <a:p>
            <a:pPr lvl="1">
              <a:buFont typeface="Wingdings" pitchFamily="2" charset="2"/>
              <a:buNone/>
            </a:pPr>
            <a:r>
              <a:rPr lang="en-US" altLang="en-US" sz="1800" noProof="1">
                <a:latin typeface="Courier New" panose="02070309020205020404" pitchFamily="49" charset="0"/>
              </a:rPr>
              <a:t>        public void LogMessage() {</a:t>
            </a:r>
          </a:p>
          <a:p>
            <a:pPr lvl="1">
              <a:buFont typeface="Wingdings" pitchFamily="2" charset="2"/>
              <a:buNone/>
            </a:pPr>
            <a:r>
              <a:rPr lang="en-US" altLang="en-US" sz="1800" noProof="1">
                <a:latin typeface="Courier New" panose="02070309020205020404" pitchFamily="49" charset="0"/>
              </a:rPr>
              <a:t>            //Open File "log.txt"</a:t>
            </a:r>
          </a:p>
          <a:p>
            <a:pPr lvl="1">
              <a:buFont typeface="Wingdings" pitchFamily="2" charset="2"/>
              <a:buNone/>
            </a:pPr>
            <a:r>
              <a:rPr lang="en-US" altLang="en-US" sz="1800" noProof="1">
                <a:latin typeface="Courier New" panose="02070309020205020404" pitchFamily="49" charset="0"/>
              </a:rPr>
              <a:t>            //Write Message</a:t>
            </a:r>
          </a:p>
          <a:p>
            <a:pPr lvl="1">
              <a:buFont typeface="Wingdings" pitchFamily="2" charset="2"/>
              <a:buNone/>
            </a:pPr>
            <a:r>
              <a:rPr lang="en-US" altLang="en-US" sz="1800" noProof="1">
                <a:latin typeface="Courier New" panose="02070309020205020404" pitchFamily="49" charset="0"/>
              </a:rPr>
              <a:t>            //Close File</a:t>
            </a:r>
          </a:p>
          <a:p>
            <a:pPr lvl="1">
              <a:buFont typeface="Wingdings" pitchFamily="2" charset="2"/>
              <a:buNone/>
            </a:pPr>
            <a:r>
              <a:rPr lang="en-US" altLang="en-US" sz="1800" noProof="1">
                <a:latin typeface="Courier New" panose="02070309020205020404" pitchFamily="49" charset="0"/>
              </a:rPr>
              <a:t>        }</a:t>
            </a:r>
          </a:p>
          <a:p>
            <a:pPr lvl="1">
              <a:buFont typeface="Wingdings" pitchFamily="2" charset="2"/>
              <a:buNone/>
            </a:pPr>
            <a:r>
              <a:rPr lang="en-US" altLang="en-US" sz="1800" noProof="1">
                <a:latin typeface="Courier New" panose="02070309020205020404" pitchFamily="49" charset="0"/>
              </a:rPr>
              <a:t>    }</a:t>
            </a:r>
            <a:endParaRPr lang="en-US" altLang="en-US" sz="1800">
              <a:latin typeface="Courier New" panose="02070309020205020404" pitchFamily="49"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3">
            <a:extLst>
              <a:ext uri="{FF2B5EF4-FFF2-40B4-BE49-F238E27FC236}">
                <a16:creationId xmlns:a16="http://schemas.microsoft.com/office/drawing/2014/main" id="{066BCCF9-A0C6-9064-6667-A2F777210181}"/>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AA0DAC1-D5FB-0D4B-9080-A4D3201C42CA}" type="slidenum">
              <a:rPr lang="en-US" altLang="en-US" sz="1000">
                <a:latin typeface="Arial Black" panose="020B0604020202020204" pitchFamily="34" charset="0"/>
              </a:rPr>
              <a:pPr>
                <a:spcBef>
                  <a:spcPct val="0"/>
                </a:spcBef>
                <a:buClrTx/>
                <a:buSzTx/>
                <a:buFontTx/>
                <a:buNone/>
              </a:pPr>
              <a:t>3</a:t>
            </a:fld>
            <a:endParaRPr lang="en-US" altLang="en-US" sz="1000">
              <a:latin typeface="Arial Black" panose="020B0604020202020204" pitchFamily="34" charset="0"/>
            </a:endParaRPr>
          </a:p>
        </p:txBody>
      </p:sp>
      <p:sp>
        <p:nvSpPr>
          <p:cNvPr id="43010" name="Rectangle 2">
            <a:extLst>
              <a:ext uri="{FF2B5EF4-FFF2-40B4-BE49-F238E27FC236}">
                <a16:creationId xmlns:a16="http://schemas.microsoft.com/office/drawing/2014/main" id="{8C08C536-0985-B41B-79BC-B712278EC90B}"/>
              </a:ext>
            </a:extLst>
          </p:cNvPr>
          <p:cNvSpPr>
            <a:spLocks noGrp="1" noChangeArrowheads="1"/>
          </p:cNvSpPr>
          <p:nvPr>
            <p:ph type="title"/>
          </p:nvPr>
        </p:nvSpPr>
        <p:spPr/>
        <p:txBody>
          <a:bodyPr/>
          <a:lstStyle/>
          <a:p>
            <a:r>
              <a:rPr lang="en-US" altLang="en-US"/>
              <a:t>Example: Logger (cont)</a:t>
            </a:r>
          </a:p>
        </p:txBody>
      </p:sp>
      <p:sp>
        <p:nvSpPr>
          <p:cNvPr id="43011" name="Rectangle 3">
            <a:extLst>
              <a:ext uri="{FF2B5EF4-FFF2-40B4-BE49-F238E27FC236}">
                <a16:creationId xmlns:a16="http://schemas.microsoft.com/office/drawing/2014/main" id="{5008262F-DEEC-4D11-3406-49DFD176BC02}"/>
              </a:ext>
            </a:extLst>
          </p:cNvPr>
          <p:cNvSpPr>
            <a:spLocks noGrp="1" noChangeArrowheads="1"/>
          </p:cNvSpPr>
          <p:nvPr>
            <p:ph type="body" idx="1"/>
          </p:nvPr>
        </p:nvSpPr>
        <p:spPr/>
        <p:txBody>
          <a:bodyPr/>
          <a:lstStyle/>
          <a:p>
            <a:r>
              <a:rPr lang="en-US" altLang="en-US"/>
              <a:t>Since there is an external Shared Resource (“log.txt”), we want to closely control how we communicate with it.</a:t>
            </a:r>
          </a:p>
          <a:p>
            <a:endParaRPr lang="en-US" altLang="en-US"/>
          </a:p>
          <a:p>
            <a:r>
              <a:rPr lang="en-US" altLang="en-US"/>
              <a:t>We shouldn’t have to create the Logger class every time we want to access this Shared Resource.  Is there any reason to?</a:t>
            </a:r>
          </a:p>
          <a:p>
            <a:endParaRPr lang="en-US" altLang="en-US"/>
          </a:p>
          <a:p>
            <a:r>
              <a:rPr lang="en-US" altLang="en-US"/>
              <a:t>We need ONE.</a:t>
            </a:r>
          </a:p>
          <a:p>
            <a:endParaRPr lang="en-US" altLang="en-US"/>
          </a:p>
          <a:p>
            <a:pPr lvl="1"/>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3">
            <a:extLst>
              <a:ext uri="{FF2B5EF4-FFF2-40B4-BE49-F238E27FC236}">
                <a16:creationId xmlns:a16="http://schemas.microsoft.com/office/drawing/2014/main" id="{CE08396A-30CD-0754-FFDF-54BB8F3C1216}"/>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9425004-4A3B-CC46-AE7F-AB9354804508}" type="slidenum">
              <a:rPr lang="en-US" altLang="en-US" sz="1000">
                <a:latin typeface="Arial Black" panose="020B0604020202020204" pitchFamily="34" charset="0"/>
              </a:rPr>
              <a:pPr>
                <a:spcBef>
                  <a:spcPct val="0"/>
                </a:spcBef>
                <a:buClrTx/>
                <a:buSzTx/>
                <a:buFontTx/>
                <a:buNone/>
              </a:pPr>
              <a:t>4</a:t>
            </a:fld>
            <a:endParaRPr lang="en-US" altLang="en-US" sz="1000">
              <a:latin typeface="Arial Black" panose="020B0604020202020204" pitchFamily="34" charset="0"/>
            </a:endParaRPr>
          </a:p>
        </p:txBody>
      </p:sp>
      <p:sp>
        <p:nvSpPr>
          <p:cNvPr id="44034" name="Slide Number Placeholder 4">
            <a:extLst>
              <a:ext uri="{FF2B5EF4-FFF2-40B4-BE49-F238E27FC236}">
                <a16:creationId xmlns:a16="http://schemas.microsoft.com/office/drawing/2014/main" id="{820C92DF-02EE-DE13-A629-35D9A8140EBA}"/>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lgn="r" eaLnBrk="1" hangingPunct="1">
              <a:spcBef>
                <a:spcPct val="0"/>
              </a:spcBef>
              <a:buClrTx/>
              <a:buSzTx/>
              <a:buFontTx/>
              <a:buNone/>
            </a:pPr>
            <a:fld id="{8687226A-4561-5E4B-BFA6-610284134AF9}" type="slidenum">
              <a:rPr lang="en-US" altLang="en-US" sz="1000">
                <a:latin typeface="Arial Black" panose="020B0604020202020204" pitchFamily="34" charset="0"/>
              </a:rPr>
              <a:pPr algn="r" eaLnBrk="1" hangingPunct="1">
                <a:spcBef>
                  <a:spcPct val="0"/>
                </a:spcBef>
                <a:buClrTx/>
                <a:buSzTx/>
                <a:buFontTx/>
                <a:buNone/>
              </a:pPr>
              <a:t>4</a:t>
            </a:fld>
            <a:endParaRPr lang="en-US" altLang="en-US" sz="1000">
              <a:latin typeface="Arial Black" panose="020B0604020202020204" pitchFamily="34" charset="0"/>
            </a:endParaRPr>
          </a:p>
        </p:txBody>
      </p:sp>
      <p:sp>
        <p:nvSpPr>
          <p:cNvPr id="44035" name="Date Placeholder 5">
            <a:extLst>
              <a:ext uri="{FF2B5EF4-FFF2-40B4-BE49-F238E27FC236}">
                <a16:creationId xmlns:a16="http://schemas.microsoft.com/office/drawing/2014/main" id="{0019F942-1941-077F-8858-B1BE06587E2C}"/>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096B3D5-8A61-0F46-B413-B5580D827C79}" type="datetime1">
              <a:rPr lang="en-US" altLang="en-US" sz="1200" smtClean="0"/>
              <a:pPr>
                <a:spcBef>
                  <a:spcPct val="0"/>
                </a:spcBef>
                <a:buClrTx/>
                <a:buSzTx/>
                <a:buFontTx/>
                <a:buNone/>
              </a:pPr>
              <a:t>11/22/23</a:t>
            </a:fld>
            <a:endParaRPr lang="en-US" altLang="en-US" sz="1200"/>
          </a:p>
        </p:txBody>
      </p:sp>
      <p:sp>
        <p:nvSpPr>
          <p:cNvPr id="44036" name="Rectangle 2">
            <a:extLst>
              <a:ext uri="{FF2B5EF4-FFF2-40B4-BE49-F238E27FC236}">
                <a16:creationId xmlns:a16="http://schemas.microsoft.com/office/drawing/2014/main" id="{37A1A303-6D65-4312-CCC1-1F7D9AB236E8}"/>
              </a:ext>
            </a:extLst>
          </p:cNvPr>
          <p:cNvSpPr>
            <a:spLocks noGrp="1" noChangeArrowheads="1"/>
          </p:cNvSpPr>
          <p:nvPr>
            <p:ph type="title"/>
          </p:nvPr>
        </p:nvSpPr>
        <p:spPr/>
        <p:txBody>
          <a:bodyPr/>
          <a:lstStyle/>
          <a:p>
            <a:pPr eaLnBrk="1" hangingPunct="1"/>
            <a:r>
              <a:rPr lang="en-US" altLang="en-US"/>
              <a:t>Singleton</a:t>
            </a:r>
          </a:p>
        </p:txBody>
      </p:sp>
      <p:sp>
        <p:nvSpPr>
          <p:cNvPr id="44037" name="Rectangle 3">
            <a:extLst>
              <a:ext uri="{FF2B5EF4-FFF2-40B4-BE49-F238E27FC236}">
                <a16:creationId xmlns:a16="http://schemas.microsoft.com/office/drawing/2014/main" id="{6112155E-DC5A-13E4-D6D6-C454A595979A}"/>
              </a:ext>
            </a:extLst>
          </p:cNvPr>
          <p:cNvSpPr>
            <a:spLocks noGrp="1" noChangeArrowheads="1"/>
          </p:cNvSpPr>
          <p:nvPr>
            <p:ph type="body" idx="1"/>
          </p:nvPr>
        </p:nvSpPr>
        <p:spPr>
          <a:xfrm>
            <a:off x="381000" y="1143000"/>
            <a:ext cx="8229600" cy="5105400"/>
          </a:xfrm>
        </p:spPr>
        <p:txBody>
          <a:bodyPr/>
          <a:lstStyle/>
          <a:p>
            <a:pPr eaLnBrk="1" hangingPunct="1"/>
            <a:r>
              <a:rPr lang="en-US" altLang="en-US"/>
              <a:t>GoF Definition: “The Singleton Pattern ensures a class has only </a:t>
            </a:r>
            <a:r>
              <a:rPr lang="en-US" altLang="en-US" i="1" u="sng"/>
              <a:t>one instance</a:t>
            </a:r>
            <a:r>
              <a:rPr lang="en-US" altLang="en-US"/>
              <a:t>, and provides a global point of access to it.”</a:t>
            </a:r>
          </a:p>
          <a:p>
            <a:pPr eaLnBrk="1" hangingPunct="1"/>
            <a:endParaRPr lang="en-US" altLang="en-US"/>
          </a:p>
          <a:p>
            <a:r>
              <a:rPr lang="en-US" altLang="en-US"/>
              <a:t>Best Uses</a:t>
            </a:r>
          </a:p>
          <a:p>
            <a:pPr lvl="1"/>
            <a:r>
              <a:rPr lang="en-US" altLang="en-US"/>
              <a:t>Logging</a:t>
            </a:r>
          </a:p>
          <a:p>
            <a:pPr lvl="1"/>
            <a:r>
              <a:rPr lang="en-US" altLang="en-US"/>
              <a:t>Caches</a:t>
            </a:r>
          </a:p>
          <a:p>
            <a:pPr lvl="1"/>
            <a:r>
              <a:rPr lang="en-US" altLang="en-US"/>
              <a:t>Registry Settings</a:t>
            </a:r>
          </a:p>
          <a:p>
            <a:pPr lvl="1"/>
            <a:r>
              <a:rPr lang="en-US" altLang="en-US"/>
              <a:t>Access External Resources </a:t>
            </a:r>
          </a:p>
          <a:p>
            <a:pPr lvl="2"/>
            <a:r>
              <a:rPr lang="en-US" altLang="en-US" sz="1600"/>
              <a:t>Printer</a:t>
            </a:r>
          </a:p>
          <a:p>
            <a:pPr lvl="2"/>
            <a:r>
              <a:rPr lang="en-US" altLang="en-US" sz="1600"/>
              <a:t>Device Driver</a:t>
            </a:r>
          </a:p>
          <a:p>
            <a:pPr lvl="2"/>
            <a:r>
              <a:rPr lang="en-US" altLang="en-US" sz="1600"/>
              <a:t>Database</a:t>
            </a:r>
          </a:p>
          <a:p>
            <a:pPr eaLnBrk="1" hangingPunct="1">
              <a:buFont typeface="Wingdings" pitchFamily="2" charset="2"/>
              <a:buNone/>
            </a:pPr>
            <a:endParaRPr lang="en-US" altLang="en-US"/>
          </a:p>
          <a:p>
            <a:pPr eaLnBrk="1" hangingPunct="1">
              <a:buFont typeface="Wingdings" pitchFamily="2" charset="2"/>
              <a:buNone/>
            </a:pPr>
            <a:endParaRPr lang="en-US" altLang="en-US"/>
          </a:p>
          <a:p>
            <a:pPr lvl="1" eaLnBrk="1" hangingPunct="1"/>
            <a:endParaRPr lang="en-US" altLang="en-US"/>
          </a:p>
        </p:txBody>
      </p:sp>
      <p:pic>
        <p:nvPicPr>
          <p:cNvPr id="44038" name="Picture 7" descr="highlander">
            <a:extLst>
              <a:ext uri="{FF2B5EF4-FFF2-40B4-BE49-F238E27FC236}">
                <a16:creationId xmlns:a16="http://schemas.microsoft.com/office/drawing/2014/main" id="{C3A406BA-FFEC-F4CE-9959-5038C500FA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331" r="16376"/>
          <a:stretch>
            <a:fillRect/>
          </a:stretch>
        </p:blipFill>
        <p:spPr bwMode="auto">
          <a:xfrm>
            <a:off x="4572000" y="2667000"/>
            <a:ext cx="3352800" cy="307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3">
            <a:extLst>
              <a:ext uri="{FF2B5EF4-FFF2-40B4-BE49-F238E27FC236}">
                <a16:creationId xmlns:a16="http://schemas.microsoft.com/office/drawing/2014/main" id="{3E6E7A54-18CF-9A2E-0C70-135DDF225492}"/>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C4B1DAE-0699-5F44-9051-83674DB1BA5B}" type="slidenum">
              <a:rPr lang="en-US" altLang="en-US" sz="1000">
                <a:latin typeface="Arial Black" panose="020B0604020202020204" pitchFamily="34" charset="0"/>
              </a:rPr>
              <a:pPr>
                <a:spcBef>
                  <a:spcPct val="0"/>
                </a:spcBef>
                <a:buClrTx/>
                <a:buSzTx/>
                <a:buFontTx/>
                <a:buNone/>
              </a:pPr>
              <a:t>5</a:t>
            </a:fld>
            <a:endParaRPr lang="en-US" altLang="en-US" sz="1000">
              <a:latin typeface="Arial Black" panose="020B0604020202020204" pitchFamily="34" charset="0"/>
            </a:endParaRPr>
          </a:p>
        </p:txBody>
      </p:sp>
      <p:sp>
        <p:nvSpPr>
          <p:cNvPr id="45058" name="Slide Number Placeholder 4">
            <a:extLst>
              <a:ext uri="{FF2B5EF4-FFF2-40B4-BE49-F238E27FC236}">
                <a16:creationId xmlns:a16="http://schemas.microsoft.com/office/drawing/2014/main" id="{9569AB86-078F-73D7-010E-7C20F3053A6D}"/>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lgn="r" eaLnBrk="1" hangingPunct="1">
              <a:spcBef>
                <a:spcPct val="0"/>
              </a:spcBef>
              <a:buClrTx/>
              <a:buSzTx/>
              <a:buFontTx/>
              <a:buNone/>
            </a:pPr>
            <a:fld id="{D052FB05-84A7-0144-AD90-6039AA2FF34F}" type="slidenum">
              <a:rPr lang="en-US" altLang="en-US" sz="1000">
                <a:latin typeface="Arial Black" panose="020B0604020202020204" pitchFamily="34" charset="0"/>
              </a:rPr>
              <a:pPr algn="r" eaLnBrk="1" hangingPunct="1">
                <a:spcBef>
                  <a:spcPct val="0"/>
                </a:spcBef>
                <a:buClrTx/>
                <a:buSzTx/>
                <a:buFontTx/>
                <a:buNone/>
              </a:pPr>
              <a:t>5</a:t>
            </a:fld>
            <a:endParaRPr lang="en-US" altLang="en-US" sz="1000">
              <a:latin typeface="Arial Black" panose="020B0604020202020204" pitchFamily="34" charset="0"/>
            </a:endParaRPr>
          </a:p>
        </p:txBody>
      </p:sp>
      <p:sp>
        <p:nvSpPr>
          <p:cNvPr id="45059" name="Date Placeholder 5">
            <a:extLst>
              <a:ext uri="{FF2B5EF4-FFF2-40B4-BE49-F238E27FC236}">
                <a16:creationId xmlns:a16="http://schemas.microsoft.com/office/drawing/2014/main" id="{31867E3C-833C-2A59-6DB9-4D74AB05FC2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0478860-8F28-BA44-9389-8F8F92D59477}" type="datetime1">
              <a:rPr lang="en-US" altLang="en-US" sz="1200" smtClean="0"/>
              <a:pPr>
                <a:spcBef>
                  <a:spcPct val="0"/>
                </a:spcBef>
                <a:buClrTx/>
                <a:buSzTx/>
                <a:buFontTx/>
                <a:buNone/>
              </a:pPr>
              <a:t>11/22/23</a:t>
            </a:fld>
            <a:endParaRPr lang="en-US" altLang="en-US" sz="1200"/>
          </a:p>
        </p:txBody>
      </p:sp>
      <p:sp>
        <p:nvSpPr>
          <p:cNvPr id="45060" name="Rectangle 2">
            <a:extLst>
              <a:ext uri="{FF2B5EF4-FFF2-40B4-BE49-F238E27FC236}">
                <a16:creationId xmlns:a16="http://schemas.microsoft.com/office/drawing/2014/main" id="{E127916C-6E62-D0B2-748C-2BE7404E68CF}"/>
              </a:ext>
            </a:extLst>
          </p:cNvPr>
          <p:cNvSpPr>
            <a:spLocks noGrp="1" noChangeArrowheads="1"/>
          </p:cNvSpPr>
          <p:nvPr>
            <p:ph type="title"/>
          </p:nvPr>
        </p:nvSpPr>
        <p:spPr/>
        <p:txBody>
          <a:bodyPr/>
          <a:lstStyle/>
          <a:p>
            <a:pPr eaLnBrk="1" hangingPunct="1"/>
            <a:r>
              <a:rPr lang="en-US" altLang="en-US"/>
              <a:t>Logger – as a Singleton</a:t>
            </a:r>
          </a:p>
        </p:txBody>
      </p:sp>
      <p:sp>
        <p:nvSpPr>
          <p:cNvPr id="45061" name="Rectangle 3">
            <a:extLst>
              <a:ext uri="{FF2B5EF4-FFF2-40B4-BE49-F238E27FC236}">
                <a16:creationId xmlns:a16="http://schemas.microsoft.com/office/drawing/2014/main" id="{B9063DAE-69B2-4CA6-1F2A-678575D2BAE3}"/>
              </a:ext>
            </a:extLst>
          </p:cNvPr>
          <p:cNvSpPr>
            <a:spLocks noGrp="1" noChangeArrowheads="1"/>
          </p:cNvSpPr>
          <p:nvPr>
            <p:ph type="body" idx="1"/>
          </p:nvPr>
        </p:nvSpPr>
        <p:spPr>
          <a:xfrm>
            <a:off x="457200" y="1143000"/>
            <a:ext cx="6934200" cy="5105400"/>
          </a:xfrm>
        </p:spPr>
        <p:txBody>
          <a:bodyPr/>
          <a:lstStyle/>
          <a:p>
            <a:pPr eaLnBrk="1" hangingPunct="1">
              <a:lnSpc>
                <a:spcPct val="80000"/>
              </a:lnSpc>
              <a:buFont typeface="Wingdings" pitchFamily="2" charset="2"/>
              <a:buNone/>
            </a:pPr>
            <a:endParaRPr lang="en-US" altLang="en-US" sz="1800">
              <a:latin typeface="Courier New" panose="02070309020205020404" pitchFamily="49" charset="0"/>
            </a:endParaRPr>
          </a:p>
          <a:p>
            <a:pPr eaLnBrk="1" hangingPunct="1">
              <a:lnSpc>
                <a:spcPct val="80000"/>
              </a:lnSpc>
              <a:buFont typeface="Wingdings" pitchFamily="2" charset="2"/>
              <a:buNone/>
            </a:pPr>
            <a:r>
              <a:rPr lang="en-US" altLang="en-US" sz="1800">
                <a:latin typeface="Courier New" panose="02070309020205020404" pitchFamily="49" charset="0"/>
              </a:rPr>
              <a:t>public class Logger</a:t>
            </a:r>
          </a:p>
          <a:p>
            <a:pPr eaLnBrk="1" hangingPunct="1">
              <a:lnSpc>
                <a:spcPct val="80000"/>
              </a:lnSpc>
              <a:buFont typeface="Wingdings" pitchFamily="2" charset="2"/>
              <a:buNone/>
            </a:pPr>
            <a:r>
              <a:rPr lang="en-US" altLang="en-US" sz="1800">
                <a:latin typeface="Courier New" panose="02070309020205020404" pitchFamily="49" charset="0"/>
              </a:rPr>
              <a:t>{</a:t>
            </a:r>
          </a:p>
          <a:p>
            <a:pPr eaLnBrk="1" hangingPunct="1">
              <a:lnSpc>
                <a:spcPct val="80000"/>
              </a:lnSpc>
              <a:buFont typeface="Wingdings" pitchFamily="2" charset="2"/>
              <a:buNone/>
            </a:pPr>
            <a:r>
              <a:rPr lang="en-US" altLang="en-US" sz="1800">
                <a:latin typeface="Courier New" panose="02070309020205020404" pitchFamily="49" charset="0"/>
              </a:rPr>
              <a:t>   </a:t>
            </a:r>
            <a:r>
              <a:rPr lang="en-US" altLang="en-US" sz="1800" b="1">
                <a:solidFill>
                  <a:srgbClr val="FF0000"/>
                </a:solidFill>
                <a:latin typeface="Courier New" panose="02070309020205020404" pitchFamily="49" charset="0"/>
              </a:rPr>
              <a:t>private</a:t>
            </a:r>
            <a:r>
              <a:rPr lang="en-US" altLang="en-US" sz="1800">
                <a:latin typeface="Courier New" panose="02070309020205020404" pitchFamily="49" charset="0"/>
              </a:rPr>
              <a:t> Logger{}</a:t>
            </a:r>
          </a:p>
          <a:p>
            <a:pPr eaLnBrk="1" hangingPunct="1">
              <a:lnSpc>
                <a:spcPct val="80000"/>
              </a:lnSpc>
              <a:buFont typeface="Wingdings" pitchFamily="2" charset="2"/>
              <a:buNone/>
            </a:pPr>
            <a:endParaRPr lang="en-US" altLang="en-US" sz="1800">
              <a:latin typeface="Courier New" panose="02070309020205020404" pitchFamily="49" charset="0"/>
            </a:endParaRPr>
          </a:p>
          <a:p>
            <a:pPr eaLnBrk="1" hangingPunct="1">
              <a:lnSpc>
                <a:spcPct val="80000"/>
              </a:lnSpc>
              <a:buFont typeface="Wingdings" pitchFamily="2" charset="2"/>
              <a:buNone/>
            </a:pPr>
            <a:r>
              <a:rPr lang="en-US" altLang="en-US" sz="1800">
                <a:latin typeface="Courier New" panose="02070309020205020404" pitchFamily="49" charset="0"/>
              </a:rPr>
              <a:t>	 private </a:t>
            </a:r>
            <a:r>
              <a:rPr lang="en-US" altLang="en-US" sz="1800" b="1">
                <a:solidFill>
                  <a:srgbClr val="FF0000"/>
                </a:solidFill>
                <a:latin typeface="Courier New" panose="02070309020205020404" pitchFamily="49" charset="0"/>
              </a:rPr>
              <a:t>static</a:t>
            </a:r>
            <a:r>
              <a:rPr lang="en-US" altLang="en-US" sz="1800">
                <a:latin typeface="Courier New" panose="02070309020205020404" pitchFamily="49" charset="0"/>
              </a:rPr>
              <a:t> Logger uniqueInstance;</a:t>
            </a:r>
          </a:p>
          <a:p>
            <a:pPr eaLnBrk="1" hangingPunct="1">
              <a:lnSpc>
                <a:spcPct val="80000"/>
              </a:lnSpc>
              <a:buFont typeface="Wingdings" pitchFamily="2" charset="2"/>
              <a:buNone/>
            </a:pPr>
            <a:endParaRPr lang="en-US" altLang="en-US" sz="1800">
              <a:latin typeface="Courier New" panose="02070309020205020404" pitchFamily="49" charset="0"/>
            </a:endParaRPr>
          </a:p>
          <a:p>
            <a:pPr eaLnBrk="1" hangingPunct="1">
              <a:lnSpc>
                <a:spcPct val="80000"/>
              </a:lnSpc>
              <a:buFont typeface="Wingdings" pitchFamily="2" charset="2"/>
              <a:buNone/>
            </a:pPr>
            <a:r>
              <a:rPr lang="en-US" altLang="en-US" sz="1800">
                <a:latin typeface="Courier New" panose="02070309020205020404" pitchFamily="49" charset="0"/>
              </a:rPr>
              <a:t>   public </a:t>
            </a:r>
            <a:r>
              <a:rPr lang="en-US" altLang="en-US" sz="1800" b="1">
                <a:solidFill>
                  <a:srgbClr val="FF0000"/>
                </a:solidFill>
                <a:latin typeface="Courier New" panose="02070309020205020404" pitchFamily="49" charset="0"/>
              </a:rPr>
              <a:t>static</a:t>
            </a:r>
            <a:r>
              <a:rPr lang="en-US" altLang="en-US" sz="1800">
                <a:latin typeface="Courier New" panose="02070309020205020404" pitchFamily="49" charset="0"/>
              </a:rPr>
              <a:t> Logger getInstance()</a:t>
            </a:r>
          </a:p>
          <a:p>
            <a:pPr eaLnBrk="1" hangingPunct="1">
              <a:lnSpc>
                <a:spcPct val="80000"/>
              </a:lnSpc>
              <a:buFont typeface="Wingdings" pitchFamily="2" charset="2"/>
              <a:buNone/>
            </a:pPr>
            <a:r>
              <a:rPr lang="en-US" altLang="en-US" sz="1800">
                <a:latin typeface="Courier New" panose="02070309020205020404" pitchFamily="49" charset="0"/>
              </a:rPr>
              <a:t>   {</a:t>
            </a:r>
          </a:p>
          <a:p>
            <a:pPr eaLnBrk="1" hangingPunct="1">
              <a:lnSpc>
                <a:spcPct val="80000"/>
              </a:lnSpc>
              <a:buFont typeface="Wingdings" pitchFamily="2" charset="2"/>
              <a:buNone/>
            </a:pPr>
            <a:endParaRPr lang="en-US" altLang="en-US" sz="1800">
              <a:latin typeface="Courier New" panose="02070309020205020404" pitchFamily="49" charset="0"/>
            </a:endParaRPr>
          </a:p>
          <a:p>
            <a:pPr eaLnBrk="1" hangingPunct="1">
              <a:lnSpc>
                <a:spcPct val="80000"/>
              </a:lnSpc>
              <a:buFont typeface="Wingdings" pitchFamily="2" charset="2"/>
              <a:buNone/>
            </a:pPr>
            <a:r>
              <a:rPr lang="en-US" altLang="en-US" sz="1800">
                <a:latin typeface="Courier New" panose="02070309020205020404" pitchFamily="49" charset="0"/>
              </a:rPr>
              <a:t>     if (uniqueInstance == null)</a:t>
            </a:r>
          </a:p>
          <a:p>
            <a:pPr eaLnBrk="1" hangingPunct="1">
              <a:lnSpc>
                <a:spcPct val="80000"/>
              </a:lnSpc>
              <a:buFont typeface="Wingdings" pitchFamily="2" charset="2"/>
              <a:buNone/>
            </a:pPr>
            <a:r>
              <a:rPr lang="en-US" altLang="en-US" sz="1800">
                <a:latin typeface="Courier New" panose="02070309020205020404" pitchFamily="49" charset="0"/>
              </a:rPr>
              <a:t>            uniqueInstance = new Logger();</a:t>
            </a:r>
          </a:p>
          <a:p>
            <a:pPr eaLnBrk="1" hangingPunct="1">
              <a:lnSpc>
                <a:spcPct val="80000"/>
              </a:lnSpc>
              <a:buFont typeface="Wingdings" pitchFamily="2" charset="2"/>
              <a:buNone/>
            </a:pPr>
            <a:endParaRPr lang="en-US" altLang="en-US" sz="1800">
              <a:latin typeface="Courier New" panose="02070309020205020404" pitchFamily="49" charset="0"/>
            </a:endParaRPr>
          </a:p>
          <a:p>
            <a:pPr eaLnBrk="1" hangingPunct="1">
              <a:lnSpc>
                <a:spcPct val="80000"/>
              </a:lnSpc>
              <a:buFont typeface="Wingdings" pitchFamily="2" charset="2"/>
              <a:buNone/>
            </a:pPr>
            <a:r>
              <a:rPr lang="en-US" altLang="en-US" sz="1800">
                <a:latin typeface="Courier New" panose="02070309020205020404" pitchFamily="49" charset="0"/>
              </a:rPr>
              <a:t>         return uniqueInstance;</a:t>
            </a:r>
          </a:p>
          <a:p>
            <a:pPr eaLnBrk="1" hangingPunct="1">
              <a:lnSpc>
                <a:spcPct val="80000"/>
              </a:lnSpc>
              <a:buFont typeface="Wingdings" pitchFamily="2" charset="2"/>
              <a:buNone/>
            </a:pPr>
            <a:endParaRPr lang="en-US" altLang="en-US" sz="1800">
              <a:latin typeface="Courier New" panose="02070309020205020404" pitchFamily="49" charset="0"/>
            </a:endParaRPr>
          </a:p>
          <a:p>
            <a:pPr eaLnBrk="1" hangingPunct="1">
              <a:lnSpc>
                <a:spcPct val="80000"/>
              </a:lnSpc>
              <a:buFont typeface="Wingdings" pitchFamily="2" charset="2"/>
              <a:buNone/>
            </a:pPr>
            <a:r>
              <a:rPr lang="en-US" altLang="en-US" sz="1800">
                <a:latin typeface="Courier New" panose="02070309020205020404" pitchFamily="49" charset="0"/>
              </a:rPr>
              <a:t>   }</a:t>
            </a:r>
          </a:p>
          <a:p>
            <a:pPr eaLnBrk="1" hangingPunct="1">
              <a:lnSpc>
                <a:spcPct val="80000"/>
              </a:lnSpc>
              <a:buFont typeface="Wingdings" pitchFamily="2" charset="2"/>
              <a:buNone/>
            </a:pPr>
            <a:r>
              <a:rPr lang="en-US" altLang="en-US" sz="1800">
                <a:latin typeface="Courier New" panose="02070309020205020404" pitchFamily="49" charset="0"/>
              </a:rPr>
              <a:t>}</a:t>
            </a:r>
          </a:p>
        </p:txBody>
      </p:sp>
      <p:cxnSp>
        <p:nvCxnSpPr>
          <p:cNvPr id="45062" name="Straight Arrow Connector 14">
            <a:extLst>
              <a:ext uri="{FF2B5EF4-FFF2-40B4-BE49-F238E27FC236}">
                <a16:creationId xmlns:a16="http://schemas.microsoft.com/office/drawing/2014/main" id="{7A85B9F0-0C87-3F62-AF15-19FF4144F959}"/>
              </a:ext>
            </a:extLst>
          </p:cNvPr>
          <p:cNvCxnSpPr>
            <a:cxnSpLocks noChangeShapeType="1"/>
          </p:cNvCxnSpPr>
          <p:nvPr/>
        </p:nvCxnSpPr>
        <p:spPr bwMode="auto">
          <a:xfrm rot="10800000">
            <a:off x="5334000" y="4572000"/>
            <a:ext cx="1295400" cy="10668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45063" name="TextBox 16">
            <a:extLst>
              <a:ext uri="{FF2B5EF4-FFF2-40B4-BE49-F238E27FC236}">
                <a16:creationId xmlns:a16="http://schemas.microsoft.com/office/drawing/2014/main" id="{E7D76102-AEC7-8E4B-A572-1ACCCABE62B2}"/>
              </a:ext>
            </a:extLst>
          </p:cNvPr>
          <p:cNvSpPr txBox="1">
            <a:spLocks noChangeArrowheads="1"/>
          </p:cNvSpPr>
          <p:nvPr/>
        </p:nvSpPr>
        <p:spPr bwMode="auto">
          <a:xfrm>
            <a:off x="6705600" y="5410200"/>
            <a:ext cx="20574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Note the parameterless constructor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3">
            <a:extLst>
              <a:ext uri="{FF2B5EF4-FFF2-40B4-BE49-F238E27FC236}">
                <a16:creationId xmlns:a16="http://schemas.microsoft.com/office/drawing/2014/main" id="{D6CC1CD8-D6BE-D6D7-85F6-0377A94722BB}"/>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D8118760-949A-7D4F-A571-DE5F29A103BE}" type="slidenum">
              <a:rPr lang="en-US" altLang="en-US" sz="1000">
                <a:latin typeface="Arial Black" panose="020B0604020202020204" pitchFamily="34" charset="0"/>
              </a:rPr>
              <a:pPr>
                <a:spcBef>
                  <a:spcPct val="0"/>
                </a:spcBef>
                <a:buClrTx/>
                <a:buSzTx/>
                <a:buFontTx/>
                <a:buNone/>
              </a:pPr>
              <a:t>6</a:t>
            </a:fld>
            <a:endParaRPr lang="en-US" altLang="en-US" sz="1000">
              <a:latin typeface="Arial Black" panose="020B0604020202020204" pitchFamily="34" charset="0"/>
            </a:endParaRPr>
          </a:p>
        </p:txBody>
      </p:sp>
      <p:sp>
        <p:nvSpPr>
          <p:cNvPr id="47106" name="Title 1">
            <a:extLst>
              <a:ext uri="{FF2B5EF4-FFF2-40B4-BE49-F238E27FC236}">
                <a16:creationId xmlns:a16="http://schemas.microsoft.com/office/drawing/2014/main" id="{751A9A19-671A-5B4C-1A7A-BE198A2B1BA1}"/>
              </a:ext>
            </a:extLst>
          </p:cNvPr>
          <p:cNvSpPr>
            <a:spLocks noGrp="1"/>
          </p:cNvSpPr>
          <p:nvPr>
            <p:ph type="title"/>
          </p:nvPr>
        </p:nvSpPr>
        <p:spPr/>
        <p:txBody>
          <a:bodyPr/>
          <a:lstStyle/>
          <a:p>
            <a:r>
              <a:rPr lang="en-US" altLang="en-US"/>
              <a:t>Lazy Instantiation</a:t>
            </a:r>
          </a:p>
        </p:txBody>
      </p:sp>
      <p:sp>
        <p:nvSpPr>
          <p:cNvPr id="47107" name="Content Placeholder 2">
            <a:extLst>
              <a:ext uri="{FF2B5EF4-FFF2-40B4-BE49-F238E27FC236}">
                <a16:creationId xmlns:a16="http://schemas.microsoft.com/office/drawing/2014/main" id="{42C62B7C-5A0E-4CD9-2482-AB675C9A4A03}"/>
              </a:ext>
            </a:extLst>
          </p:cNvPr>
          <p:cNvSpPr>
            <a:spLocks noGrp="1"/>
          </p:cNvSpPr>
          <p:nvPr>
            <p:ph idx="1"/>
          </p:nvPr>
        </p:nvSpPr>
        <p:spPr>
          <a:xfrm>
            <a:off x="533400" y="1219200"/>
            <a:ext cx="8229600" cy="2971800"/>
          </a:xfrm>
        </p:spPr>
        <p:txBody>
          <a:bodyPr/>
          <a:lstStyle/>
          <a:p>
            <a:r>
              <a:rPr lang="en-US" altLang="en-US"/>
              <a:t>Objects are only created when it is needed</a:t>
            </a:r>
          </a:p>
          <a:p>
            <a:endParaRPr lang="en-US" altLang="en-US"/>
          </a:p>
          <a:p>
            <a:r>
              <a:rPr lang="en-US" altLang="en-US"/>
              <a:t>Helps control that we’ve created the Singleton just once.</a:t>
            </a:r>
          </a:p>
          <a:p>
            <a:endParaRPr lang="en-US" altLang="en-US"/>
          </a:p>
          <a:p>
            <a:r>
              <a:rPr lang="en-US" altLang="en-US"/>
              <a:t>If it is resource intensive to set up, we want to do it once. </a:t>
            </a:r>
          </a:p>
          <a:p>
            <a:pPr lvl="1"/>
            <a:endParaRPr lang="en-US" altLang="en-US"/>
          </a:p>
          <a:p>
            <a:pPr>
              <a:buFont typeface="Wingdings" pitchFamily="2" charset="2"/>
              <a:buNone/>
            </a:pPr>
            <a:endParaRPr lang="en-US" altLang="en-US"/>
          </a:p>
          <a:p>
            <a:pPr>
              <a:buFont typeface="Wingdings" pitchFamily="2" charset="2"/>
              <a:buNone/>
            </a:pPr>
            <a:endParaRPr lang="en-US" altLang="en-US"/>
          </a:p>
        </p:txBody>
      </p:sp>
      <p:sp>
        <p:nvSpPr>
          <p:cNvPr id="47108" name="Slide Number Placeholder 3">
            <a:extLst>
              <a:ext uri="{FF2B5EF4-FFF2-40B4-BE49-F238E27FC236}">
                <a16:creationId xmlns:a16="http://schemas.microsoft.com/office/drawing/2014/main" id="{6CCBFF17-25A4-0D76-6E7C-00D19839BE9D}"/>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lgn="r" eaLnBrk="1" hangingPunct="1">
              <a:spcBef>
                <a:spcPct val="0"/>
              </a:spcBef>
              <a:buClrTx/>
              <a:buSzTx/>
              <a:buFontTx/>
              <a:buNone/>
            </a:pPr>
            <a:fld id="{1CB9EA4D-3F98-4344-888B-5BE11BADA559}" type="slidenum">
              <a:rPr lang="en-US" altLang="en-US" sz="1000">
                <a:latin typeface="Arial Black" panose="020B0604020202020204" pitchFamily="34" charset="0"/>
              </a:rPr>
              <a:pPr algn="r" eaLnBrk="1" hangingPunct="1">
                <a:spcBef>
                  <a:spcPct val="0"/>
                </a:spcBef>
                <a:buClrTx/>
                <a:buSzTx/>
                <a:buFontTx/>
                <a:buNone/>
              </a:pPr>
              <a:t>6</a:t>
            </a:fld>
            <a:endParaRPr lang="en-US" altLang="en-US" sz="1000">
              <a:latin typeface="Arial Black" panose="020B0604020202020204" pitchFamily="34" charset="0"/>
            </a:endParaRPr>
          </a:p>
        </p:txBody>
      </p:sp>
      <p:sp>
        <p:nvSpPr>
          <p:cNvPr id="47109" name="Date Placeholder 4">
            <a:extLst>
              <a:ext uri="{FF2B5EF4-FFF2-40B4-BE49-F238E27FC236}">
                <a16:creationId xmlns:a16="http://schemas.microsoft.com/office/drawing/2014/main" id="{9DE10721-7DF8-E1AA-1FB3-7447E542558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0AEF5A7-7045-4249-AF2F-9C2D1FBC506E}"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3">
            <a:extLst>
              <a:ext uri="{FF2B5EF4-FFF2-40B4-BE49-F238E27FC236}">
                <a16:creationId xmlns:a16="http://schemas.microsoft.com/office/drawing/2014/main" id="{3C574465-4A03-509B-A282-4F01FF863829}"/>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7905C26-AB8D-E441-AB83-D2B2C85DBEF7}" type="slidenum">
              <a:rPr lang="en-US" altLang="en-US" sz="1000">
                <a:latin typeface="Arial Black" panose="020B0604020202020204" pitchFamily="34" charset="0"/>
              </a:rPr>
              <a:pPr>
                <a:spcBef>
                  <a:spcPct val="0"/>
                </a:spcBef>
                <a:buClrTx/>
                <a:buSzTx/>
                <a:buFontTx/>
                <a:buNone/>
              </a:pPr>
              <a:t>7</a:t>
            </a:fld>
            <a:endParaRPr lang="en-US" altLang="en-US" sz="1000">
              <a:latin typeface="Arial Black" panose="020B0604020202020204" pitchFamily="34" charset="0"/>
            </a:endParaRPr>
          </a:p>
        </p:txBody>
      </p:sp>
      <p:sp>
        <p:nvSpPr>
          <p:cNvPr id="49154" name="Rectangle 2">
            <a:extLst>
              <a:ext uri="{FF2B5EF4-FFF2-40B4-BE49-F238E27FC236}">
                <a16:creationId xmlns:a16="http://schemas.microsoft.com/office/drawing/2014/main" id="{7BC8029F-380F-3B6E-B7A8-99E6225786C9}"/>
              </a:ext>
            </a:extLst>
          </p:cNvPr>
          <p:cNvSpPr>
            <a:spLocks noGrp="1" noChangeArrowheads="1"/>
          </p:cNvSpPr>
          <p:nvPr>
            <p:ph type="title"/>
          </p:nvPr>
        </p:nvSpPr>
        <p:spPr/>
        <p:txBody>
          <a:bodyPr/>
          <a:lstStyle/>
          <a:p>
            <a:r>
              <a:rPr lang="en-US" altLang="en-US"/>
              <a:t>Singleton vs. Static Variables</a:t>
            </a:r>
          </a:p>
        </p:txBody>
      </p:sp>
      <p:sp>
        <p:nvSpPr>
          <p:cNvPr id="49155" name="Rectangle 3">
            <a:extLst>
              <a:ext uri="{FF2B5EF4-FFF2-40B4-BE49-F238E27FC236}">
                <a16:creationId xmlns:a16="http://schemas.microsoft.com/office/drawing/2014/main" id="{5BFCFEFE-36BC-9380-2617-929A8B6B43E6}"/>
              </a:ext>
            </a:extLst>
          </p:cNvPr>
          <p:cNvSpPr>
            <a:spLocks noGrp="1" noChangeArrowheads="1"/>
          </p:cNvSpPr>
          <p:nvPr>
            <p:ph type="body" idx="1"/>
          </p:nvPr>
        </p:nvSpPr>
        <p:spPr/>
        <p:txBody>
          <a:bodyPr/>
          <a:lstStyle/>
          <a:p>
            <a:r>
              <a:rPr lang="en-US" altLang="en-US" sz="2000"/>
              <a:t>What if we had </a:t>
            </a:r>
            <a:r>
              <a:rPr lang="en-US" altLang="en-US" sz="2000" b="1" i="1">
                <a:solidFill>
                  <a:srgbClr val="FF0000"/>
                </a:solidFill>
              </a:rPr>
              <a:t>not</a:t>
            </a:r>
            <a:r>
              <a:rPr lang="en-US" altLang="en-US" sz="2000"/>
              <a:t> created a Singleton for the Logger class?? </a:t>
            </a:r>
          </a:p>
          <a:p>
            <a:endParaRPr lang="en-US" altLang="en-US" sz="2000"/>
          </a:p>
          <a:p>
            <a:r>
              <a:rPr lang="en-US" altLang="en-US" sz="2000"/>
              <a:t>Let’s pretend the Logger() constructor did a lot of setup.</a:t>
            </a:r>
          </a:p>
          <a:p>
            <a:pPr>
              <a:buFont typeface="Wingdings" pitchFamily="2" charset="2"/>
              <a:buNone/>
            </a:pPr>
            <a:r>
              <a:rPr lang="en-US" altLang="en-US" sz="2000"/>
              <a:t>In our main program file, we had this code:</a:t>
            </a:r>
          </a:p>
          <a:p>
            <a:pPr>
              <a:buFont typeface="Wingdings" pitchFamily="2" charset="2"/>
              <a:buNone/>
            </a:pPr>
            <a:endParaRPr lang="en-US" altLang="en-US" sz="2000"/>
          </a:p>
          <a:p>
            <a:pPr lvl="1">
              <a:buFont typeface="Wingdings" pitchFamily="2" charset="2"/>
              <a:buNone/>
            </a:pPr>
            <a:r>
              <a:rPr lang="en-US" altLang="en-US" sz="1600" noProof="1">
                <a:latin typeface="Courier New" panose="02070309020205020404" pitchFamily="49" charset="0"/>
              </a:rPr>
              <a:t>public static Logger MyGlobalLogger = new Logger();</a:t>
            </a:r>
            <a:endParaRPr lang="en-US" altLang="en-US" sz="1600">
              <a:latin typeface="Courier New" panose="02070309020205020404" pitchFamily="49" charset="0"/>
            </a:endParaRPr>
          </a:p>
          <a:p>
            <a:endParaRPr lang="en-US" altLang="en-US" sz="2000"/>
          </a:p>
          <a:p>
            <a:pPr>
              <a:buFont typeface="Wingdings" pitchFamily="2" charset="2"/>
              <a:buNone/>
            </a:pPr>
            <a:endParaRPr lang="en-US" altLang="en-US" sz="2000"/>
          </a:p>
          <a:p>
            <a:pPr>
              <a:buFont typeface="Wingdings" pitchFamily="2" charset="2"/>
              <a:buNone/>
            </a:pPr>
            <a:endParaRPr lang="en-US" altLang="en-US" sz="2000"/>
          </a:p>
          <a:p>
            <a:r>
              <a:rPr lang="en-US" altLang="en-US" sz="2000"/>
              <a:t>All of the Logger setup will occur regardless if we ever need to log or not.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3">
            <a:extLst>
              <a:ext uri="{FF2B5EF4-FFF2-40B4-BE49-F238E27FC236}">
                <a16:creationId xmlns:a16="http://schemas.microsoft.com/office/drawing/2014/main" id="{30034E4A-0F47-5868-9751-4263654A4013}"/>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E129149-D4A4-5C4F-B08F-976A919B9468}" type="slidenum">
              <a:rPr lang="en-US" altLang="en-US" sz="1000">
                <a:latin typeface="Arial Black" panose="020B0604020202020204" pitchFamily="34" charset="0"/>
              </a:rPr>
              <a:pPr>
                <a:spcBef>
                  <a:spcPct val="0"/>
                </a:spcBef>
                <a:buClrTx/>
                <a:buSzTx/>
                <a:buFontTx/>
                <a:buNone/>
              </a:pPr>
              <a:t>8</a:t>
            </a:fld>
            <a:endParaRPr lang="en-US" altLang="en-US" sz="1000">
              <a:latin typeface="Arial Black" panose="020B0604020202020204" pitchFamily="34" charset="0"/>
            </a:endParaRPr>
          </a:p>
        </p:txBody>
      </p:sp>
      <p:sp>
        <p:nvSpPr>
          <p:cNvPr id="50178" name="Title 1">
            <a:extLst>
              <a:ext uri="{FF2B5EF4-FFF2-40B4-BE49-F238E27FC236}">
                <a16:creationId xmlns:a16="http://schemas.microsoft.com/office/drawing/2014/main" id="{9ACD0F47-60D1-25FB-9C13-903C02AD33F1}"/>
              </a:ext>
            </a:extLst>
          </p:cNvPr>
          <p:cNvSpPr>
            <a:spLocks noGrp="1"/>
          </p:cNvSpPr>
          <p:nvPr>
            <p:ph type="title"/>
          </p:nvPr>
        </p:nvSpPr>
        <p:spPr/>
        <p:txBody>
          <a:bodyPr/>
          <a:lstStyle/>
          <a:p>
            <a:r>
              <a:rPr lang="en-US" altLang="en-US"/>
              <a:t>Threading</a:t>
            </a:r>
          </a:p>
        </p:txBody>
      </p:sp>
      <p:sp>
        <p:nvSpPr>
          <p:cNvPr id="50179" name="Content Placeholder 2">
            <a:extLst>
              <a:ext uri="{FF2B5EF4-FFF2-40B4-BE49-F238E27FC236}">
                <a16:creationId xmlns:a16="http://schemas.microsoft.com/office/drawing/2014/main" id="{E655EACC-5195-09AA-8F28-B64DA0C80B69}"/>
              </a:ext>
            </a:extLst>
          </p:cNvPr>
          <p:cNvSpPr>
            <a:spLocks noGrp="1"/>
          </p:cNvSpPr>
          <p:nvPr>
            <p:ph idx="1"/>
          </p:nvPr>
        </p:nvSpPr>
        <p:spPr>
          <a:xfrm>
            <a:off x="457200" y="1371600"/>
            <a:ext cx="6019800" cy="49530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public class Singleton</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a:p>
            <a:pPr>
              <a:buFont typeface="Wingdings" pitchFamily="2" charset="2"/>
              <a:buNone/>
            </a:pPr>
            <a:r>
              <a:rPr lang="en-US" altLang="en-US" sz="1600">
                <a:latin typeface="Courier New" panose="02070309020205020404" pitchFamily="49" charset="0"/>
                <a:cs typeface="Courier New" panose="02070309020205020404" pitchFamily="49" charset="0"/>
              </a:rPr>
              <a:t>   private Singleton()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private static Singleton uniqueInstance;</a:t>
            </a:r>
          </a:p>
          <a:p>
            <a:pPr>
              <a:buFont typeface="Wingdings" pitchFamily="2" charset="2"/>
              <a:buNone/>
            </a:pPr>
            <a:r>
              <a:rPr lang="en-US" altLang="en-US" sz="1600">
                <a:latin typeface="Courier New" panose="02070309020205020404" pitchFamily="49" charset="0"/>
                <a:cs typeface="Courier New" panose="02070309020205020404" pitchFamily="49" charset="0"/>
              </a:rPr>
              <a:t>   public static Singleton getInstance()</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if (uniqueInstance == null)</a:t>
            </a:r>
          </a:p>
          <a:p>
            <a:pPr>
              <a:buFont typeface="Wingdings" pitchFamily="2" charset="2"/>
              <a:buNone/>
            </a:pPr>
            <a:r>
              <a:rPr lang="en-US" altLang="en-US" sz="1600">
                <a:latin typeface="Courier New" panose="02070309020205020404" pitchFamily="49" charset="0"/>
                <a:cs typeface="Courier New" panose="02070309020205020404" pitchFamily="49" charset="0"/>
              </a:rPr>
              <a:t>            uniqueInstance = new Singleton();</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return uniqueInstance;</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p:txBody>
      </p:sp>
      <p:sp>
        <p:nvSpPr>
          <p:cNvPr id="50180" name="Slide Number Placeholder 3">
            <a:extLst>
              <a:ext uri="{FF2B5EF4-FFF2-40B4-BE49-F238E27FC236}">
                <a16:creationId xmlns:a16="http://schemas.microsoft.com/office/drawing/2014/main" id="{F7272DC3-5E48-2EC3-8C47-494EBFC47BFD}"/>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lgn="r" eaLnBrk="1" hangingPunct="1">
              <a:spcBef>
                <a:spcPct val="0"/>
              </a:spcBef>
              <a:buClrTx/>
              <a:buSzTx/>
              <a:buFontTx/>
              <a:buNone/>
            </a:pPr>
            <a:fld id="{2407D964-0128-D145-900F-39E34DB8CBEC}" type="slidenum">
              <a:rPr lang="en-US" altLang="en-US" sz="1000">
                <a:latin typeface="Arial Black" panose="020B0604020202020204" pitchFamily="34" charset="0"/>
              </a:rPr>
              <a:pPr algn="r" eaLnBrk="1" hangingPunct="1">
                <a:spcBef>
                  <a:spcPct val="0"/>
                </a:spcBef>
                <a:buClrTx/>
                <a:buSzTx/>
                <a:buFontTx/>
                <a:buNone/>
              </a:pPr>
              <a:t>8</a:t>
            </a:fld>
            <a:endParaRPr lang="en-US" altLang="en-US" sz="1000">
              <a:latin typeface="Arial Black" panose="020B0604020202020204" pitchFamily="34" charset="0"/>
            </a:endParaRPr>
          </a:p>
        </p:txBody>
      </p:sp>
      <p:sp>
        <p:nvSpPr>
          <p:cNvPr id="50181" name="Date Placeholder 4">
            <a:extLst>
              <a:ext uri="{FF2B5EF4-FFF2-40B4-BE49-F238E27FC236}">
                <a16:creationId xmlns:a16="http://schemas.microsoft.com/office/drawing/2014/main" id="{A264AC84-7064-006F-BA9B-4ACB6C90A1DF}"/>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09737C5-F522-DE46-B9DB-C4EBE95E4911}" type="datetime1">
              <a:rPr lang="en-US" altLang="en-US" sz="1200" smtClean="0"/>
              <a:pPr>
                <a:spcBef>
                  <a:spcPct val="0"/>
                </a:spcBef>
                <a:buClrTx/>
                <a:buSzTx/>
                <a:buFontTx/>
                <a:buNone/>
              </a:pPr>
              <a:t>11/22/23</a:t>
            </a:fld>
            <a:endParaRPr lang="en-US" altLang="en-US" sz="1200"/>
          </a:p>
        </p:txBody>
      </p:sp>
      <p:cxnSp>
        <p:nvCxnSpPr>
          <p:cNvPr id="50182" name="Straight Arrow Connector 6">
            <a:extLst>
              <a:ext uri="{FF2B5EF4-FFF2-40B4-BE49-F238E27FC236}">
                <a16:creationId xmlns:a16="http://schemas.microsoft.com/office/drawing/2014/main" id="{21B390C0-9C57-652F-4B5B-3A497B48B8CA}"/>
              </a:ext>
            </a:extLst>
          </p:cNvPr>
          <p:cNvCxnSpPr>
            <a:cxnSpLocks noChangeShapeType="1"/>
          </p:cNvCxnSpPr>
          <p:nvPr/>
        </p:nvCxnSpPr>
        <p:spPr bwMode="auto">
          <a:xfrm flipH="1">
            <a:off x="4800600" y="2133600"/>
            <a:ext cx="2286000" cy="2095500"/>
          </a:xfrm>
          <a:prstGeom prst="straightConnector1">
            <a:avLst/>
          </a:prstGeom>
          <a:noFill/>
          <a:ln w="15875">
            <a:solidFill>
              <a:schemeClr val="tx1"/>
            </a:solidFill>
            <a:round/>
            <a:headEnd/>
            <a:tailEnd type="arrow" w="med" len="med"/>
          </a:ln>
          <a:extLst>
            <a:ext uri="{909E8E84-426E-40DD-AFC4-6F175D3DCCD1}">
              <a14:hiddenFill xmlns:a14="http://schemas.microsoft.com/office/drawing/2010/main">
                <a:noFill/>
              </a14:hiddenFill>
            </a:ext>
          </a:extLst>
        </p:spPr>
      </p:cxnSp>
      <p:sp>
        <p:nvSpPr>
          <p:cNvPr id="50183" name="TextBox 8">
            <a:extLst>
              <a:ext uri="{FF2B5EF4-FFF2-40B4-BE49-F238E27FC236}">
                <a16:creationId xmlns:a16="http://schemas.microsoft.com/office/drawing/2014/main" id="{D7B5B4F2-07D2-937F-3567-D51C361A130B}"/>
              </a:ext>
            </a:extLst>
          </p:cNvPr>
          <p:cNvSpPr txBox="1">
            <a:spLocks noChangeArrowheads="1"/>
          </p:cNvSpPr>
          <p:nvPr/>
        </p:nvSpPr>
        <p:spPr bwMode="auto">
          <a:xfrm>
            <a:off x="5410200" y="1247775"/>
            <a:ext cx="31242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What would happen if two different threads accessed this line at the same time?</a:t>
            </a:r>
          </a:p>
          <a:p>
            <a:pPr>
              <a:spcBef>
                <a:spcPct val="0"/>
              </a:spcBef>
              <a:buClrTx/>
              <a:buSzTx/>
              <a:buFontTx/>
              <a:buNone/>
            </a:pPr>
            <a:endParaRPr lang="en-US" altLang="en-US"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3">
            <a:extLst>
              <a:ext uri="{FF2B5EF4-FFF2-40B4-BE49-F238E27FC236}">
                <a16:creationId xmlns:a16="http://schemas.microsoft.com/office/drawing/2014/main" id="{ABFA536C-5465-ED48-36AB-D1BAEB6AF2A0}"/>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7F69A3B-0D15-4B44-BAFF-C8C7B8A3C91B}" type="slidenum">
              <a:rPr lang="en-US" altLang="en-US" sz="1000">
                <a:latin typeface="Arial Black" panose="020B0604020202020204" pitchFamily="34" charset="0"/>
              </a:rPr>
              <a:pPr>
                <a:spcBef>
                  <a:spcPct val="0"/>
                </a:spcBef>
                <a:buClrTx/>
                <a:buSzTx/>
                <a:buFontTx/>
                <a:buNone/>
              </a:pPr>
              <a:t>9</a:t>
            </a:fld>
            <a:endParaRPr lang="en-US" altLang="en-US" sz="1000">
              <a:latin typeface="Arial Black" panose="020B0604020202020204" pitchFamily="34" charset="0"/>
            </a:endParaRPr>
          </a:p>
        </p:txBody>
      </p:sp>
      <p:sp>
        <p:nvSpPr>
          <p:cNvPr id="52226" name="Rectangle 2">
            <a:extLst>
              <a:ext uri="{FF2B5EF4-FFF2-40B4-BE49-F238E27FC236}">
                <a16:creationId xmlns:a16="http://schemas.microsoft.com/office/drawing/2014/main" id="{CFE5B730-EC02-C25B-6733-BC30F276522B}"/>
              </a:ext>
            </a:extLst>
          </p:cNvPr>
          <p:cNvSpPr>
            <a:spLocks noGrp="1" noChangeArrowheads="1"/>
          </p:cNvSpPr>
          <p:nvPr>
            <p:ph type="title"/>
          </p:nvPr>
        </p:nvSpPr>
        <p:spPr/>
        <p:txBody>
          <a:bodyPr/>
          <a:lstStyle/>
          <a:p>
            <a:r>
              <a:rPr lang="en-US" altLang="en-US"/>
              <a:t>Option #1: Simple Locking</a:t>
            </a:r>
          </a:p>
        </p:txBody>
      </p:sp>
      <p:sp>
        <p:nvSpPr>
          <p:cNvPr id="52227" name="Rectangle 3">
            <a:extLst>
              <a:ext uri="{FF2B5EF4-FFF2-40B4-BE49-F238E27FC236}">
                <a16:creationId xmlns:a16="http://schemas.microsoft.com/office/drawing/2014/main" id="{28A20081-9395-99C4-9414-7BE70777A557}"/>
              </a:ext>
            </a:extLst>
          </p:cNvPr>
          <p:cNvSpPr>
            <a:spLocks noGrp="1" noChangeArrowheads="1"/>
          </p:cNvSpPr>
          <p:nvPr>
            <p:ph type="body" idx="1"/>
          </p:nvPr>
        </p:nvSpPr>
        <p:spPr/>
        <p:txBody>
          <a:bodyPr/>
          <a:lstStyle/>
          <a:p>
            <a:pPr>
              <a:lnSpc>
                <a:spcPct val="90000"/>
              </a:lnSpc>
              <a:buFont typeface="Wingdings" pitchFamily="2" charset="2"/>
              <a:buNone/>
            </a:pPr>
            <a:r>
              <a:rPr lang="en-US" altLang="en-US" sz="1600">
                <a:latin typeface="Courier New" panose="02070309020205020404" pitchFamily="49" charset="0"/>
              </a:rPr>
              <a:t>public class Singleton</a:t>
            </a:r>
          </a:p>
          <a:p>
            <a:pPr>
              <a:lnSpc>
                <a:spcPct val="90000"/>
              </a:lnSpc>
              <a:buFont typeface="Wingdings" pitchFamily="2" charset="2"/>
              <a:buNone/>
            </a:pPr>
            <a:r>
              <a:rPr lang="en-US" altLang="en-US" sz="1600">
                <a:latin typeface="Courier New" panose="02070309020205020404" pitchFamily="49" charset="0"/>
              </a:rPr>
              <a:t>{</a:t>
            </a:r>
          </a:p>
          <a:p>
            <a:pPr>
              <a:lnSpc>
                <a:spcPct val="90000"/>
              </a:lnSpc>
              <a:buFont typeface="Wingdings" pitchFamily="2" charset="2"/>
              <a:buNone/>
            </a:pPr>
            <a:r>
              <a:rPr lang="en-US" altLang="en-US" sz="1600">
                <a:latin typeface="Courier New" panose="02070309020205020404" pitchFamily="49" charset="0"/>
              </a:rPr>
              <a:t>   private Singleton() {}</a:t>
            </a:r>
          </a:p>
          <a:p>
            <a:pPr>
              <a:lnSpc>
                <a:spcPct val="90000"/>
              </a:lnSpc>
              <a:buFont typeface="Wingdings" pitchFamily="2" charset="2"/>
              <a:buNone/>
            </a:pPr>
            <a:endParaRPr lang="en-US" altLang="en-US" sz="1600">
              <a:latin typeface="Courier New" panose="02070309020205020404" pitchFamily="49" charset="0"/>
            </a:endParaRPr>
          </a:p>
          <a:p>
            <a:pPr>
              <a:lnSpc>
                <a:spcPct val="90000"/>
              </a:lnSpc>
              <a:buFont typeface="Wingdings" pitchFamily="2" charset="2"/>
              <a:buNone/>
            </a:pPr>
            <a:r>
              <a:rPr lang="en-US" altLang="en-US" sz="1600">
                <a:latin typeface="Courier New" panose="02070309020205020404" pitchFamily="49" charset="0"/>
              </a:rPr>
              <a:t>   private static Singleton uniqueInstance;</a:t>
            </a:r>
          </a:p>
          <a:p>
            <a:pPr>
              <a:lnSpc>
                <a:spcPct val="90000"/>
              </a:lnSpc>
              <a:buFont typeface="Wingdings" pitchFamily="2" charset="2"/>
              <a:buNone/>
            </a:pPr>
            <a:endParaRPr lang="en-US" altLang="en-US" sz="1600">
              <a:latin typeface="Courier New" panose="02070309020205020404" pitchFamily="49" charset="0"/>
            </a:endParaRPr>
          </a:p>
          <a:p>
            <a:pPr>
              <a:lnSpc>
                <a:spcPct val="90000"/>
              </a:lnSpc>
              <a:buFont typeface="Wingdings" pitchFamily="2" charset="2"/>
              <a:buNone/>
            </a:pPr>
            <a:r>
              <a:rPr lang="en-US" altLang="en-US" sz="1600">
                <a:latin typeface="Courier New" panose="02070309020205020404" pitchFamily="49" charset="0"/>
              </a:rPr>
              <a:t>   public static Singleton getInstance()</a:t>
            </a:r>
          </a:p>
          <a:p>
            <a:pPr>
              <a:lnSpc>
                <a:spcPct val="90000"/>
              </a:lnSpc>
              <a:buFont typeface="Wingdings" pitchFamily="2" charset="2"/>
              <a:buNone/>
            </a:pPr>
            <a:r>
              <a:rPr lang="en-US" altLang="en-US" sz="1600">
                <a:latin typeface="Courier New" panose="02070309020205020404" pitchFamily="49" charset="0"/>
              </a:rPr>
              <a:t>   {</a:t>
            </a:r>
          </a:p>
          <a:p>
            <a:pPr>
              <a:lnSpc>
                <a:spcPct val="90000"/>
              </a:lnSpc>
              <a:buFont typeface="Wingdings" pitchFamily="2" charset="2"/>
              <a:buNone/>
            </a:pPr>
            <a:r>
              <a:rPr lang="en-US" altLang="en-US" sz="1600" b="1">
                <a:solidFill>
                  <a:srgbClr val="FF0000"/>
                </a:solidFill>
                <a:latin typeface="Courier New" panose="02070309020205020404" pitchFamily="49" charset="0"/>
              </a:rPr>
              <a:t>        synchronized(Singleton.class) {</a:t>
            </a:r>
          </a:p>
          <a:p>
            <a:pPr>
              <a:lnSpc>
                <a:spcPct val="90000"/>
              </a:lnSpc>
              <a:buFont typeface="Wingdings" pitchFamily="2" charset="2"/>
              <a:buNone/>
            </a:pPr>
            <a:r>
              <a:rPr lang="en-US" altLang="en-US" sz="1600">
                <a:latin typeface="Courier New" panose="02070309020205020404" pitchFamily="49" charset="0"/>
              </a:rPr>
              <a:t>            if (uniqueInstance == null)</a:t>
            </a:r>
          </a:p>
          <a:p>
            <a:pPr>
              <a:lnSpc>
                <a:spcPct val="90000"/>
              </a:lnSpc>
              <a:buFont typeface="Wingdings" pitchFamily="2" charset="2"/>
              <a:buNone/>
            </a:pPr>
            <a:r>
              <a:rPr lang="en-US" altLang="en-US" sz="1600">
                <a:latin typeface="Courier New" panose="02070309020205020404" pitchFamily="49" charset="0"/>
              </a:rPr>
              <a:t>                   uniqueInstance = new Singleton();</a:t>
            </a:r>
          </a:p>
          <a:p>
            <a:pPr>
              <a:lnSpc>
                <a:spcPct val="90000"/>
              </a:lnSpc>
              <a:buFont typeface="Wingdings" pitchFamily="2" charset="2"/>
              <a:buNone/>
            </a:pPr>
            <a:r>
              <a:rPr lang="en-US" altLang="en-US" sz="1600">
                <a:latin typeface="Courier New" panose="02070309020205020404" pitchFamily="49" charset="0"/>
              </a:rPr>
              <a:t>         </a:t>
            </a:r>
            <a:r>
              <a:rPr lang="en-US" altLang="en-US" sz="1600" b="1">
                <a:solidFill>
                  <a:srgbClr val="FF0000"/>
                </a:solidFill>
                <a:latin typeface="Courier New" panose="02070309020205020404" pitchFamily="49" charset="0"/>
              </a:rPr>
              <a:t>}</a:t>
            </a:r>
          </a:p>
          <a:p>
            <a:pPr>
              <a:lnSpc>
                <a:spcPct val="90000"/>
              </a:lnSpc>
              <a:buFont typeface="Wingdings" pitchFamily="2" charset="2"/>
              <a:buNone/>
            </a:pPr>
            <a:endParaRPr lang="en-US" altLang="en-US" sz="1600">
              <a:latin typeface="Courier New" panose="02070309020205020404" pitchFamily="49" charset="0"/>
            </a:endParaRPr>
          </a:p>
          <a:p>
            <a:pPr>
              <a:lnSpc>
                <a:spcPct val="90000"/>
              </a:lnSpc>
              <a:buFont typeface="Wingdings" pitchFamily="2" charset="2"/>
              <a:buNone/>
            </a:pPr>
            <a:r>
              <a:rPr lang="en-US" altLang="en-US" sz="1600">
                <a:latin typeface="Courier New" panose="02070309020205020404" pitchFamily="49" charset="0"/>
              </a:rPr>
              <a:t>         return uniqueInstance;</a:t>
            </a:r>
          </a:p>
          <a:p>
            <a:pPr>
              <a:lnSpc>
                <a:spcPct val="90000"/>
              </a:lnSpc>
              <a:buFont typeface="Wingdings" pitchFamily="2" charset="2"/>
              <a:buNone/>
            </a:pPr>
            <a:r>
              <a:rPr lang="en-US" altLang="en-US" sz="1600">
                <a:latin typeface="Courier New" panose="02070309020205020404" pitchFamily="49" charset="0"/>
              </a:rPr>
              <a:t>   }</a:t>
            </a:r>
          </a:p>
          <a:p>
            <a:pPr>
              <a:lnSpc>
                <a:spcPct val="90000"/>
              </a:lnSpc>
              <a:buFont typeface="Wingdings" pitchFamily="2" charset="2"/>
              <a:buNone/>
            </a:pPr>
            <a:r>
              <a:rPr lang="en-US" altLang="en-US" sz="1600">
                <a:latin typeface="Courier New" panose="02070309020205020404" pitchFamily="49" charset="0"/>
              </a:rPr>
              <a:t>}</a:t>
            </a:r>
          </a:p>
          <a:p>
            <a:pPr>
              <a:lnSpc>
                <a:spcPct val="90000"/>
              </a:lnSpc>
              <a:buFont typeface="Wingdings" pitchFamily="2" charset="2"/>
              <a:buNone/>
            </a:pPr>
            <a:endParaRPr lang="en-US" altLang="en-US" sz="1600">
              <a:latin typeface="Courier New" panose="02070309020205020404" pitchFamily="49" charset="0"/>
            </a:endParaRPr>
          </a:p>
        </p:txBody>
      </p:sp>
      <p:sp>
        <p:nvSpPr>
          <p:cNvPr id="52228" name="TextBox 8">
            <a:extLst>
              <a:ext uri="{FF2B5EF4-FFF2-40B4-BE49-F238E27FC236}">
                <a16:creationId xmlns:a16="http://schemas.microsoft.com/office/drawing/2014/main" id="{937EE8A6-51DD-BB7A-2281-4018B9F5D266}"/>
              </a:ext>
            </a:extLst>
          </p:cNvPr>
          <p:cNvSpPr txBox="1">
            <a:spLocks noChangeArrowheads="1"/>
          </p:cNvSpPr>
          <p:nvPr/>
        </p:nvSpPr>
        <p:spPr bwMode="auto">
          <a:xfrm>
            <a:off x="5410200" y="4572000"/>
            <a:ext cx="3352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endParaRPr lang="en-US" altLang="en-US"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3">
            <a:extLst>
              <a:ext uri="{FF2B5EF4-FFF2-40B4-BE49-F238E27FC236}">
                <a16:creationId xmlns:a16="http://schemas.microsoft.com/office/drawing/2014/main" id="{465A1F30-AAA0-8A66-34F4-8AE13DB77D2A}"/>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90CFCD2-0E3D-7547-86E9-E2527B266308}" type="slidenum">
              <a:rPr lang="en-US" altLang="en-US" sz="1000">
                <a:latin typeface="Arial Black" panose="020B0604020202020204" pitchFamily="34" charset="0"/>
              </a:rPr>
              <a:pPr>
                <a:spcBef>
                  <a:spcPct val="0"/>
                </a:spcBef>
                <a:buClrTx/>
                <a:buSzTx/>
                <a:buFontTx/>
                <a:buNone/>
              </a:pPr>
              <a:t>10</a:t>
            </a:fld>
            <a:endParaRPr lang="en-US" altLang="en-US" sz="1000">
              <a:latin typeface="Arial Black" panose="020B0604020202020204" pitchFamily="34" charset="0"/>
            </a:endParaRPr>
          </a:p>
        </p:txBody>
      </p:sp>
      <p:sp>
        <p:nvSpPr>
          <p:cNvPr id="54274" name="Rectangle 2">
            <a:extLst>
              <a:ext uri="{FF2B5EF4-FFF2-40B4-BE49-F238E27FC236}">
                <a16:creationId xmlns:a16="http://schemas.microsoft.com/office/drawing/2014/main" id="{7BABCDF7-5FC4-890B-F642-C6F22B555A30}"/>
              </a:ext>
            </a:extLst>
          </p:cNvPr>
          <p:cNvSpPr>
            <a:spLocks noGrp="1" noChangeArrowheads="1"/>
          </p:cNvSpPr>
          <p:nvPr>
            <p:ph type="title"/>
          </p:nvPr>
        </p:nvSpPr>
        <p:spPr/>
        <p:txBody>
          <a:bodyPr/>
          <a:lstStyle/>
          <a:p>
            <a:r>
              <a:rPr lang="en-US" altLang="en-US"/>
              <a:t>Option #2 – Double-Checked Locking</a:t>
            </a:r>
          </a:p>
        </p:txBody>
      </p:sp>
      <p:sp>
        <p:nvSpPr>
          <p:cNvPr id="54275" name="Rectangle 3">
            <a:extLst>
              <a:ext uri="{FF2B5EF4-FFF2-40B4-BE49-F238E27FC236}">
                <a16:creationId xmlns:a16="http://schemas.microsoft.com/office/drawing/2014/main" id="{D214F562-A035-9EF4-B620-0981F3080512}"/>
              </a:ext>
            </a:extLst>
          </p:cNvPr>
          <p:cNvSpPr>
            <a:spLocks noGrp="1" noChangeArrowheads="1"/>
          </p:cNvSpPr>
          <p:nvPr>
            <p:ph type="body" idx="1"/>
          </p:nvPr>
        </p:nvSpPr>
        <p:spPr/>
        <p:txBody>
          <a:bodyPr/>
          <a:lstStyle/>
          <a:p>
            <a:pPr>
              <a:lnSpc>
                <a:spcPct val="90000"/>
              </a:lnSpc>
              <a:buFont typeface="Wingdings" pitchFamily="2" charset="2"/>
              <a:buNone/>
            </a:pPr>
            <a:r>
              <a:rPr lang="en-US" altLang="en-US" sz="1400">
                <a:latin typeface="Courier New" panose="02070309020205020404" pitchFamily="49" charset="0"/>
              </a:rPr>
              <a:t>public class Singleton</a:t>
            </a:r>
          </a:p>
          <a:p>
            <a:pPr>
              <a:lnSpc>
                <a:spcPct val="90000"/>
              </a:lnSpc>
              <a:buFont typeface="Wingdings" pitchFamily="2" charset="2"/>
              <a:buNone/>
            </a:pPr>
            <a:r>
              <a:rPr lang="en-US" altLang="en-US" sz="1400">
                <a:latin typeface="Courier New" panose="02070309020205020404" pitchFamily="49" charset="0"/>
              </a:rPr>
              <a:t>{</a:t>
            </a:r>
          </a:p>
          <a:p>
            <a:pPr>
              <a:lnSpc>
                <a:spcPct val="90000"/>
              </a:lnSpc>
              <a:buFont typeface="Wingdings" pitchFamily="2" charset="2"/>
              <a:buNone/>
            </a:pPr>
            <a:r>
              <a:rPr lang="en-US" altLang="en-US" sz="1400">
                <a:latin typeface="Courier New" panose="02070309020205020404" pitchFamily="49" charset="0"/>
              </a:rPr>
              <a:t>   private Singleton() {}</a:t>
            </a:r>
          </a:p>
          <a:p>
            <a:pPr>
              <a:lnSpc>
                <a:spcPct val="90000"/>
              </a:lnSpc>
              <a:buFont typeface="Wingdings" pitchFamily="2" charset="2"/>
              <a:buNone/>
            </a:pPr>
            <a:endParaRPr lang="en-US" altLang="en-US" sz="1400">
              <a:latin typeface="Courier New" panose="02070309020205020404" pitchFamily="49" charset="0"/>
            </a:endParaRPr>
          </a:p>
          <a:p>
            <a:pPr>
              <a:lnSpc>
                <a:spcPct val="90000"/>
              </a:lnSpc>
              <a:buFont typeface="Wingdings" pitchFamily="2" charset="2"/>
              <a:buNone/>
            </a:pPr>
            <a:r>
              <a:rPr lang="en-US" altLang="en-US" sz="1400">
                <a:latin typeface="Courier New" panose="02070309020205020404" pitchFamily="49" charset="0"/>
              </a:rPr>
              <a:t>   private </a:t>
            </a:r>
            <a:r>
              <a:rPr lang="en-US" altLang="en-US" sz="1400" b="1">
                <a:solidFill>
                  <a:srgbClr val="FF0000"/>
                </a:solidFill>
                <a:latin typeface="Courier New" panose="02070309020205020404" pitchFamily="49" charset="0"/>
              </a:rPr>
              <a:t>volatile</a:t>
            </a:r>
            <a:r>
              <a:rPr lang="en-US" altLang="en-US" sz="1400">
                <a:latin typeface="Courier New" panose="02070309020205020404" pitchFamily="49" charset="0"/>
              </a:rPr>
              <a:t> static Singleton uniqueInstance;</a:t>
            </a:r>
          </a:p>
          <a:p>
            <a:pPr>
              <a:lnSpc>
                <a:spcPct val="90000"/>
              </a:lnSpc>
              <a:buFont typeface="Wingdings" pitchFamily="2" charset="2"/>
              <a:buNone/>
            </a:pPr>
            <a:endParaRPr lang="en-US" altLang="en-US" sz="1400">
              <a:latin typeface="Courier New" panose="02070309020205020404" pitchFamily="49" charset="0"/>
            </a:endParaRPr>
          </a:p>
          <a:p>
            <a:pPr>
              <a:lnSpc>
                <a:spcPct val="90000"/>
              </a:lnSpc>
              <a:buFont typeface="Wingdings" pitchFamily="2" charset="2"/>
              <a:buNone/>
            </a:pPr>
            <a:r>
              <a:rPr lang="en-US" altLang="en-US" sz="1400">
                <a:latin typeface="Courier New" panose="02070309020205020404" pitchFamily="49" charset="0"/>
              </a:rPr>
              <a:t>   public static Singleton getInstance()</a:t>
            </a:r>
          </a:p>
          <a:p>
            <a:pPr>
              <a:lnSpc>
                <a:spcPct val="90000"/>
              </a:lnSpc>
              <a:buFont typeface="Wingdings" pitchFamily="2" charset="2"/>
              <a:buNone/>
            </a:pPr>
            <a:r>
              <a:rPr lang="en-US" altLang="en-US" sz="1400">
                <a:latin typeface="Courier New" panose="02070309020205020404" pitchFamily="49" charset="0"/>
              </a:rPr>
              <a:t>   {</a:t>
            </a:r>
          </a:p>
          <a:p>
            <a:pPr>
              <a:lnSpc>
                <a:spcPct val="90000"/>
              </a:lnSpc>
              <a:buFont typeface="Wingdings" pitchFamily="2" charset="2"/>
              <a:buNone/>
            </a:pPr>
            <a:r>
              <a:rPr lang="en-US" altLang="en-US" sz="1400" b="1">
                <a:solidFill>
                  <a:srgbClr val="FF0000"/>
                </a:solidFill>
                <a:latin typeface="Courier New" panose="02070309020205020404" pitchFamily="49" charset="0"/>
              </a:rPr>
              <a:t>        if (uniqueInstance == null) {</a:t>
            </a:r>
          </a:p>
          <a:p>
            <a:pPr lvl="1">
              <a:lnSpc>
                <a:spcPct val="90000"/>
              </a:lnSpc>
              <a:buFont typeface="Wingdings" pitchFamily="2" charset="2"/>
              <a:buNone/>
            </a:pPr>
            <a:r>
              <a:rPr lang="en-US" altLang="en-US" sz="1200">
                <a:latin typeface="Courier New" panose="02070309020205020404" pitchFamily="49" charset="0"/>
              </a:rPr>
              <a:t>        synchronized(Singleton.class) {</a:t>
            </a:r>
          </a:p>
          <a:p>
            <a:pPr lvl="1">
              <a:lnSpc>
                <a:spcPct val="90000"/>
              </a:lnSpc>
              <a:buFont typeface="Wingdings" pitchFamily="2" charset="2"/>
              <a:buNone/>
            </a:pPr>
            <a:r>
              <a:rPr lang="en-US" altLang="en-US" sz="1200">
                <a:latin typeface="Courier New" panose="02070309020205020404" pitchFamily="49" charset="0"/>
              </a:rPr>
              <a:t>            if (uniqueInstance == null)</a:t>
            </a:r>
          </a:p>
          <a:p>
            <a:pPr lvl="1">
              <a:lnSpc>
                <a:spcPct val="90000"/>
              </a:lnSpc>
              <a:buFont typeface="Wingdings" pitchFamily="2" charset="2"/>
              <a:buNone/>
            </a:pPr>
            <a:r>
              <a:rPr lang="en-US" altLang="en-US" sz="1200">
                <a:latin typeface="Courier New" panose="02070309020205020404" pitchFamily="49" charset="0"/>
              </a:rPr>
              <a:t>                   uniqueInstance = new Singleton();</a:t>
            </a:r>
          </a:p>
          <a:p>
            <a:pPr lvl="1">
              <a:lnSpc>
                <a:spcPct val="90000"/>
              </a:lnSpc>
              <a:buFont typeface="Wingdings" pitchFamily="2" charset="2"/>
              <a:buNone/>
            </a:pPr>
            <a:r>
              <a:rPr lang="en-US" altLang="en-US" sz="1200">
                <a:latin typeface="Courier New" panose="02070309020205020404" pitchFamily="49" charset="0"/>
              </a:rPr>
              <a:t>         }</a:t>
            </a:r>
          </a:p>
          <a:p>
            <a:pPr>
              <a:lnSpc>
                <a:spcPct val="90000"/>
              </a:lnSpc>
              <a:buFont typeface="Wingdings" pitchFamily="2" charset="2"/>
              <a:buNone/>
            </a:pPr>
            <a:r>
              <a:rPr lang="en-US" altLang="en-US" sz="1400">
                <a:latin typeface="Courier New" panose="02070309020205020404" pitchFamily="49" charset="0"/>
              </a:rPr>
              <a:t>		</a:t>
            </a:r>
            <a:r>
              <a:rPr lang="en-US" altLang="en-US" sz="1400" b="1">
                <a:solidFill>
                  <a:srgbClr val="FF0000"/>
                </a:solidFill>
                <a:latin typeface="Courier New" panose="02070309020205020404" pitchFamily="49" charset="0"/>
              </a:rPr>
              <a:t>}</a:t>
            </a:r>
          </a:p>
          <a:p>
            <a:pPr>
              <a:lnSpc>
                <a:spcPct val="90000"/>
              </a:lnSpc>
              <a:buFont typeface="Wingdings" pitchFamily="2" charset="2"/>
              <a:buNone/>
            </a:pPr>
            <a:endParaRPr lang="en-US" altLang="en-US" sz="1400" b="1">
              <a:solidFill>
                <a:srgbClr val="FF0000"/>
              </a:solidFill>
              <a:latin typeface="Courier New" panose="02070309020205020404" pitchFamily="49" charset="0"/>
            </a:endParaRPr>
          </a:p>
          <a:p>
            <a:pPr>
              <a:lnSpc>
                <a:spcPct val="90000"/>
              </a:lnSpc>
              <a:buFont typeface="Wingdings" pitchFamily="2" charset="2"/>
              <a:buNone/>
            </a:pPr>
            <a:r>
              <a:rPr lang="en-US" altLang="en-US" sz="1400">
                <a:latin typeface="Courier New" panose="02070309020205020404" pitchFamily="49" charset="0"/>
              </a:rPr>
              <a:t>         return uniqueInstance;</a:t>
            </a:r>
          </a:p>
          <a:p>
            <a:pPr>
              <a:lnSpc>
                <a:spcPct val="90000"/>
              </a:lnSpc>
              <a:buFont typeface="Wingdings" pitchFamily="2" charset="2"/>
              <a:buNone/>
            </a:pPr>
            <a:r>
              <a:rPr lang="en-US" altLang="en-US" sz="1400">
                <a:latin typeface="Courier New" panose="02070309020205020404" pitchFamily="49" charset="0"/>
              </a:rPr>
              <a:t>   }</a:t>
            </a:r>
          </a:p>
          <a:p>
            <a:pPr>
              <a:lnSpc>
                <a:spcPct val="90000"/>
              </a:lnSpc>
              <a:buFont typeface="Wingdings" pitchFamily="2" charset="2"/>
              <a:buNone/>
            </a:pPr>
            <a:r>
              <a:rPr lang="en-US" altLang="en-US" sz="1400">
                <a:latin typeface="Courier New" panose="02070309020205020404" pitchFamily="49" charset="0"/>
              </a:rPr>
              <a:t>}</a:t>
            </a:r>
          </a:p>
          <a:p>
            <a:pPr>
              <a:lnSpc>
                <a:spcPct val="90000"/>
              </a:lnSpc>
              <a:buFont typeface="Wingdings" pitchFamily="2" charset="2"/>
              <a:buNone/>
            </a:pPr>
            <a:endParaRPr lang="en-US" altLang="en-US" sz="1400">
              <a:latin typeface="Courier New" panose="02070309020205020404"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3">
            <a:extLst>
              <a:ext uri="{FF2B5EF4-FFF2-40B4-BE49-F238E27FC236}">
                <a16:creationId xmlns:a16="http://schemas.microsoft.com/office/drawing/2014/main" id="{91E338DC-BF92-CB8D-1234-8E32729EAF75}"/>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0447025-265B-D34C-B5B7-B049F8B8FF80}" type="slidenum">
              <a:rPr lang="en-US" altLang="en-US" sz="1000">
                <a:latin typeface="Arial Black" panose="020B0604020202020204" pitchFamily="34" charset="0"/>
              </a:rPr>
              <a:pPr>
                <a:spcBef>
                  <a:spcPct val="0"/>
                </a:spcBef>
                <a:buClrTx/>
                <a:buSzTx/>
                <a:buFontTx/>
                <a:buNone/>
              </a:pPr>
              <a:t>11</a:t>
            </a:fld>
            <a:endParaRPr lang="en-US" altLang="en-US" sz="1000">
              <a:latin typeface="Arial Black" panose="020B0604020202020204" pitchFamily="34" charset="0"/>
            </a:endParaRPr>
          </a:p>
        </p:txBody>
      </p:sp>
      <p:sp>
        <p:nvSpPr>
          <p:cNvPr id="55298" name="Slide Number Placeholder 4">
            <a:extLst>
              <a:ext uri="{FF2B5EF4-FFF2-40B4-BE49-F238E27FC236}">
                <a16:creationId xmlns:a16="http://schemas.microsoft.com/office/drawing/2014/main" id="{47A64E73-B765-CB2D-78C8-D2E22EC97110}"/>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lgn="r" eaLnBrk="1" hangingPunct="1">
              <a:spcBef>
                <a:spcPct val="0"/>
              </a:spcBef>
              <a:buClrTx/>
              <a:buSzTx/>
              <a:buFontTx/>
              <a:buNone/>
            </a:pPr>
            <a:fld id="{188CB49F-B016-4248-9E7B-06BB1DBF3810}" type="slidenum">
              <a:rPr lang="en-US" altLang="en-US" sz="1000">
                <a:latin typeface="Arial Black" panose="020B0604020202020204" pitchFamily="34" charset="0"/>
              </a:rPr>
              <a:pPr algn="r" eaLnBrk="1" hangingPunct="1">
                <a:spcBef>
                  <a:spcPct val="0"/>
                </a:spcBef>
                <a:buClrTx/>
                <a:buSzTx/>
                <a:buFontTx/>
                <a:buNone/>
              </a:pPr>
              <a:t>11</a:t>
            </a:fld>
            <a:endParaRPr lang="en-US" altLang="en-US" sz="1000">
              <a:latin typeface="Arial Black" panose="020B0604020202020204" pitchFamily="34" charset="0"/>
            </a:endParaRPr>
          </a:p>
        </p:txBody>
      </p:sp>
      <p:sp>
        <p:nvSpPr>
          <p:cNvPr id="55299" name="Date Placeholder 5">
            <a:extLst>
              <a:ext uri="{FF2B5EF4-FFF2-40B4-BE49-F238E27FC236}">
                <a16:creationId xmlns:a16="http://schemas.microsoft.com/office/drawing/2014/main" id="{94FB5EDF-D894-FAB2-9B6C-8EEC794EE41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C53314D-7FA2-2D4C-8553-58446D4FB375}" type="datetime1">
              <a:rPr lang="en-US" altLang="en-US" sz="1200" smtClean="0"/>
              <a:pPr>
                <a:spcBef>
                  <a:spcPct val="0"/>
                </a:spcBef>
                <a:buClrTx/>
                <a:buSzTx/>
                <a:buFontTx/>
                <a:buNone/>
              </a:pPr>
              <a:t>11/22/23</a:t>
            </a:fld>
            <a:endParaRPr lang="en-US" altLang="en-US" sz="1200"/>
          </a:p>
        </p:txBody>
      </p:sp>
      <p:sp>
        <p:nvSpPr>
          <p:cNvPr id="55300" name="Rectangle 2">
            <a:extLst>
              <a:ext uri="{FF2B5EF4-FFF2-40B4-BE49-F238E27FC236}">
                <a16:creationId xmlns:a16="http://schemas.microsoft.com/office/drawing/2014/main" id="{355AF063-6D7C-9DDA-983C-F92DFFED8115}"/>
              </a:ext>
            </a:extLst>
          </p:cNvPr>
          <p:cNvSpPr>
            <a:spLocks noGrp="1" noChangeArrowheads="1"/>
          </p:cNvSpPr>
          <p:nvPr>
            <p:ph type="title"/>
          </p:nvPr>
        </p:nvSpPr>
        <p:spPr/>
        <p:txBody>
          <a:bodyPr/>
          <a:lstStyle/>
          <a:p>
            <a:pPr eaLnBrk="1" hangingPunct="1"/>
            <a:r>
              <a:rPr lang="en-US" altLang="en-US" sz="2400"/>
              <a:t>Option #2   (C# Example)</a:t>
            </a:r>
          </a:p>
        </p:txBody>
      </p:sp>
      <p:sp>
        <p:nvSpPr>
          <p:cNvPr id="55301" name="Rectangle 3">
            <a:extLst>
              <a:ext uri="{FF2B5EF4-FFF2-40B4-BE49-F238E27FC236}">
                <a16:creationId xmlns:a16="http://schemas.microsoft.com/office/drawing/2014/main" id="{6CE6857C-1D8B-2CF7-F556-A587F844C4FE}"/>
              </a:ext>
            </a:extLst>
          </p:cNvPr>
          <p:cNvSpPr>
            <a:spLocks noGrp="1" noChangeArrowheads="1"/>
          </p:cNvSpPr>
          <p:nvPr>
            <p:ph type="body" idx="1"/>
          </p:nvPr>
        </p:nvSpPr>
        <p:spPr>
          <a:xfrm>
            <a:off x="457200" y="1295400"/>
            <a:ext cx="8153400" cy="5257800"/>
          </a:xfrm>
        </p:spPr>
        <p:txBody>
          <a:bodyPr/>
          <a:lstStyle/>
          <a:p>
            <a:pPr eaLnBrk="1" hangingPunct="1">
              <a:buFont typeface="Wingdings" pitchFamily="2" charset="2"/>
              <a:buNone/>
            </a:pPr>
            <a:r>
              <a:rPr lang="en-US" altLang="en-US" sz="1400">
                <a:latin typeface="Courier New" panose="02070309020205020404" pitchFamily="49" charset="0"/>
                <a:cs typeface="Courier New" panose="02070309020205020404" pitchFamily="49" charset="0"/>
              </a:rPr>
              <a:t>public class Singleton</a:t>
            </a:r>
          </a:p>
          <a:p>
            <a:pPr eaLnBrk="1" hangingPunct="1">
              <a:buFont typeface="Wingdings" pitchFamily="2" charset="2"/>
              <a:buNone/>
            </a:pPr>
            <a:r>
              <a:rPr lang="en-US" altLang="en-US" sz="1400">
                <a:latin typeface="Courier New" panose="02070309020205020404" pitchFamily="49" charset="0"/>
                <a:cs typeface="Courier New" panose="02070309020205020404" pitchFamily="49" charset="0"/>
              </a:rPr>
              <a:t>{</a:t>
            </a:r>
          </a:p>
          <a:p>
            <a:pPr eaLnBrk="1" hangingPunct="1">
              <a:buFont typeface="Wingdings" pitchFamily="2" charset="2"/>
              <a:buNone/>
            </a:pPr>
            <a:r>
              <a:rPr lang="en-US" altLang="en-US" sz="1400">
                <a:latin typeface="Courier New" panose="02070309020205020404" pitchFamily="49" charset="0"/>
                <a:cs typeface="Courier New" panose="02070309020205020404" pitchFamily="49" charset="0"/>
              </a:rPr>
              <a:t>   private Singleton() {}</a:t>
            </a:r>
            <a:endParaRPr lang="en-US" altLang="en-US" sz="1400" b="1">
              <a:solidFill>
                <a:srgbClr val="FF0000"/>
              </a:solidFill>
              <a:latin typeface="Courier New" panose="02070309020205020404" pitchFamily="49" charset="0"/>
              <a:cs typeface="Courier New" panose="02070309020205020404" pitchFamily="49" charset="0"/>
            </a:endParaRPr>
          </a:p>
          <a:p>
            <a:pPr eaLnBrk="1" hangingPunct="1">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private static object syncRoot = new Object();</a:t>
            </a:r>
          </a:p>
          <a:p>
            <a:pPr eaLnBrk="1" hangingPunct="1">
              <a:buFont typeface="Wingdings" pitchFamily="2" charset="2"/>
              <a:buNone/>
            </a:pPr>
            <a:endParaRPr lang="en-US" altLang="en-US" sz="1400">
              <a:latin typeface="Courier New" panose="02070309020205020404" pitchFamily="49" charset="0"/>
              <a:cs typeface="Courier New" panose="02070309020205020404" pitchFamily="49" charset="0"/>
            </a:endParaRPr>
          </a:p>
          <a:p>
            <a:pPr eaLnBrk="1" hangingPunct="1">
              <a:buFont typeface="Wingdings" pitchFamily="2" charset="2"/>
              <a:buNone/>
            </a:pPr>
            <a:r>
              <a:rPr lang="en-US" altLang="en-US" sz="1400">
                <a:latin typeface="Courier New" panose="02070309020205020404" pitchFamily="49" charset="0"/>
                <a:cs typeface="Courier New" panose="02070309020205020404" pitchFamily="49" charset="0"/>
              </a:rPr>
              <a:t>   private static volatile Singleton instance;</a:t>
            </a:r>
          </a:p>
          <a:p>
            <a:pPr eaLnBrk="1" hangingPunct="1">
              <a:buFont typeface="Wingdings" pitchFamily="2" charset="2"/>
              <a:buNone/>
            </a:pPr>
            <a:r>
              <a:rPr lang="en-US" altLang="en-US" sz="1400">
                <a:latin typeface="Courier New" panose="02070309020205020404" pitchFamily="49" charset="0"/>
                <a:cs typeface="Courier New" panose="02070309020205020404" pitchFamily="49" charset="0"/>
              </a:rPr>
              <a:t>   public static Singleton Instance</a:t>
            </a:r>
          </a:p>
          <a:p>
            <a:pPr eaLnBrk="1" hangingPunct="1">
              <a:buFont typeface="Wingdings" pitchFamily="2" charset="2"/>
              <a:buNone/>
            </a:pPr>
            <a:r>
              <a:rPr lang="en-US" altLang="en-US" sz="1400">
                <a:latin typeface="Courier New" panose="02070309020205020404" pitchFamily="49" charset="0"/>
                <a:cs typeface="Courier New" panose="02070309020205020404" pitchFamily="49" charset="0"/>
              </a:rPr>
              <a:t>   {</a:t>
            </a:r>
          </a:p>
          <a:p>
            <a:pPr eaLnBrk="1" hangingPunct="1">
              <a:buFont typeface="Wingdings" pitchFamily="2" charset="2"/>
              <a:buNone/>
            </a:pPr>
            <a:r>
              <a:rPr lang="en-US" altLang="en-US" sz="1400">
                <a:latin typeface="Courier New" panose="02070309020205020404" pitchFamily="49" charset="0"/>
                <a:cs typeface="Courier New" panose="02070309020205020404" pitchFamily="49" charset="0"/>
              </a:rPr>
              <a:t>      get {</a:t>
            </a:r>
          </a:p>
          <a:p>
            <a:pPr eaLnBrk="1" hangingPunct="1">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if (instance == null) //first check</a:t>
            </a:r>
          </a:p>
          <a:p>
            <a:pPr eaLnBrk="1" hangingPunct="1">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a:t>
            </a:r>
          </a:p>
          <a:p>
            <a:pPr eaLnBrk="1" hangingPunct="1">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lock (syncRoot) </a:t>
            </a:r>
          </a:p>
          <a:p>
            <a:pPr eaLnBrk="1" hangingPunct="1">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a:t>
            </a:r>
          </a:p>
          <a:p>
            <a:pPr eaLnBrk="1" hangingPunct="1">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if (instance == null) //second check</a:t>
            </a:r>
          </a:p>
          <a:p>
            <a:pPr eaLnBrk="1" hangingPunct="1">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instance = new Singleton();</a:t>
            </a:r>
          </a:p>
          <a:p>
            <a:pPr eaLnBrk="1" hangingPunct="1">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a:t>
            </a:r>
          </a:p>
          <a:p>
            <a:pPr eaLnBrk="1" hangingPunct="1">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a:t>
            </a:r>
            <a:endParaRPr lang="en-US" altLang="en-US" sz="1400">
              <a:latin typeface="Courier New" panose="02070309020205020404" pitchFamily="49" charset="0"/>
              <a:cs typeface="Courier New" panose="02070309020205020404" pitchFamily="49" charset="0"/>
            </a:endParaRPr>
          </a:p>
          <a:p>
            <a:pPr eaLnBrk="1" hangingPunct="1">
              <a:buFont typeface="Wingdings" pitchFamily="2" charset="2"/>
              <a:buNone/>
            </a:pPr>
            <a:r>
              <a:rPr lang="en-US" altLang="en-US" sz="1400">
                <a:latin typeface="Courier New" panose="02070309020205020404" pitchFamily="49" charset="0"/>
                <a:cs typeface="Courier New" panose="02070309020205020404" pitchFamily="49" charset="0"/>
              </a:rPr>
              <a:t>         return instance;</a:t>
            </a:r>
          </a:p>
          <a:p>
            <a:pPr eaLnBrk="1" hangingPunct="1">
              <a:buFont typeface="Wingdings" pitchFamily="2" charset="2"/>
              <a:buNone/>
            </a:pPr>
            <a:r>
              <a:rPr lang="en-US" altLang="en-US" sz="1400">
                <a:latin typeface="Courier New" panose="02070309020205020404" pitchFamily="49" charset="0"/>
                <a:cs typeface="Courier New" panose="02070309020205020404" pitchFamily="49" charset="0"/>
              </a:rPr>
              <a:t>      }</a:t>
            </a:r>
          </a:p>
          <a:p>
            <a:pPr eaLnBrk="1" hangingPunct="1">
              <a:buFont typeface="Wingdings" pitchFamily="2" charset="2"/>
              <a:buNone/>
            </a:pPr>
            <a:r>
              <a:rPr lang="en-US" altLang="en-US" sz="1400">
                <a:latin typeface="Courier New" panose="02070309020205020404" pitchFamily="49" charset="0"/>
                <a:cs typeface="Courier New" panose="02070309020205020404" pitchFamily="49" charset="0"/>
              </a:rPr>
              <a:t>   }</a:t>
            </a:r>
          </a:p>
          <a:p>
            <a:pPr eaLnBrk="1" hangingPunct="1">
              <a:buFont typeface="Wingdings" pitchFamily="2" charset="2"/>
              <a:buNone/>
            </a:pPr>
            <a:r>
              <a:rPr lang="en-US" altLang="en-US" sz="1400">
                <a:latin typeface="Courier New" panose="02070309020205020404" pitchFamily="49" charset="0"/>
                <a:cs typeface="Courier New" panose="02070309020205020404" pitchFamily="49" charset="0"/>
              </a:rPr>
              <a:t>}</a:t>
            </a:r>
          </a:p>
          <a:p>
            <a:pPr eaLnBrk="1" hangingPunct="1">
              <a:buFont typeface="Wingdings" pitchFamily="2" charset="2"/>
              <a:buNone/>
            </a:pPr>
            <a:endParaRPr lang="en-US" altLang="en-US" sz="1400">
              <a:latin typeface="Courier New" panose="02070309020205020404" pitchFamily="49" charset="0"/>
              <a:cs typeface="Courier New" panose="02070309020205020404" pitchFamily="49"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3">
            <a:extLst>
              <a:ext uri="{FF2B5EF4-FFF2-40B4-BE49-F238E27FC236}">
                <a16:creationId xmlns:a16="http://schemas.microsoft.com/office/drawing/2014/main" id="{077D52E7-3AEE-81DF-53BC-0228FB4BBD91}"/>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D7F61CB8-4F0C-D244-9820-B47F93C7137F}" type="slidenum">
              <a:rPr lang="en-US" altLang="en-US" sz="1000">
                <a:latin typeface="Arial Black" panose="020B0604020202020204" pitchFamily="34" charset="0"/>
              </a:rPr>
              <a:pPr>
                <a:spcBef>
                  <a:spcPct val="0"/>
                </a:spcBef>
                <a:buClrTx/>
                <a:buSzTx/>
                <a:buFontTx/>
                <a:buNone/>
              </a:pPr>
              <a:t>12</a:t>
            </a:fld>
            <a:endParaRPr lang="en-US" altLang="en-US" sz="1000">
              <a:latin typeface="Arial Black" panose="020B0604020202020204" pitchFamily="34" charset="0"/>
            </a:endParaRPr>
          </a:p>
        </p:txBody>
      </p:sp>
      <p:sp>
        <p:nvSpPr>
          <p:cNvPr id="57346" name="Title 1">
            <a:extLst>
              <a:ext uri="{FF2B5EF4-FFF2-40B4-BE49-F238E27FC236}">
                <a16:creationId xmlns:a16="http://schemas.microsoft.com/office/drawing/2014/main" id="{9037D812-351F-A6DD-EF99-6AF37DBD7FE4}"/>
              </a:ext>
            </a:extLst>
          </p:cNvPr>
          <p:cNvSpPr>
            <a:spLocks noGrp="1"/>
          </p:cNvSpPr>
          <p:nvPr>
            <p:ph type="title"/>
          </p:nvPr>
        </p:nvSpPr>
        <p:spPr/>
        <p:txBody>
          <a:bodyPr/>
          <a:lstStyle/>
          <a:p>
            <a:r>
              <a:rPr lang="en-US" altLang="en-US"/>
              <a:t>Option #3: “Eager” Initialization</a:t>
            </a:r>
          </a:p>
        </p:txBody>
      </p:sp>
      <p:sp>
        <p:nvSpPr>
          <p:cNvPr id="57347" name="Content Placeholder 2">
            <a:extLst>
              <a:ext uri="{FF2B5EF4-FFF2-40B4-BE49-F238E27FC236}">
                <a16:creationId xmlns:a16="http://schemas.microsoft.com/office/drawing/2014/main" id="{1A2DC859-B1A5-5388-ABE3-8890F0E2651E}"/>
              </a:ext>
            </a:extLst>
          </p:cNvPr>
          <p:cNvSpPr>
            <a:spLocks noGrp="1"/>
          </p:cNvSpPr>
          <p:nvPr>
            <p:ph idx="1"/>
          </p:nvPr>
        </p:nvSpPr>
        <p:spPr>
          <a:xfrm>
            <a:off x="457200" y="1447800"/>
            <a:ext cx="7086600" cy="3124200"/>
          </a:xfrm>
        </p:spPr>
        <p:txBody>
          <a:bodyPr/>
          <a:lstStyle/>
          <a:p>
            <a:pPr>
              <a:buFont typeface="Wingdings" pitchFamily="2" charset="2"/>
              <a:buNone/>
            </a:pPr>
            <a:r>
              <a:rPr lang="en-US" altLang="en-US" sz="1400">
                <a:latin typeface="Courier New" panose="02070309020205020404" pitchFamily="49" charset="0"/>
              </a:rPr>
              <a:t>public class Singleton</a:t>
            </a:r>
          </a:p>
          <a:p>
            <a:pPr>
              <a:buFont typeface="Wingdings" pitchFamily="2" charset="2"/>
              <a:buNone/>
            </a:pPr>
            <a:r>
              <a:rPr lang="en-US" altLang="en-US" sz="1400">
                <a:latin typeface="Courier New" panose="02070309020205020404" pitchFamily="49" charset="0"/>
              </a:rPr>
              <a:t>{</a:t>
            </a:r>
          </a:p>
          <a:p>
            <a:pPr>
              <a:buFont typeface="Wingdings" pitchFamily="2" charset="2"/>
              <a:buNone/>
            </a:pPr>
            <a:r>
              <a:rPr lang="en-US" altLang="en-US" sz="1400">
                <a:latin typeface="Courier New" panose="02070309020205020404" pitchFamily="49" charset="0"/>
              </a:rPr>
              <a:t>   private Singleton() {}</a:t>
            </a:r>
          </a:p>
          <a:p>
            <a:pPr>
              <a:buFont typeface="Wingdings" pitchFamily="2" charset="2"/>
              <a:buNone/>
            </a:pPr>
            <a:endParaRPr lang="en-US" altLang="en-US" sz="1400">
              <a:latin typeface="Courier New" panose="02070309020205020404" pitchFamily="49" charset="0"/>
            </a:endParaRPr>
          </a:p>
          <a:p>
            <a:pPr>
              <a:buFont typeface="Wingdings" pitchFamily="2" charset="2"/>
              <a:buNone/>
            </a:pPr>
            <a:r>
              <a:rPr lang="en-US" altLang="en-US" sz="1400">
                <a:latin typeface="Courier New" panose="02070309020205020404" pitchFamily="49" charset="0"/>
              </a:rPr>
              <a:t>   private static Singleton uniqueInstance = new Singleton()</a:t>
            </a:r>
          </a:p>
          <a:p>
            <a:pPr>
              <a:buFont typeface="Wingdings" pitchFamily="2" charset="2"/>
              <a:buNone/>
            </a:pPr>
            <a:endParaRPr lang="en-US" altLang="en-US" sz="1400">
              <a:latin typeface="Courier New" panose="02070309020205020404" pitchFamily="49" charset="0"/>
            </a:endParaRPr>
          </a:p>
          <a:p>
            <a:pPr>
              <a:buFont typeface="Wingdings" pitchFamily="2" charset="2"/>
              <a:buNone/>
            </a:pPr>
            <a:r>
              <a:rPr lang="en-US" altLang="en-US" sz="1400">
                <a:latin typeface="Courier New" panose="02070309020205020404" pitchFamily="49" charset="0"/>
              </a:rPr>
              <a:t>   public static Singleton getInstance()</a:t>
            </a:r>
          </a:p>
          <a:p>
            <a:pPr>
              <a:buFont typeface="Wingdings" pitchFamily="2" charset="2"/>
              <a:buNone/>
            </a:pPr>
            <a:r>
              <a:rPr lang="en-US" altLang="en-US" sz="1400">
                <a:latin typeface="Courier New" panose="02070309020205020404" pitchFamily="49" charset="0"/>
              </a:rPr>
              <a:t>   {</a:t>
            </a:r>
          </a:p>
          <a:p>
            <a:pPr>
              <a:buFont typeface="Wingdings" pitchFamily="2" charset="2"/>
              <a:buNone/>
            </a:pPr>
            <a:r>
              <a:rPr lang="en-US" altLang="en-US" sz="1400">
                <a:latin typeface="Courier New" panose="02070309020205020404" pitchFamily="49" charset="0"/>
              </a:rPr>
              <a:t>		return uniqueInstance;</a:t>
            </a:r>
          </a:p>
          <a:p>
            <a:pPr>
              <a:buFont typeface="Wingdings" pitchFamily="2" charset="2"/>
              <a:buNone/>
            </a:pPr>
            <a:r>
              <a:rPr lang="en-US" altLang="en-US" sz="1400">
                <a:latin typeface="Courier New" panose="02070309020205020404" pitchFamily="49" charset="0"/>
              </a:rPr>
              <a:t>   }</a:t>
            </a:r>
          </a:p>
          <a:p>
            <a:pPr>
              <a:buFont typeface="Wingdings" pitchFamily="2" charset="2"/>
              <a:buNone/>
            </a:pPr>
            <a:endParaRPr lang="en-US" altLang="en-US" sz="1400">
              <a:latin typeface="Courier New" panose="02070309020205020404" pitchFamily="49" charset="0"/>
            </a:endParaRPr>
          </a:p>
          <a:p>
            <a:pPr>
              <a:buFont typeface="Wingdings" pitchFamily="2" charset="2"/>
              <a:buNone/>
            </a:pPr>
            <a:r>
              <a:rPr lang="en-US" altLang="en-US" sz="1400">
                <a:latin typeface="Courier New" panose="02070309020205020404" pitchFamily="49" charset="0"/>
              </a:rPr>
              <a:t>}</a:t>
            </a:r>
          </a:p>
          <a:p>
            <a:pPr>
              <a:buFont typeface="Wingdings" pitchFamily="2" charset="2"/>
              <a:buNone/>
            </a:pPr>
            <a:endParaRPr lang="en-US" altLang="en-US" sz="1400">
              <a:latin typeface="Courier New" panose="02070309020205020404" pitchFamily="49" charset="0"/>
            </a:endParaRPr>
          </a:p>
        </p:txBody>
      </p:sp>
      <p:sp>
        <p:nvSpPr>
          <p:cNvPr id="57348" name="Slide Number Placeholder 3">
            <a:extLst>
              <a:ext uri="{FF2B5EF4-FFF2-40B4-BE49-F238E27FC236}">
                <a16:creationId xmlns:a16="http://schemas.microsoft.com/office/drawing/2014/main" id="{1E8795D6-D6DA-8FB4-CA94-8E17205686A3}"/>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lgn="r" eaLnBrk="1" hangingPunct="1">
              <a:spcBef>
                <a:spcPct val="0"/>
              </a:spcBef>
              <a:buClrTx/>
              <a:buSzTx/>
              <a:buFontTx/>
              <a:buNone/>
            </a:pPr>
            <a:fld id="{97C81CD9-CDF0-344A-91EF-E432EA0003AF}" type="slidenum">
              <a:rPr lang="en-US" altLang="en-US" sz="1000">
                <a:latin typeface="Arial Black" panose="020B0604020202020204" pitchFamily="34" charset="0"/>
              </a:rPr>
              <a:pPr algn="r" eaLnBrk="1" hangingPunct="1">
                <a:spcBef>
                  <a:spcPct val="0"/>
                </a:spcBef>
                <a:buClrTx/>
                <a:buSzTx/>
                <a:buFontTx/>
                <a:buNone/>
              </a:pPr>
              <a:t>12</a:t>
            </a:fld>
            <a:endParaRPr lang="en-US" altLang="en-US" sz="1000">
              <a:latin typeface="Arial Black" panose="020B0604020202020204" pitchFamily="34" charset="0"/>
            </a:endParaRPr>
          </a:p>
        </p:txBody>
      </p:sp>
      <p:sp>
        <p:nvSpPr>
          <p:cNvPr id="57349" name="Date Placeholder 4">
            <a:extLst>
              <a:ext uri="{FF2B5EF4-FFF2-40B4-BE49-F238E27FC236}">
                <a16:creationId xmlns:a16="http://schemas.microsoft.com/office/drawing/2014/main" id="{A815EEF4-0573-4FAB-BAA6-3435527599C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327FA1A-10BC-864E-A6F9-C6E0F90A14C4}" type="datetime1">
              <a:rPr lang="en-US" altLang="en-US" sz="1200" smtClean="0"/>
              <a:pPr>
                <a:spcBef>
                  <a:spcPct val="0"/>
                </a:spcBef>
                <a:buClrTx/>
                <a:buSzTx/>
                <a:buFontTx/>
                <a:buNone/>
              </a:pPr>
              <a:t>11/22/23</a:t>
            </a:fld>
            <a:endParaRPr lang="en-US" altLang="en-US" sz="1200"/>
          </a:p>
        </p:txBody>
      </p:sp>
      <p:sp>
        <p:nvSpPr>
          <p:cNvPr id="57350" name="Text Box 7">
            <a:extLst>
              <a:ext uri="{FF2B5EF4-FFF2-40B4-BE49-F238E27FC236}">
                <a16:creationId xmlns:a16="http://schemas.microsoft.com/office/drawing/2014/main" id="{D49D82F3-700E-1A7E-79FB-8BA68CF0C097}"/>
              </a:ext>
            </a:extLst>
          </p:cNvPr>
          <p:cNvSpPr txBox="1">
            <a:spLocks noChangeArrowheads="1"/>
          </p:cNvSpPr>
          <p:nvPr/>
        </p:nvSpPr>
        <p:spPr bwMode="auto">
          <a:xfrm>
            <a:off x="3429000" y="5181600"/>
            <a:ext cx="4876800" cy="13382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50000"/>
              </a:spcBef>
              <a:buClrTx/>
              <a:buSzTx/>
              <a:buFontTx/>
              <a:buAutoNum type="arabicPeriod"/>
            </a:pPr>
            <a:r>
              <a:rPr lang="en-US" altLang="en-US" sz="1800"/>
              <a:t>Instance is created the first time any member of the class is referenced. </a:t>
            </a:r>
          </a:p>
          <a:p>
            <a:pPr>
              <a:spcBef>
                <a:spcPct val="50000"/>
              </a:spcBef>
              <a:buClrTx/>
              <a:buSzTx/>
              <a:buFontTx/>
              <a:buAutoNum type="arabicPeriod"/>
            </a:pPr>
            <a:r>
              <a:rPr lang="en-US" altLang="en-US" sz="1800"/>
              <a:t>Good to use if the application always creates; and if little overhead to create.</a:t>
            </a:r>
          </a:p>
        </p:txBody>
      </p:sp>
      <p:sp>
        <p:nvSpPr>
          <p:cNvPr id="57351" name="Line 8">
            <a:extLst>
              <a:ext uri="{FF2B5EF4-FFF2-40B4-BE49-F238E27FC236}">
                <a16:creationId xmlns:a16="http://schemas.microsoft.com/office/drawing/2014/main" id="{5F92E5AC-7E1F-4BB0-2D7D-04E63A9BF9FB}"/>
              </a:ext>
            </a:extLst>
          </p:cNvPr>
          <p:cNvSpPr>
            <a:spLocks noChangeShapeType="1"/>
          </p:cNvSpPr>
          <p:nvPr/>
        </p:nvSpPr>
        <p:spPr bwMode="auto">
          <a:xfrm flipH="1" flipV="1">
            <a:off x="5867400" y="2819400"/>
            <a:ext cx="6858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57352" name="Text Box 9">
            <a:extLst>
              <a:ext uri="{FF2B5EF4-FFF2-40B4-BE49-F238E27FC236}">
                <a16:creationId xmlns:a16="http://schemas.microsoft.com/office/drawing/2014/main" id="{5AC5B69A-7706-D47D-755B-EDE117C5710E}"/>
              </a:ext>
            </a:extLst>
          </p:cNvPr>
          <p:cNvSpPr txBox="1">
            <a:spLocks noChangeArrowheads="1"/>
          </p:cNvSpPr>
          <p:nvPr/>
        </p:nvSpPr>
        <p:spPr bwMode="auto">
          <a:xfrm>
            <a:off x="6477000" y="3505200"/>
            <a:ext cx="2286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50000"/>
              </a:spcBef>
              <a:buClrTx/>
              <a:buSzTx/>
              <a:buFontTx/>
              <a:buNone/>
            </a:pPr>
            <a:r>
              <a:rPr lang="en-US" altLang="en-US" sz="1800"/>
              <a:t>Runtime guarantees that this is thread-safe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3">
            <a:extLst>
              <a:ext uri="{FF2B5EF4-FFF2-40B4-BE49-F238E27FC236}">
                <a16:creationId xmlns:a16="http://schemas.microsoft.com/office/drawing/2014/main" id="{BBEF1BCF-A798-33D1-5F6D-E841C5B5C6F5}"/>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A1B64B7-49B3-C84F-BD2E-DE64B3F990B5}" type="slidenum">
              <a:rPr lang="en-US" altLang="en-US" sz="1000">
                <a:latin typeface="Arial Black" panose="020B0604020202020204" pitchFamily="34" charset="0"/>
              </a:rPr>
              <a:pPr>
                <a:spcBef>
                  <a:spcPct val="0"/>
                </a:spcBef>
                <a:buClrTx/>
                <a:buSzTx/>
                <a:buFontTx/>
                <a:buNone/>
              </a:pPr>
              <a:t>13</a:t>
            </a:fld>
            <a:endParaRPr lang="en-US" altLang="en-US" sz="1000">
              <a:latin typeface="Arial Black" panose="020B0604020202020204" pitchFamily="34" charset="0"/>
            </a:endParaRPr>
          </a:p>
        </p:txBody>
      </p:sp>
      <p:sp>
        <p:nvSpPr>
          <p:cNvPr id="58370" name="Title 1">
            <a:extLst>
              <a:ext uri="{FF2B5EF4-FFF2-40B4-BE49-F238E27FC236}">
                <a16:creationId xmlns:a16="http://schemas.microsoft.com/office/drawing/2014/main" id="{644FB552-DCBF-65C8-08E3-7B018EBA4B40}"/>
              </a:ext>
            </a:extLst>
          </p:cNvPr>
          <p:cNvSpPr>
            <a:spLocks noGrp="1"/>
          </p:cNvSpPr>
          <p:nvPr>
            <p:ph type="title"/>
          </p:nvPr>
        </p:nvSpPr>
        <p:spPr/>
        <p:txBody>
          <a:bodyPr/>
          <a:lstStyle/>
          <a:p>
            <a:r>
              <a:rPr lang="en-US" altLang="en-US"/>
              <a:t>Lab #1: Turn a class into a Singleton</a:t>
            </a:r>
          </a:p>
        </p:txBody>
      </p:sp>
      <p:sp>
        <p:nvSpPr>
          <p:cNvPr id="58371" name="Content Placeholder 2">
            <a:extLst>
              <a:ext uri="{FF2B5EF4-FFF2-40B4-BE49-F238E27FC236}">
                <a16:creationId xmlns:a16="http://schemas.microsoft.com/office/drawing/2014/main" id="{81DDA5BA-90DD-7F01-9B25-2B574153401C}"/>
              </a:ext>
            </a:extLst>
          </p:cNvPr>
          <p:cNvSpPr>
            <a:spLocks noGrp="1"/>
          </p:cNvSpPr>
          <p:nvPr>
            <p:ph idx="1"/>
          </p:nvPr>
        </p:nvSpPr>
        <p:spPr>
          <a:xfrm>
            <a:off x="381000" y="1143000"/>
            <a:ext cx="8229600" cy="5105400"/>
          </a:xfrm>
        </p:spPr>
        <p:txBody>
          <a:bodyPr/>
          <a:lstStyle/>
          <a:p>
            <a:pPr>
              <a:buFont typeface="Wingdings" pitchFamily="2" charset="2"/>
              <a:buNone/>
            </a:pPr>
            <a:endParaRPr lang="en-US" altLang="en-US"/>
          </a:p>
          <a:p>
            <a:pPr>
              <a:buFont typeface="Wingdings" pitchFamily="2" charset="2"/>
              <a:buNone/>
            </a:pPr>
            <a:r>
              <a:rPr lang="en-US" altLang="en-US"/>
              <a:t> </a:t>
            </a:r>
            <a:r>
              <a:rPr lang="en-US" altLang="en-US" sz="1600">
                <a:latin typeface="Courier New" panose="02070309020205020404" pitchFamily="49" charset="0"/>
                <a:cs typeface="Courier New" panose="02070309020205020404" pitchFamily="49" charset="0"/>
              </a:rPr>
              <a:t>public class Logger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public Logger() {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public void WriteLine(string text) {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public string ReadEntireLog()</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return “Log Entries Here”;</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a:p>
            <a:pPr>
              <a:buFont typeface="Wingdings" pitchFamily="2" charset="2"/>
              <a:buNone/>
            </a:pPr>
            <a:endParaRPr lang="en-US" altLang="en-US"/>
          </a:p>
        </p:txBody>
      </p:sp>
      <p:sp>
        <p:nvSpPr>
          <p:cNvPr id="58372" name="Slide Number Placeholder 3">
            <a:extLst>
              <a:ext uri="{FF2B5EF4-FFF2-40B4-BE49-F238E27FC236}">
                <a16:creationId xmlns:a16="http://schemas.microsoft.com/office/drawing/2014/main" id="{D32AE72E-F5F4-3A4E-D2F8-06F53032D562}"/>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lgn="r" eaLnBrk="1" hangingPunct="1">
              <a:spcBef>
                <a:spcPct val="0"/>
              </a:spcBef>
              <a:buClrTx/>
              <a:buSzTx/>
              <a:buFontTx/>
              <a:buNone/>
            </a:pPr>
            <a:fld id="{DE0D18CF-3026-D84D-8809-123436960FC1}" type="slidenum">
              <a:rPr lang="en-US" altLang="en-US" sz="1000">
                <a:latin typeface="Arial Black" panose="020B0604020202020204" pitchFamily="34" charset="0"/>
              </a:rPr>
              <a:pPr algn="r" eaLnBrk="1" hangingPunct="1">
                <a:spcBef>
                  <a:spcPct val="0"/>
                </a:spcBef>
                <a:buClrTx/>
                <a:buSzTx/>
                <a:buFontTx/>
                <a:buNone/>
              </a:pPr>
              <a:t>13</a:t>
            </a:fld>
            <a:endParaRPr lang="en-US" altLang="en-US" sz="1000">
              <a:latin typeface="Arial Black" panose="020B0604020202020204" pitchFamily="34" charset="0"/>
            </a:endParaRPr>
          </a:p>
        </p:txBody>
      </p:sp>
      <p:sp>
        <p:nvSpPr>
          <p:cNvPr id="58373" name="Date Placeholder 4">
            <a:extLst>
              <a:ext uri="{FF2B5EF4-FFF2-40B4-BE49-F238E27FC236}">
                <a16:creationId xmlns:a16="http://schemas.microsoft.com/office/drawing/2014/main" id="{D3BF24D3-70F3-6D7B-3108-59C164A22F6F}"/>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F959BA55-E387-B343-BEC2-A3DB084AF77D}" type="datetime1">
              <a:rPr lang="en-US" altLang="en-US" sz="1200" smtClean="0"/>
              <a:pPr>
                <a:spcBef>
                  <a:spcPct val="0"/>
                </a:spcBef>
                <a:buClrTx/>
                <a:buSzTx/>
                <a:buFontTx/>
                <a:buNone/>
              </a:pPr>
              <a:t>11/22/23</a:t>
            </a:fld>
            <a:endParaRPr lang="en-US" altLang="en-US" sz="1200"/>
          </a:p>
        </p:txBody>
      </p:sp>
      <p:sp>
        <p:nvSpPr>
          <p:cNvPr id="58374" name="TextBox 6">
            <a:extLst>
              <a:ext uri="{FF2B5EF4-FFF2-40B4-BE49-F238E27FC236}">
                <a16:creationId xmlns:a16="http://schemas.microsoft.com/office/drawing/2014/main" id="{15984B65-6486-97FA-24B7-0609BE852EF1}"/>
              </a:ext>
            </a:extLst>
          </p:cNvPr>
          <p:cNvSpPr txBox="1">
            <a:spLocks noChangeArrowheads="1"/>
          </p:cNvSpPr>
          <p:nvPr/>
        </p:nvSpPr>
        <p:spPr bwMode="auto">
          <a:xfrm>
            <a:off x="914400" y="5562600"/>
            <a:ext cx="5943600" cy="3698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Take this class and turn it into a Singleton.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3">
            <a:extLst>
              <a:ext uri="{FF2B5EF4-FFF2-40B4-BE49-F238E27FC236}">
                <a16:creationId xmlns:a16="http://schemas.microsoft.com/office/drawing/2014/main" id="{D87B9DFB-4FB1-A096-E6BB-B0AE32C798FE}"/>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178E3B2-8CD1-FB4E-A38F-B99A5FAE1C3F}" type="slidenum">
              <a:rPr lang="en-US" altLang="en-US" sz="1000">
                <a:latin typeface="Arial Black" panose="020B0604020202020204" pitchFamily="34" charset="0"/>
              </a:rPr>
              <a:pPr>
                <a:spcBef>
                  <a:spcPct val="0"/>
                </a:spcBef>
                <a:buClrTx/>
                <a:buSzTx/>
                <a:buFontTx/>
                <a:buNone/>
              </a:pPr>
              <a:t>14</a:t>
            </a:fld>
            <a:endParaRPr lang="en-US" altLang="en-US" sz="1000">
              <a:latin typeface="Arial Black" panose="020B0604020202020204" pitchFamily="34" charset="0"/>
            </a:endParaRPr>
          </a:p>
        </p:txBody>
      </p:sp>
      <p:sp>
        <p:nvSpPr>
          <p:cNvPr id="60418" name="Rectangle 2">
            <a:extLst>
              <a:ext uri="{FF2B5EF4-FFF2-40B4-BE49-F238E27FC236}">
                <a16:creationId xmlns:a16="http://schemas.microsoft.com/office/drawing/2014/main" id="{E1C147D9-693E-0FE5-109A-3FDDB7034FC2}"/>
              </a:ext>
            </a:extLst>
          </p:cNvPr>
          <p:cNvSpPr>
            <a:spLocks noGrp="1" noChangeArrowheads="1"/>
          </p:cNvSpPr>
          <p:nvPr>
            <p:ph type="title"/>
          </p:nvPr>
        </p:nvSpPr>
        <p:spPr/>
        <p:txBody>
          <a:bodyPr/>
          <a:lstStyle/>
          <a:p>
            <a:r>
              <a:rPr lang="en-US" altLang="en-US"/>
              <a:t>Lab #1 Answer</a:t>
            </a:r>
          </a:p>
        </p:txBody>
      </p:sp>
      <p:sp>
        <p:nvSpPr>
          <p:cNvPr id="60419" name="Rectangle 3">
            <a:extLst>
              <a:ext uri="{FF2B5EF4-FFF2-40B4-BE49-F238E27FC236}">
                <a16:creationId xmlns:a16="http://schemas.microsoft.com/office/drawing/2014/main" id="{F89BD556-83A6-1C85-663B-67DFF543E071}"/>
              </a:ext>
            </a:extLst>
          </p:cNvPr>
          <p:cNvSpPr>
            <a:spLocks noGrp="1" noChangeArrowheads="1"/>
          </p:cNvSpPr>
          <p:nvPr>
            <p:ph type="body" idx="1"/>
          </p:nvPr>
        </p:nvSpPr>
        <p:spPr>
          <a:xfrm>
            <a:off x="381000" y="1371600"/>
            <a:ext cx="8229600" cy="4038600"/>
          </a:xfrm>
        </p:spPr>
        <p:txBody>
          <a:bodyPr/>
          <a:lstStyle/>
          <a:p>
            <a:pPr>
              <a:lnSpc>
                <a:spcPct val="80000"/>
              </a:lnSpc>
              <a:buFont typeface="Wingdings" pitchFamily="2" charset="2"/>
              <a:buNone/>
            </a:pPr>
            <a:r>
              <a:rPr lang="en-US" altLang="en-US" sz="1600">
                <a:latin typeface="Courier New" panose="02070309020205020404" pitchFamily="49" charset="0"/>
              </a:rPr>
              <a:t> public class Logger</a:t>
            </a:r>
          </a:p>
          <a:p>
            <a:pPr>
              <a:lnSpc>
                <a:spcPct val="80000"/>
              </a:lnSpc>
              <a:buFont typeface="Wingdings" pitchFamily="2" charset="2"/>
              <a:buNone/>
            </a:pPr>
            <a:r>
              <a:rPr lang="en-US" altLang="en-US" sz="1600">
                <a:latin typeface="Courier New" panose="02070309020205020404" pitchFamily="49" charset="0"/>
              </a:rPr>
              <a:t>    {</a:t>
            </a:r>
          </a:p>
          <a:p>
            <a:pPr>
              <a:lnSpc>
                <a:spcPct val="80000"/>
              </a:lnSpc>
              <a:buFont typeface="Wingdings" pitchFamily="2" charset="2"/>
              <a:buNone/>
            </a:pPr>
            <a:r>
              <a:rPr lang="en-US" altLang="en-US" sz="1600">
                <a:latin typeface="Courier New" panose="02070309020205020404" pitchFamily="49" charset="0"/>
              </a:rPr>
              <a:t>        private Logger() { }</a:t>
            </a:r>
          </a:p>
          <a:p>
            <a:pPr>
              <a:lnSpc>
                <a:spcPct val="80000"/>
              </a:lnSpc>
              <a:buFont typeface="Wingdings" pitchFamily="2" charset="2"/>
              <a:buNone/>
            </a:pPr>
            <a:endParaRPr lang="en-US" altLang="en-US" sz="1600">
              <a:latin typeface="Courier New" panose="02070309020205020404" pitchFamily="49" charset="0"/>
            </a:endParaRPr>
          </a:p>
          <a:p>
            <a:pPr>
              <a:lnSpc>
                <a:spcPct val="80000"/>
              </a:lnSpc>
              <a:buFont typeface="Wingdings" pitchFamily="2" charset="2"/>
              <a:buNone/>
            </a:pPr>
            <a:r>
              <a:rPr lang="en-US" altLang="en-US" sz="1600">
                <a:latin typeface="Courier New" panose="02070309020205020404" pitchFamily="49" charset="0"/>
              </a:rPr>
              <a:t>        private static Logger instance;</a:t>
            </a:r>
          </a:p>
          <a:p>
            <a:pPr>
              <a:lnSpc>
                <a:spcPct val="80000"/>
              </a:lnSpc>
              <a:buFont typeface="Wingdings" pitchFamily="2" charset="2"/>
              <a:buNone/>
            </a:pPr>
            <a:r>
              <a:rPr lang="en-US" altLang="en-US" sz="1600">
                <a:latin typeface="Courier New" panose="02070309020205020404" pitchFamily="49" charset="0"/>
              </a:rPr>
              <a:t>        public static Logger getInstance()</a:t>
            </a:r>
          </a:p>
          <a:p>
            <a:pPr>
              <a:lnSpc>
                <a:spcPct val="80000"/>
              </a:lnSpc>
              <a:buFont typeface="Wingdings" pitchFamily="2" charset="2"/>
              <a:buNone/>
            </a:pPr>
            <a:r>
              <a:rPr lang="en-US" altLang="en-US" sz="1600">
                <a:latin typeface="Courier New" panose="02070309020205020404" pitchFamily="49" charset="0"/>
              </a:rPr>
              <a:t>        {</a:t>
            </a:r>
          </a:p>
          <a:p>
            <a:pPr>
              <a:lnSpc>
                <a:spcPct val="80000"/>
              </a:lnSpc>
              <a:buFont typeface="Wingdings" pitchFamily="2" charset="2"/>
              <a:buNone/>
            </a:pPr>
            <a:r>
              <a:rPr lang="en-US" altLang="en-US" sz="1600">
                <a:latin typeface="Courier New" panose="02070309020205020404" pitchFamily="49" charset="0"/>
              </a:rPr>
              <a:t>             if (instance == null)</a:t>
            </a:r>
          </a:p>
          <a:p>
            <a:pPr>
              <a:lnSpc>
                <a:spcPct val="80000"/>
              </a:lnSpc>
              <a:buFont typeface="Wingdings" pitchFamily="2" charset="2"/>
              <a:buNone/>
            </a:pPr>
            <a:r>
              <a:rPr lang="en-US" altLang="en-US" sz="1600">
                <a:latin typeface="Courier New" panose="02070309020205020404" pitchFamily="49" charset="0"/>
              </a:rPr>
              <a:t>                 instance = new Logger();</a:t>
            </a:r>
          </a:p>
          <a:p>
            <a:pPr>
              <a:lnSpc>
                <a:spcPct val="80000"/>
              </a:lnSpc>
              <a:buFont typeface="Wingdings" pitchFamily="2" charset="2"/>
              <a:buNone/>
            </a:pPr>
            <a:endParaRPr lang="en-US" altLang="en-US" sz="1600">
              <a:latin typeface="Courier New" panose="02070309020205020404" pitchFamily="49" charset="0"/>
            </a:endParaRPr>
          </a:p>
          <a:p>
            <a:pPr>
              <a:lnSpc>
                <a:spcPct val="80000"/>
              </a:lnSpc>
              <a:buFont typeface="Wingdings" pitchFamily="2" charset="2"/>
              <a:buNone/>
            </a:pPr>
            <a:r>
              <a:rPr lang="en-US" altLang="en-US" sz="1600">
                <a:latin typeface="Courier New" panose="02070309020205020404" pitchFamily="49" charset="0"/>
              </a:rPr>
              <a:t>              return instance;</a:t>
            </a:r>
          </a:p>
          <a:p>
            <a:pPr>
              <a:lnSpc>
                <a:spcPct val="80000"/>
              </a:lnSpc>
              <a:buFont typeface="Wingdings" pitchFamily="2" charset="2"/>
              <a:buNone/>
            </a:pPr>
            <a:r>
              <a:rPr lang="en-US" altLang="en-US" sz="1600">
                <a:latin typeface="Courier New" panose="02070309020205020404" pitchFamily="49" charset="0"/>
              </a:rPr>
              <a:t>        }</a:t>
            </a:r>
          </a:p>
          <a:p>
            <a:pPr>
              <a:lnSpc>
                <a:spcPct val="80000"/>
              </a:lnSpc>
              <a:buFont typeface="Wingdings" pitchFamily="2" charset="2"/>
              <a:buNone/>
            </a:pPr>
            <a:endParaRPr lang="en-US" altLang="en-US" sz="1600">
              <a:latin typeface="Courier New" panose="02070309020205020404" pitchFamily="49" charset="0"/>
            </a:endParaRPr>
          </a:p>
          <a:p>
            <a:pPr>
              <a:lnSpc>
                <a:spcPct val="80000"/>
              </a:lnSpc>
              <a:buFont typeface="Wingdings" pitchFamily="2" charset="2"/>
              <a:buNone/>
            </a:pPr>
            <a:r>
              <a:rPr lang="en-US" altLang="en-US" sz="1600">
                <a:latin typeface="Courier New" panose="02070309020205020404" pitchFamily="49" charset="0"/>
              </a:rPr>
              <a:t>        //Functions</a:t>
            </a:r>
          </a:p>
          <a:p>
            <a:pPr>
              <a:lnSpc>
                <a:spcPct val="80000"/>
              </a:lnSpc>
              <a:buFont typeface="Wingdings" pitchFamily="2" charset="2"/>
              <a:buNone/>
            </a:pPr>
            <a:r>
              <a:rPr lang="en-US" altLang="en-US" sz="1600">
                <a:latin typeface="Courier New" panose="02070309020205020404" pitchFamily="49" charset="0"/>
              </a:rPr>
              <a:t>		. . .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Title 1">
            <a:extLst>
              <a:ext uri="{FF2B5EF4-FFF2-40B4-BE49-F238E27FC236}">
                <a16:creationId xmlns:a16="http://schemas.microsoft.com/office/drawing/2014/main" id="{8735D79B-A2AB-B720-DA80-A968ED6D5BEF}"/>
              </a:ext>
            </a:extLst>
          </p:cNvPr>
          <p:cNvSpPr>
            <a:spLocks noGrp="1"/>
          </p:cNvSpPr>
          <p:nvPr>
            <p:ph type="title"/>
          </p:nvPr>
        </p:nvSpPr>
        <p:spPr/>
        <p:txBody>
          <a:bodyPr/>
          <a:lstStyle/>
          <a:p>
            <a:endParaRPr lang="en-LK" altLang="en-LK"/>
          </a:p>
        </p:txBody>
      </p:sp>
      <p:pic>
        <p:nvPicPr>
          <p:cNvPr id="88066" name="Content Placeholder 5">
            <a:extLst>
              <a:ext uri="{FF2B5EF4-FFF2-40B4-BE49-F238E27FC236}">
                <a16:creationId xmlns:a16="http://schemas.microsoft.com/office/drawing/2014/main" id="{E9F55B80-EAB1-3A6C-F262-EBDA9510877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368425" y="1371600"/>
            <a:ext cx="6407150" cy="4495800"/>
          </a:xfrm>
        </p:spPr>
      </p:pic>
      <p:sp>
        <p:nvSpPr>
          <p:cNvPr id="88067" name="Slide Number Placeholder 3">
            <a:extLst>
              <a:ext uri="{FF2B5EF4-FFF2-40B4-BE49-F238E27FC236}">
                <a16:creationId xmlns:a16="http://schemas.microsoft.com/office/drawing/2014/main" id="{94998726-0C42-C752-9D11-012D568CDA9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D31C774-88C8-BD4F-8648-D807CE3C3E89}" type="slidenum">
              <a:rPr lang="en-US" altLang="en-US">
                <a:latin typeface="Arial Black" panose="020B0604020202020204" pitchFamily="34" charset="0"/>
              </a:rPr>
              <a:pPr/>
              <a:t>15</a:t>
            </a:fld>
            <a:endParaRPr lang="en-US" altLang="en-US">
              <a:latin typeface="Arial Black" panose="020B0604020202020204" pitchFamily="34" charset="0"/>
            </a:endParaRPr>
          </a:p>
        </p:txBody>
      </p:sp>
      <p:sp>
        <p:nvSpPr>
          <p:cNvPr id="88068" name="Date Placeholder 4">
            <a:extLst>
              <a:ext uri="{FF2B5EF4-FFF2-40B4-BE49-F238E27FC236}">
                <a16:creationId xmlns:a16="http://schemas.microsoft.com/office/drawing/2014/main" id="{3F9B3456-FFD4-CA73-E0C7-0BD619513AD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F7C9087-E404-344A-8DB6-F956AF397AE1}" type="datetime1">
              <a:rPr lang="en-US" altLang="en-LK" smtClean="0"/>
              <a:pPr/>
              <a:t>11/22/23</a:t>
            </a:fld>
            <a:endParaRPr lang="en-US" altLang="en-LK"/>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a:extLst>
              <a:ext uri="{FF2B5EF4-FFF2-40B4-BE49-F238E27FC236}">
                <a16:creationId xmlns:a16="http://schemas.microsoft.com/office/drawing/2014/main" id="{73A66A4A-5298-49C6-1E5D-E60428020D2A}"/>
              </a:ext>
            </a:extLst>
          </p:cNvPr>
          <p:cNvSpPr>
            <a:spLocks noGrp="1"/>
          </p:cNvSpPr>
          <p:nvPr>
            <p:ph type="title"/>
          </p:nvPr>
        </p:nvSpPr>
        <p:spPr/>
        <p:txBody>
          <a:bodyPr/>
          <a:lstStyle/>
          <a:p>
            <a:endParaRPr lang="en-LK" altLang="en-LK"/>
          </a:p>
        </p:txBody>
      </p:sp>
      <p:pic>
        <p:nvPicPr>
          <p:cNvPr id="89090" name="Content Placeholder 5">
            <a:extLst>
              <a:ext uri="{FF2B5EF4-FFF2-40B4-BE49-F238E27FC236}">
                <a16:creationId xmlns:a16="http://schemas.microsoft.com/office/drawing/2014/main" id="{18E52D73-CF56-9B8A-A233-0278510D40E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220788" y="1371600"/>
            <a:ext cx="6702425" cy="4495800"/>
          </a:xfrm>
        </p:spPr>
      </p:pic>
      <p:sp>
        <p:nvSpPr>
          <p:cNvPr id="89091" name="Slide Number Placeholder 3">
            <a:extLst>
              <a:ext uri="{FF2B5EF4-FFF2-40B4-BE49-F238E27FC236}">
                <a16:creationId xmlns:a16="http://schemas.microsoft.com/office/drawing/2014/main" id="{22345D14-032B-54CC-78AD-EFCD8FD0D6E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4FAA29D-907E-7A4F-A815-C49B33ED29F6}" type="slidenum">
              <a:rPr lang="en-US" altLang="en-US">
                <a:latin typeface="Arial Black" panose="020B0604020202020204" pitchFamily="34" charset="0"/>
              </a:rPr>
              <a:pPr/>
              <a:t>16</a:t>
            </a:fld>
            <a:endParaRPr lang="en-US" altLang="en-US">
              <a:latin typeface="Arial Black" panose="020B0604020202020204" pitchFamily="34" charset="0"/>
            </a:endParaRPr>
          </a:p>
        </p:txBody>
      </p:sp>
      <p:sp>
        <p:nvSpPr>
          <p:cNvPr id="89092" name="Date Placeholder 4">
            <a:extLst>
              <a:ext uri="{FF2B5EF4-FFF2-40B4-BE49-F238E27FC236}">
                <a16:creationId xmlns:a16="http://schemas.microsoft.com/office/drawing/2014/main" id="{8E6E2287-B3AB-9829-559F-145801B7851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AF16CB8-0BDD-B74F-868C-75ABCD30390D}" type="datetime1">
              <a:rPr lang="en-US" altLang="en-LK" smtClean="0"/>
              <a:pPr/>
              <a:t>11/22/23</a:t>
            </a:fld>
            <a:endParaRPr lang="en-US" altLang="en-LK"/>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CA324DA4-FCFC-2DE1-91B6-FB5AE17FC2E9}"/>
              </a:ext>
            </a:extLst>
          </p:cNvPr>
          <p:cNvSpPr>
            <a:spLocks noGrp="1"/>
          </p:cNvSpPr>
          <p:nvPr>
            <p:ph type="title"/>
          </p:nvPr>
        </p:nvSpPr>
        <p:spPr/>
        <p:txBody>
          <a:bodyPr/>
          <a:lstStyle/>
          <a:p>
            <a:endParaRPr lang="en-LK" altLang="en-LK"/>
          </a:p>
        </p:txBody>
      </p:sp>
      <p:pic>
        <p:nvPicPr>
          <p:cNvPr id="90114" name="Content Placeholder 5">
            <a:extLst>
              <a:ext uri="{FF2B5EF4-FFF2-40B4-BE49-F238E27FC236}">
                <a16:creationId xmlns:a16="http://schemas.microsoft.com/office/drawing/2014/main" id="{65820E3E-650C-ADD9-F2A6-472A771C27C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546225" y="1371600"/>
            <a:ext cx="6051550" cy="4495800"/>
          </a:xfrm>
        </p:spPr>
      </p:pic>
      <p:sp>
        <p:nvSpPr>
          <p:cNvPr id="90115" name="Slide Number Placeholder 3">
            <a:extLst>
              <a:ext uri="{FF2B5EF4-FFF2-40B4-BE49-F238E27FC236}">
                <a16:creationId xmlns:a16="http://schemas.microsoft.com/office/drawing/2014/main" id="{A255C8AD-CC09-75C3-615C-A6A59A88823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C50CEC1-D64D-9346-B2E3-14AFAA7CC4F9}" type="slidenum">
              <a:rPr lang="en-US" altLang="en-US">
                <a:latin typeface="Arial Black" panose="020B0604020202020204" pitchFamily="34" charset="0"/>
              </a:rPr>
              <a:pPr/>
              <a:t>17</a:t>
            </a:fld>
            <a:endParaRPr lang="en-US" altLang="en-US">
              <a:latin typeface="Arial Black" panose="020B0604020202020204" pitchFamily="34" charset="0"/>
            </a:endParaRPr>
          </a:p>
        </p:txBody>
      </p:sp>
      <p:sp>
        <p:nvSpPr>
          <p:cNvPr id="90116" name="Date Placeholder 4">
            <a:extLst>
              <a:ext uri="{FF2B5EF4-FFF2-40B4-BE49-F238E27FC236}">
                <a16:creationId xmlns:a16="http://schemas.microsoft.com/office/drawing/2014/main" id="{FFAA42BD-6103-DFE7-3E79-91AEA7B4B8A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6DA5BB0-9203-7744-A3D7-0EAA5C7D10F2}" type="datetime1">
              <a:rPr lang="en-US" altLang="en-LK" smtClean="0"/>
              <a:pPr/>
              <a:t>11/22/23</a:t>
            </a:fld>
            <a:endParaRPr lang="en-US" altLang="en-LK"/>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3">
            <a:extLst>
              <a:ext uri="{FF2B5EF4-FFF2-40B4-BE49-F238E27FC236}">
                <a16:creationId xmlns:a16="http://schemas.microsoft.com/office/drawing/2014/main" id="{E60F6D47-B7EF-A6A2-0476-0B01BB677B12}"/>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5B02D02-C0B3-D74D-8711-758A334D9E58}" type="slidenum">
              <a:rPr lang="en-US" altLang="en-US" sz="1000">
                <a:latin typeface="Arial Black" panose="020B0604020202020204" pitchFamily="34" charset="0"/>
              </a:rPr>
              <a:pPr>
                <a:spcBef>
                  <a:spcPct val="0"/>
                </a:spcBef>
                <a:buClrTx/>
                <a:buSzTx/>
                <a:buFontTx/>
                <a:buNone/>
              </a:pPr>
              <a:t>18</a:t>
            </a:fld>
            <a:endParaRPr lang="en-US" altLang="en-US" sz="1000">
              <a:latin typeface="Arial Black" panose="020B0604020202020204" pitchFamily="34" charset="0"/>
            </a:endParaRPr>
          </a:p>
        </p:txBody>
      </p:sp>
      <p:sp>
        <p:nvSpPr>
          <p:cNvPr id="61442" name="Slide Number Placeholder 4">
            <a:extLst>
              <a:ext uri="{FF2B5EF4-FFF2-40B4-BE49-F238E27FC236}">
                <a16:creationId xmlns:a16="http://schemas.microsoft.com/office/drawing/2014/main" id="{1455B7FA-76BF-BDBD-01B6-1F0D937DB0D8}"/>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lgn="r" eaLnBrk="1" hangingPunct="1">
              <a:spcBef>
                <a:spcPct val="0"/>
              </a:spcBef>
              <a:buClrTx/>
              <a:buSzTx/>
              <a:buFontTx/>
              <a:buNone/>
            </a:pPr>
            <a:fld id="{5EE31B38-078F-3842-AA08-A84EEF2AD02B}" type="slidenum">
              <a:rPr lang="en-US" altLang="en-US" sz="1000">
                <a:latin typeface="Arial Black" panose="020B0604020202020204" pitchFamily="34" charset="0"/>
              </a:rPr>
              <a:pPr algn="r" eaLnBrk="1" hangingPunct="1">
                <a:spcBef>
                  <a:spcPct val="0"/>
                </a:spcBef>
                <a:buClrTx/>
                <a:buSzTx/>
                <a:buFontTx/>
                <a:buNone/>
              </a:pPr>
              <a:t>18</a:t>
            </a:fld>
            <a:endParaRPr lang="en-US" altLang="en-US" sz="1000">
              <a:latin typeface="Arial Black" panose="020B0604020202020204" pitchFamily="34" charset="0"/>
            </a:endParaRPr>
          </a:p>
        </p:txBody>
      </p:sp>
      <p:sp>
        <p:nvSpPr>
          <p:cNvPr id="61443" name="Date Placeholder 5">
            <a:extLst>
              <a:ext uri="{FF2B5EF4-FFF2-40B4-BE49-F238E27FC236}">
                <a16:creationId xmlns:a16="http://schemas.microsoft.com/office/drawing/2014/main" id="{91384A3E-48C7-B5CF-F0A4-9A6A41D608E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1AAE386-2132-4C4E-AAC6-943DE145F33D}" type="datetime1">
              <a:rPr lang="en-US" altLang="en-US" sz="1200" smtClean="0"/>
              <a:pPr>
                <a:spcBef>
                  <a:spcPct val="0"/>
                </a:spcBef>
                <a:buClrTx/>
                <a:buSzTx/>
                <a:buFontTx/>
                <a:buNone/>
              </a:pPr>
              <a:t>11/22/23</a:t>
            </a:fld>
            <a:endParaRPr lang="en-US" altLang="en-US" sz="1200"/>
          </a:p>
        </p:txBody>
      </p:sp>
      <p:sp>
        <p:nvSpPr>
          <p:cNvPr id="61444" name="Rectangle 2">
            <a:extLst>
              <a:ext uri="{FF2B5EF4-FFF2-40B4-BE49-F238E27FC236}">
                <a16:creationId xmlns:a16="http://schemas.microsoft.com/office/drawing/2014/main" id="{B2B79031-582B-95F2-EC87-4791E2C6CD5B}"/>
              </a:ext>
            </a:extLst>
          </p:cNvPr>
          <p:cNvSpPr>
            <a:spLocks noGrp="1" noChangeArrowheads="1"/>
          </p:cNvSpPr>
          <p:nvPr>
            <p:ph type="title"/>
          </p:nvPr>
        </p:nvSpPr>
        <p:spPr/>
        <p:txBody>
          <a:bodyPr/>
          <a:lstStyle/>
          <a:p>
            <a:pPr eaLnBrk="1" hangingPunct="1"/>
            <a:r>
              <a:rPr lang="en-US" altLang="en-US"/>
              <a:t>Inheritance Summary</a:t>
            </a:r>
          </a:p>
        </p:txBody>
      </p:sp>
      <p:sp>
        <p:nvSpPr>
          <p:cNvPr id="61445" name="Rectangle 3">
            <a:extLst>
              <a:ext uri="{FF2B5EF4-FFF2-40B4-BE49-F238E27FC236}">
                <a16:creationId xmlns:a16="http://schemas.microsoft.com/office/drawing/2014/main" id="{5033CD57-52FE-D438-A533-8FE35977E3C8}"/>
              </a:ext>
            </a:extLst>
          </p:cNvPr>
          <p:cNvSpPr>
            <a:spLocks noGrp="1" noChangeArrowheads="1"/>
          </p:cNvSpPr>
          <p:nvPr>
            <p:ph type="body" idx="1"/>
          </p:nvPr>
        </p:nvSpPr>
        <p:spPr/>
        <p:txBody>
          <a:bodyPr/>
          <a:lstStyle/>
          <a:p>
            <a:pPr eaLnBrk="1" hangingPunct="1"/>
            <a:r>
              <a:rPr lang="en-US" altLang="en-US"/>
              <a:t>The sub-class can share state with the base class.  Now you have two objects that share state. </a:t>
            </a:r>
          </a:p>
          <a:p>
            <a:pPr eaLnBrk="1" hangingPunct="1">
              <a:buFont typeface="Wingdings" pitchFamily="2" charset="2"/>
              <a:buNone/>
            </a:pPr>
            <a:endParaRPr lang="en-US" altLang="en-US"/>
          </a:p>
          <a:p>
            <a:pPr eaLnBrk="1" hangingPunct="1"/>
            <a:r>
              <a:rPr lang="en-US" altLang="en-US"/>
              <a:t>“Gang of Four” recommends usages of a registry of Singletons.  The base class reads an environment variable to determine which Singleton to use.</a:t>
            </a:r>
          </a:p>
          <a:p>
            <a:pPr eaLnBrk="1" hangingPunct="1"/>
            <a:endParaRPr lang="en-US" altLang="en-US" u="sng"/>
          </a:p>
          <a:p>
            <a:pPr eaLnBrk="1" hangingPunct="1"/>
            <a:r>
              <a:rPr lang="en-US" altLang="en-US" u="sng"/>
              <a:t>Bottom Line</a:t>
            </a:r>
            <a:r>
              <a:rPr lang="en-US" altLang="en-US"/>
              <a:t>: Singletons and Inheritance do not mix well.  </a:t>
            </a:r>
          </a:p>
          <a:p>
            <a:pPr lvl="1" eaLnBrk="1" hangingPunct="1"/>
            <a:endParaRPr lang="en-US" altLang="en-US"/>
          </a:p>
          <a:p>
            <a:pPr lvl="1" eaLnBrk="1" hangingPunct="1"/>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3">
            <a:extLst>
              <a:ext uri="{FF2B5EF4-FFF2-40B4-BE49-F238E27FC236}">
                <a16:creationId xmlns:a16="http://schemas.microsoft.com/office/drawing/2014/main" id="{C2415C9B-10F3-3B96-AC67-0CD5D063E649}"/>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FA1D4E5-ACB1-0A4A-85DB-113687F388AF}" type="slidenum">
              <a:rPr lang="en-US" altLang="en-US" sz="1000">
                <a:latin typeface="Arial Black" panose="020B0604020202020204" pitchFamily="34" charset="0"/>
              </a:rPr>
              <a:pPr>
                <a:spcBef>
                  <a:spcPct val="0"/>
                </a:spcBef>
                <a:buClrTx/>
                <a:buSzTx/>
                <a:buFontTx/>
                <a:buNone/>
              </a:pPr>
              <a:t>19</a:t>
            </a:fld>
            <a:endParaRPr lang="en-US" altLang="en-US" sz="1000">
              <a:latin typeface="Arial Black" panose="020B0604020202020204" pitchFamily="34" charset="0"/>
            </a:endParaRPr>
          </a:p>
        </p:txBody>
      </p:sp>
      <p:sp>
        <p:nvSpPr>
          <p:cNvPr id="63490" name="Rectangle 2">
            <a:extLst>
              <a:ext uri="{FF2B5EF4-FFF2-40B4-BE49-F238E27FC236}">
                <a16:creationId xmlns:a16="http://schemas.microsoft.com/office/drawing/2014/main" id="{19E05D4C-B78C-4ADC-AC79-B513986F2361}"/>
              </a:ext>
            </a:extLst>
          </p:cNvPr>
          <p:cNvSpPr>
            <a:spLocks noGrp="1" noChangeArrowheads="1"/>
          </p:cNvSpPr>
          <p:nvPr>
            <p:ph type="title"/>
          </p:nvPr>
        </p:nvSpPr>
        <p:spPr/>
        <p:txBody>
          <a:bodyPr/>
          <a:lstStyle/>
          <a:p>
            <a:r>
              <a:rPr lang="en-US" altLang="en-US"/>
              <a:t>Add Registry to Singleton</a:t>
            </a:r>
          </a:p>
        </p:txBody>
      </p:sp>
      <p:sp>
        <p:nvSpPr>
          <p:cNvPr id="63491" name="Rectangle 3">
            <a:extLst>
              <a:ext uri="{FF2B5EF4-FFF2-40B4-BE49-F238E27FC236}">
                <a16:creationId xmlns:a16="http://schemas.microsoft.com/office/drawing/2014/main" id="{8C5D9F75-5644-AB14-2040-C4EA6D85CEAF}"/>
              </a:ext>
            </a:extLst>
          </p:cNvPr>
          <p:cNvSpPr>
            <a:spLocks noGrp="1" noChangeArrowheads="1"/>
          </p:cNvSpPr>
          <p:nvPr>
            <p:ph type="body" idx="1"/>
          </p:nvPr>
        </p:nvSpPr>
        <p:spPr>
          <a:xfrm>
            <a:off x="228600" y="1143000"/>
            <a:ext cx="8382000" cy="5562600"/>
          </a:xfrm>
        </p:spPr>
        <p:txBody>
          <a:bodyPr/>
          <a:lstStyle/>
          <a:p>
            <a:pPr>
              <a:lnSpc>
                <a:spcPct val="80000"/>
              </a:lnSpc>
              <a:buFont typeface="Wingdings" pitchFamily="2" charset="2"/>
              <a:buNone/>
            </a:pPr>
            <a:r>
              <a:rPr lang="en-US" altLang="en-US" sz="1400">
                <a:latin typeface="Courier New" panose="02070309020205020404" pitchFamily="49" charset="0"/>
              </a:rPr>
              <a:t> public class BaseSingleton</a:t>
            </a:r>
          </a:p>
          <a:p>
            <a:pPr>
              <a:lnSpc>
                <a:spcPct val="80000"/>
              </a:lnSpc>
              <a:buFont typeface="Wingdings" pitchFamily="2" charset="2"/>
              <a:buNone/>
            </a:pPr>
            <a:r>
              <a:rPr lang="en-US" altLang="en-US" sz="1400">
                <a:latin typeface="Courier New" panose="02070309020205020404" pitchFamily="49" charset="0"/>
              </a:rPr>
              <a:t>    {</a:t>
            </a:r>
          </a:p>
          <a:p>
            <a:pPr>
              <a:lnSpc>
                <a:spcPct val="80000"/>
              </a:lnSpc>
              <a:buFont typeface="Wingdings" pitchFamily="2" charset="2"/>
              <a:buNone/>
            </a:pPr>
            <a:r>
              <a:rPr lang="en-US" altLang="en-US" sz="1400">
                <a:latin typeface="Courier New" panose="02070309020205020404" pitchFamily="49" charset="0"/>
              </a:rPr>
              <a:t>        protected BaseSingleton() { }</a:t>
            </a:r>
          </a:p>
          <a:p>
            <a:pPr>
              <a:lnSpc>
                <a:spcPct val="80000"/>
              </a:lnSpc>
              <a:buFont typeface="Wingdings" pitchFamily="2" charset="2"/>
              <a:buNone/>
            </a:pPr>
            <a:endParaRPr lang="en-US" altLang="en-US" sz="1400">
              <a:latin typeface="Courier New" panose="02070309020205020404" pitchFamily="49" charset="0"/>
            </a:endParaRPr>
          </a:p>
          <a:p>
            <a:pPr>
              <a:lnSpc>
                <a:spcPct val="80000"/>
              </a:lnSpc>
              <a:buFont typeface="Wingdings" pitchFamily="2" charset="2"/>
              <a:buNone/>
            </a:pPr>
            <a:r>
              <a:rPr lang="en-US" altLang="en-US" sz="1400">
                <a:latin typeface="Courier New" panose="02070309020205020404" pitchFamily="49" charset="0"/>
              </a:rPr>
              <a:t>        private static HashMap map = new HashMap();</a:t>
            </a:r>
          </a:p>
          <a:p>
            <a:pPr>
              <a:lnSpc>
                <a:spcPct val="80000"/>
              </a:lnSpc>
              <a:buFont typeface="Wingdings" pitchFamily="2" charset="2"/>
              <a:buNone/>
            </a:pPr>
            <a:endParaRPr lang="en-US" altLang="en-US" sz="1400">
              <a:latin typeface="Courier New" panose="02070309020205020404" pitchFamily="49" charset="0"/>
            </a:endParaRPr>
          </a:p>
          <a:p>
            <a:pPr>
              <a:lnSpc>
                <a:spcPct val="80000"/>
              </a:lnSpc>
              <a:buFont typeface="Wingdings" pitchFamily="2" charset="2"/>
              <a:buNone/>
            </a:pPr>
            <a:r>
              <a:rPr lang="en-US" altLang="en-US" sz="1400">
                <a:latin typeface="Courier New" panose="02070309020205020404" pitchFamily="49" charset="0"/>
              </a:rPr>
              <a:t>        public static BaseSingleton getInstance(String classname)</a:t>
            </a:r>
          </a:p>
          <a:p>
            <a:pPr>
              <a:lnSpc>
                <a:spcPct val="80000"/>
              </a:lnSpc>
              <a:buFont typeface="Wingdings" pitchFamily="2" charset="2"/>
              <a:buNone/>
            </a:pPr>
            <a:r>
              <a:rPr lang="en-US" altLang="en-US" sz="1400">
                <a:latin typeface="Courier New" panose="02070309020205020404" pitchFamily="49" charset="0"/>
              </a:rPr>
              <a:t>        {</a:t>
            </a:r>
          </a:p>
          <a:p>
            <a:pPr>
              <a:lnSpc>
                <a:spcPct val="80000"/>
              </a:lnSpc>
              <a:buFont typeface="Wingdings" pitchFamily="2" charset="2"/>
              <a:buNone/>
            </a:pPr>
            <a:r>
              <a:rPr lang="en-US" altLang="en-US" sz="1400">
                <a:latin typeface="Courier New" panose="02070309020205020404" pitchFamily="49" charset="0"/>
              </a:rPr>
              <a:t>            //First, attempt to get Singleton from HashMap</a:t>
            </a:r>
          </a:p>
          <a:p>
            <a:pPr>
              <a:lnSpc>
                <a:spcPct val="80000"/>
              </a:lnSpc>
              <a:buFont typeface="Wingdings" pitchFamily="2" charset="2"/>
              <a:buNone/>
            </a:pPr>
            <a:r>
              <a:rPr lang="en-US" altLang="en-US" sz="1400">
                <a:latin typeface="Courier New" panose="02070309020205020404" pitchFamily="49" charset="0"/>
              </a:rPr>
              <a:t>            BaseSingleton singleton = (BaseSingleton)map.get(classname);</a:t>
            </a:r>
          </a:p>
          <a:p>
            <a:pPr>
              <a:lnSpc>
                <a:spcPct val="80000"/>
              </a:lnSpc>
              <a:buFont typeface="Wingdings" pitchFamily="2" charset="2"/>
              <a:buNone/>
            </a:pPr>
            <a:endParaRPr lang="en-US" altLang="en-US" sz="1400">
              <a:latin typeface="Courier New" panose="02070309020205020404" pitchFamily="49" charset="0"/>
            </a:endParaRPr>
          </a:p>
          <a:p>
            <a:pPr>
              <a:lnSpc>
                <a:spcPct val="80000"/>
              </a:lnSpc>
              <a:buFont typeface="Wingdings" pitchFamily="2" charset="2"/>
              <a:buNone/>
            </a:pPr>
            <a:r>
              <a:rPr lang="en-US" altLang="en-US" sz="1400">
                <a:latin typeface="Courier New" panose="02070309020205020404" pitchFamily="49" charset="0"/>
              </a:rPr>
              <a:t>            if (singleton != null)</a:t>
            </a:r>
          </a:p>
          <a:p>
            <a:pPr>
              <a:lnSpc>
                <a:spcPct val="80000"/>
              </a:lnSpc>
              <a:buFont typeface="Wingdings" pitchFamily="2" charset="2"/>
              <a:buNone/>
            </a:pPr>
            <a:r>
              <a:rPr lang="en-US" altLang="en-US" sz="1400">
                <a:latin typeface="Courier New" panose="02070309020205020404" pitchFamily="49" charset="0"/>
              </a:rPr>
              <a:t>                return singleton;</a:t>
            </a:r>
          </a:p>
          <a:p>
            <a:pPr>
              <a:lnSpc>
                <a:spcPct val="80000"/>
              </a:lnSpc>
              <a:buFont typeface="Wingdings" pitchFamily="2" charset="2"/>
              <a:buNone/>
            </a:pPr>
            <a:r>
              <a:rPr lang="en-US" altLang="en-US" sz="1400">
                <a:latin typeface="Courier New" panose="02070309020205020404" pitchFamily="49" charset="0"/>
              </a:rPr>
              <a:t>            else</a:t>
            </a:r>
          </a:p>
          <a:p>
            <a:pPr>
              <a:lnSpc>
                <a:spcPct val="80000"/>
              </a:lnSpc>
              <a:buFont typeface="Wingdings" pitchFamily="2" charset="2"/>
              <a:buNone/>
            </a:pPr>
            <a:r>
              <a:rPr lang="en-US" altLang="en-US" sz="1400">
                <a:latin typeface="Courier New" panose="02070309020205020404" pitchFamily="49" charset="0"/>
              </a:rPr>
              <a:t>            {</a:t>
            </a:r>
          </a:p>
          <a:p>
            <a:pPr>
              <a:lnSpc>
                <a:spcPct val="80000"/>
              </a:lnSpc>
              <a:buFont typeface="Wingdings" pitchFamily="2" charset="2"/>
              <a:buNone/>
            </a:pPr>
            <a:r>
              <a:rPr lang="en-US" altLang="en-US" sz="1400">
                <a:latin typeface="Courier New" panose="02070309020205020404" pitchFamily="49" charset="0"/>
              </a:rPr>
              <a:t>                //Singleton not found</a:t>
            </a:r>
          </a:p>
          <a:p>
            <a:pPr>
              <a:lnSpc>
                <a:spcPct val="80000"/>
              </a:lnSpc>
              <a:buFont typeface="Wingdings" pitchFamily="2" charset="2"/>
              <a:buNone/>
            </a:pPr>
            <a:r>
              <a:rPr lang="en-US" altLang="en-US" sz="1400">
                <a:latin typeface="Courier New" panose="02070309020205020404" pitchFamily="49" charset="0"/>
              </a:rPr>
              <a:t>                if (classname.Equals("SubClassSingleton"))</a:t>
            </a:r>
          </a:p>
          <a:p>
            <a:pPr>
              <a:lnSpc>
                <a:spcPct val="80000"/>
              </a:lnSpc>
              <a:buFont typeface="Wingdings" pitchFamily="2" charset="2"/>
              <a:buNone/>
            </a:pPr>
            <a:r>
              <a:rPr lang="en-US" altLang="en-US" sz="1400">
                <a:latin typeface="Courier New" panose="02070309020205020404" pitchFamily="49" charset="0"/>
              </a:rPr>
              <a:t>                    singleton = new SubClassSingleton();</a:t>
            </a:r>
          </a:p>
          <a:p>
            <a:pPr>
              <a:lnSpc>
                <a:spcPct val="80000"/>
              </a:lnSpc>
              <a:buFont typeface="Wingdings" pitchFamily="2" charset="2"/>
              <a:buNone/>
            </a:pPr>
            <a:r>
              <a:rPr lang="en-US" altLang="en-US" sz="1400">
                <a:latin typeface="Courier New" panose="02070309020205020404" pitchFamily="49" charset="0"/>
              </a:rPr>
              <a:t>                else ...... </a:t>
            </a:r>
          </a:p>
          <a:p>
            <a:pPr>
              <a:lnSpc>
                <a:spcPct val="80000"/>
              </a:lnSpc>
              <a:buFont typeface="Wingdings" pitchFamily="2" charset="2"/>
              <a:buNone/>
            </a:pPr>
            <a:endParaRPr lang="en-US" altLang="en-US" sz="1400">
              <a:latin typeface="Courier New" panose="02070309020205020404" pitchFamily="49" charset="0"/>
            </a:endParaRPr>
          </a:p>
          <a:p>
            <a:pPr>
              <a:lnSpc>
                <a:spcPct val="80000"/>
              </a:lnSpc>
              <a:buFont typeface="Wingdings" pitchFamily="2" charset="2"/>
              <a:buNone/>
            </a:pPr>
            <a:r>
              <a:rPr lang="en-US" altLang="en-US" sz="1400">
                <a:latin typeface="Courier New" panose="02070309020205020404" pitchFamily="49" charset="0"/>
              </a:rPr>
              <a:t>                //Add singleton to HashMap so we can get it again</a:t>
            </a:r>
          </a:p>
          <a:p>
            <a:pPr>
              <a:lnSpc>
                <a:spcPct val="80000"/>
              </a:lnSpc>
              <a:buFont typeface="Wingdings" pitchFamily="2" charset="2"/>
              <a:buNone/>
            </a:pPr>
            <a:r>
              <a:rPr lang="en-US" altLang="en-US" sz="1400">
                <a:latin typeface="Courier New" panose="02070309020205020404" pitchFamily="49" charset="0"/>
              </a:rPr>
              <a:t>                map.put(classname, singleton);</a:t>
            </a:r>
          </a:p>
          <a:p>
            <a:pPr>
              <a:lnSpc>
                <a:spcPct val="80000"/>
              </a:lnSpc>
              <a:buFont typeface="Wingdings" pitchFamily="2" charset="2"/>
              <a:buNone/>
            </a:pPr>
            <a:endParaRPr lang="en-US" altLang="en-US" sz="1400">
              <a:latin typeface="Courier New" panose="02070309020205020404" pitchFamily="49" charset="0"/>
            </a:endParaRPr>
          </a:p>
          <a:p>
            <a:pPr>
              <a:lnSpc>
                <a:spcPct val="80000"/>
              </a:lnSpc>
              <a:buFont typeface="Wingdings" pitchFamily="2" charset="2"/>
              <a:buNone/>
            </a:pPr>
            <a:r>
              <a:rPr lang="en-US" altLang="en-US" sz="1400">
                <a:latin typeface="Courier New" panose="02070309020205020404" pitchFamily="49" charset="0"/>
              </a:rPr>
              <a:t>                return singleton;</a:t>
            </a:r>
          </a:p>
          <a:p>
            <a:pPr>
              <a:lnSpc>
                <a:spcPct val="80000"/>
              </a:lnSpc>
              <a:buFont typeface="Wingdings" pitchFamily="2" charset="2"/>
              <a:buNone/>
            </a:pPr>
            <a:r>
              <a:rPr lang="en-US" altLang="en-US" sz="1400">
                <a:latin typeface="Courier New" panose="02070309020205020404" pitchFamily="49" charset="0"/>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3">
            <a:extLst>
              <a:ext uri="{FF2B5EF4-FFF2-40B4-BE49-F238E27FC236}">
                <a16:creationId xmlns:a16="http://schemas.microsoft.com/office/drawing/2014/main" id="{B7D479C4-EE82-6B43-268C-5DE0DCF94061}"/>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699B1CD-B9A2-5E4C-9807-075CAA763DA8}" type="slidenum">
              <a:rPr lang="en-US" altLang="en-US" sz="1000">
                <a:latin typeface="Arial Black" panose="020B0604020202020204" pitchFamily="34" charset="0"/>
              </a:rPr>
              <a:pPr>
                <a:spcBef>
                  <a:spcPct val="0"/>
                </a:spcBef>
                <a:buClrTx/>
                <a:buSzTx/>
                <a:buFontTx/>
                <a:buNone/>
              </a:pPr>
              <a:t>20</a:t>
            </a:fld>
            <a:endParaRPr lang="en-US" altLang="en-US" sz="1000">
              <a:latin typeface="Arial Black" panose="020B0604020202020204" pitchFamily="34" charset="0"/>
            </a:endParaRPr>
          </a:p>
        </p:txBody>
      </p:sp>
      <p:sp>
        <p:nvSpPr>
          <p:cNvPr id="65538" name="Rectangle 2">
            <a:extLst>
              <a:ext uri="{FF2B5EF4-FFF2-40B4-BE49-F238E27FC236}">
                <a16:creationId xmlns:a16="http://schemas.microsoft.com/office/drawing/2014/main" id="{C2996C6C-648A-572C-44F6-DB4003BC31B1}"/>
              </a:ext>
            </a:extLst>
          </p:cNvPr>
          <p:cNvSpPr>
            <a:spLocks noGrp="1" noChangeArrowheads="1"/>
          </p:cNvSpPr>
          <p:nvPr>
            <p:ph type="title"/>
          </p:nvPr>
        </p:nvSpPr>
        <p:spPr/>
        <p:txBody>
          <a:bodyPr/>
          <a:lstStyle/>
          <a:p>
            <a:r>
              <a:rPr lang="en-US" altLang="en-US"/>
              <a:t>SingletonRegistry Class</a:t>
            </a:r>
          </a:p>
        </p:txBody>
      </p:sp>
      <p:sp>
        <p:nvSpPr>
          <p:cNvPr id="65539" name="Rectangle 3">
            <a:extLst>
              <a:ext uri="{FF2B5EF4-FFF2-40B4-BE49-F238E27FC236}">
                <a16:creationId xmlns:a16="http://schemas.microsoft.com/office/drawing/2014/main" id="{C7418D7C-5A05-6B76-C174-53E6F5D783D5}"/>
              </a:ext>
            </a:extLst>
          </p:cNvPr>
          <p:cNvSpPr>
            <a:spLocks noGrp="1" noChangeArrowheads="1"/>
          </p:cNvSpPr>
          <p:nvPr>
            <p:ph type="body" idx="1"/>
          </p:nvPr>
        </p:nvSpPr>
        <p:spPr/>
        <p:txBody>
          <a:bodyPr/>
          <a:lstStyle/>
          <a:p>
            <a:pPr>
              <a:buFont typeface="Wingdings" pitchFamily="2" charset="2"/>
              <a:buNone/>
            </a:pPr>
            <a:r>
              <a:rPr lang="en-US" altLang="en-US"/>
              <a:t>Source</a:t>
            </a:r>
          </a:p>
          <a:p>
            <a:pPr lvl="1"/>
            <a:r>
              <a:rPr lang="en-US" altLang="en-US">
                <a:hlinkClick r:id="rId3"/>
              </a:rPr>
              <a:t>http://www.javaworld.com/javaworld/jw-04-2003/jw-0425-designpatterns.html?page=6</a:t>
            </a:r>
            <a:endParaRPr lang="en-US" altLang="en-US"/>
          </a:p>
          <a:p>
            <a:pPr lvl="1"/>
            <a:endParaRPr lang="en-US" altLang="en-US"/>
          </a:p>
          <a:p>
            <a:pPr>
              <a:buFont typeface="Wingdings" pitchFamily="2" charset="2"/>
              <a:buNone/>
            </a:pPr>
            <a:r>
              <a:rPr lang="en-US" altLang="en-US"/>
              <a:t>Describes a SingletonRegistry whose purpose is to store Singletons! </a:t>
            </a:r>
          </a:p>
          <a:p>
            <a:pPr>
              <a:buFont typeface="Wingdings" pitchFamily="2" charset="2"/>
              <a:buNone/>
            </a:pPr>
            <a:endParaRPr lang="en-US" altLang="en-US"/>
          </a:p>
          <a:p>
            <a:pPr>
              <a:buFont typeface="Wingdings" pitchFamily="2" charset="2"/>
              <a:buNone/>
            </a:pPr>
            <a:r>
              <a:rPr lang="en-US" altLang="en-US" sz="1600">
                <a:latin typeface="Courier New" panose="02070309020205020404" pitchFamily="49" charset="0"/>
              </a:rPr>
              <a:t>public static Singleton getInstance() { return (Singleton)</a:t>
            </a:r>
            <a:r>
              <a:rPr lang="en-US" altLang="en-US" sz="1600" b="1">
                <a:latin typeface="Courier New" panose="02070309020205020404" pitchFamily="49" charset="0"/>
              </a:rPr>
              <a:t>SingletonRegistry.REGISTRY</a:t>
            </a:r>
            <a:r>
              <a:rPr lang="en-US" altLang="en-US" sz="1600">
                <a:latin typeface="Courier New" panose="02070309020205020404" pitchFamily="49" charset="0"/>
              </a:rPr>
              <a:t>.getInstance(classname); }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3">
            <a:extLst>
              <a:ext uri="{FF2B5EF4-FFF2-40B4-BE49-F238E27FC236}">
                <a16:creationId xmlns:a16="http://schemas.microsoft.com/office/drawing/2014/main" id="{1DFCB9B4-7039-A7C7-0446-70496CC24E78}"/>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975AF41-D270-E742-B883-C9392055EF46}" type="slidenum">
              <a:rPr lang="en-US" altLang="en-US" sz="1000">
                <a:latin typeface="Arial Black" panose="020B0604020202020204" pitchFamily="34" charset="0"/>
              </a:rPr>
              <a:pPr>
                <a:spcBef>
                  <a:spcPct val="0"/>
                </a:spcBef>
                <a:buClrTx/>
                <a:buSzTx/>
                <a:buFontTx/>
                <a:buNone/>
              </a:pPr>
              <a:t>21</a:t>
            </a:fld>
            <a:endParaRPr lang="en-US" altLang="en-US" sz="1000">
              <a:latin typeface="Arial Black" panose="020B0604020202020204" pitchFamily="34" charset="0"/>
            </a:endParaRPr>
          </a:p>
        </p:txBody>
      </p:sp>
      <p:sp>
        <p:nvSpPr>
          <p:cNvPr id="67586" name="Title 1">
            <a:extLst>
              <a:ext uri="{FF2B5EF4-FFF2-40B4-BE49-F238E27FC236}">
                <a16:creationId xmlns:a16="http://schemas.microsoft.com/office/drawing/2014/main" id="{D7363B78-B132-B7D6-6E0D-A85A341CAA9F}"/>
              </a:ext>
            </a:extLst>
          </p:cNvPr>
          <p:cNvSpPr>
            <a:spLocks noGrp="1"/>
          </p:cNvSpPr>
          <p:nvPr>
            <p:ph type="title"/>
          </p:nvPr>
        </p:nvSpPr>
        <p:spPr/>
        <p:txBody>
          <a:bodyPr/>
          <a:lstStyle/>
          <a:p>
            <a:r>
              <a:rPr lang="en-US" altLang="en-US"/>
              <a:t>Case Study: Dependencies</a:t>
            </a:r>
          </a:p>
        </p:txBody>
      </p:sp>
      <p:sp>
        <p:nvSpPr>
          <p:cNvPr id="67587" name="Content Placeholder 2">
            <a:extLst>
              <a:ext uri="{FF2B5EF4-FFF2-40B4-BE49-F238E27FC236}">
                <a16:creationId xmlns:a16="http://schemas.microsoft.com/office/drawing/2014/main" id="{90BC4D03-D477-B1F8-2A65-CBACB22749FF}"/>
              </a:ext>
            </a:extLst>
          </p:cNvPr>
          <p:cNvSpPr>
            <a:spLocks noGrp="1"/>
          </p:cNvSpPr>
          <p:nvPr>
            <p:ph idx="1"/>
          </p:nvPr>
        </p:nvSpPr>
        <p:spPr>
          <a:xfrm>
            <a:off x="609600" y="1295400"/>
            <a:ext cx="7696200" cy="48768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public class Searcher</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a:p>
            <a:pPr>
              <a:buFont typeface="Wingdings" pitchFamily="2" charset="2"/>
              <a:buNone/>
            </a:pPr>
            <a:r>
              <a:rPr lang="en-US" altLang="en-US" sz="1600">
                <a:latin typeface="Courier New" panose="02070309020205020404" pitchFamily="49" charset="0"/>
                <a:cs typeface="Courier New" panose="02070309020205020404" pitchFamily="49" charset="0"/>
              </a:rPr>
              <a:t>    //Singleton Setup code Here</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public Collection FindCustomers(String criteria)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String conStr = GetConnectionFromRegistry();</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OracleConnection conn = new OracleConnection(conStr);</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//Query database using criteria</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return (Collection of customers);</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p:txBody>
      </p:sp>
      <p:sp>
        <p:nvSpPr>
          <p:cNvPr id="67588" name="Slide Number Placeholder 3">
            <a:extLst>
              <a:ext uri="{FF2B5EF4-FFF2-40B4-BE49-F238E27FC236}">
                <a16:creationId xmlns:a16="http://schemas.microsoft.com/office/drawing/2014/main" id="{A4C655F8-3E96-CB0F-6EA4-980721779549}"/>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lgn="r" eaLnBrk="1" hangingPunct="1">
              <a:spcBef>
                <a:spcPct val="0"/>
              </a:spcBef>
              <a:buClrTx/>
              <a:buSzTx/>
              <a:buFontTx/>
              <a:buNone/>
            </a:pPr>
            <a:fld id="{0C6535D1-D6FF-8849-AC61-2F2D2CD46168}" type="slidenum">
              <a:rPr lang="en-US" altLang="en-US" sz="1000">
                <a:latin typeface="Arial Black" panose="020B0604020202020204" pitchFamily="34" charset="0"/>
              </a:rPr>
              <a:pPr algn="r" eaLnBrk="1" hangingPunct="1">
                <a:spcBef>
                  <a:spcPct val="0"/>
                </a:spcBef>
                <a:buClrTx/>
                <a:buSzTx/>
                <a:buFontTx/>
                <a:buNone/>
              </a:pPr>
              <a:t>21</a:t>
            </a:fld>
            <a:endParaRPr lang="en-US" altLang="en-US" sz="1000">
              <a:latin typeface="Arial Black" panose="020B0604020202020204" pitchFamily="34" charset="0"/>
            </a:endParaRPr>
          </a:p>
        </p:txBody>
      </p:sp>
      <p:sp>
        <p:nvSpPr>
          <p:cNvPr id="67589" name="Date Placeholder 4">
            <a:extLst>
              <a:ext uri="{FF2B5EF4-FFF2-40B4-BE49-F238E27FC236}">
                <a16:creationId xmlns:a16="http://schemas.microsoft.com/office/drawing/2014/main" id="{7FAAD99B-0793-9526-7123-56BC2DBB2745}"/>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F9123147-B991-C949-9198-A97F4D8CA77D}"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3">
            <a:extLst>
              <a:ext uri="{FF2B5EF4-FFF2-40B4-BE49-F238E27FC236}">
                <a16:creationId xmlns:a16="http://schemas.microsoft.com/office/drawing/2014/main" id="{094E46D5-B040-6D3E-20E3-C3A2C7AAD3E0}"/>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A16F96C-1D09-1949-B2F0-96191931CD33}" type="slidenum">
              <a:rPr lang="en-US" altLang="en-US" sz="1000">
                <a:latin typeface="Arial Black" panose="020B0604020202020204" pitchFamily="34" charset="0"/>
              </a:rPr>
              <a:pPr>
                <a:spcBef>
                  <a:spcPct val="0"/>
                </a:spcBef>
                <a:buClrTx/>
                <a:buSzTx/>
                <a:buFontTx/>
                <a:buNone/>
              </a:pPr>
              <a:t>22</a:t>
            </a:fld>
            <a:endParaRPr lang="en-US" altLang="en-US" sz="1000">
              <a:latin typeface="Arial Black" panose="020B0604020202020204" pitchFamily="34" charset="0"/>
            </a:endParaRPr>
          </a:p>
        </p:txBody>
      </p:sp>
      <p:sp>
        <p:nvSpPr>
          <p:cNvPr id="69634" name="Rectangle 2">
            <a:extLst>
              <a:ext uri="{FF2B5EF4-FFF2-40B4-BE49-F238E27FC236}">
                <a16:creationId xmlns:a16="http://schemas.microsoft.com/office/drawing/2014/main" id="{0FF1A08C-B9E2-76EB-8003-30B96B62745E}"/>
              </a:ext>
            </a:extLst>
          </p:cNvPr>
          <p:cNvSpPr>
            <a:spLocks noGrp="1" noChangeArrowheads="1"/>
          </p:cNvSpPr>
          <p:nvPr>
            <p:ph type="title"/>
          </p:nvPr>
        </p:nvSpPr>
        <p:spPr/>
        <p:txBody>
          <a:bodyPr/>
          <a:lstStyle/>
          <a:p>
            <a:r>
              <a:rPr lang="en-US" altLang="en-US"/>
              <a:t>Case Study: Dependencies</a:t>
            </a:r>
          </a:p>
        </p:txBody>
      </p:sp>
      <p:sp>
        <p:nvSpPr>
          <p:cNvPr id="69635" name="Rectangle 3">
            <a:extLst>
              <a:ext uri="{FF2B5EF4-FFF2-40B4-BE49-F238E27FC236}">
                <a16:creationId xmlns:a16="http://schemas.microsoft.com/office/drawing/2014/main" id="{ADF98E05-F679-C3EC-52D8-ADD4F9763A98}"/>
              </a:ext>
            </a:extLst>
          </p:cNvPr>
          <p:cNvSpPr>
            <a:spLocks noGrp="1" noChangeArrowheads="1"/>
          </p:cNvSpPr>
          <p:nvPr>
            <p:ph type="body" idx="1"/>
          </p:nvPr>
        </p:nvSpPr>
        <p:spPr/>
        <p:txBody>
          <a:bodyPr/>
          <a:lstStyle/>
          <a:p>
            <a:pPr>
              <a:buFont typeface="Wingdings" pitchFamily="2" charset="2"/>
              <a:buNone/>
            </a:pPr>
            <a:r>
              <a:rPr lang="en-US" altLang="en-US"/>
              <a:t>To search the database, the client code would need to do the following:</a:t>
            </a:r>
          </a:p>
          <a:p>
            <a:endParaRPr lang="en-US" altLang="en-US"/>
          </a:p>
          <a:p>
            <a:pPr>
              <a:buFont typeface="Wingdings" pitchFamily="2" charset="2"/>
              <a:buNone/>
            </a:pPr>
            <a:r>
              <a:rPr lang="en-US" altLang="en-US" sz="1600">
                <a:latin typeface="Courier New" panose="02070309020205020404" pitchFamily="49" charset="0"/>
              </a:rPr>
              <a:t>        Searcher.getInstance().FindCustomers(“some criteria”)</a:t>
            </a:r>
          </a:p>
          <a:p>
            <a:pPr>
              <a:buFont typeface="Wingdings" pitchFamily="2" charset="2"/>
              <a:buNone/>
            </a:pPr>
            <a:endParaRPr lang="en-US" altLang="en-US" sz="1600">
              <a:latin typeface="Courier New" panose="02070309020205020404" pitchFamily="49" charset="0"/>
            </a:endParaRPr>
          </a:p>
          <a:p>
            <a:pPr>
              <a:buFont typeface="Wingdings" pitchFamily="2" charset="2"/>
              <a:buNone/>
            </a:pPr>
            <a:r>
              <a:rPr lang="en-US" altLang="en-US"/>
              <a:t>What happens if we need to change the database to SQL Server?  Or change how we get the connection string?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3">
            <a:extLst>
              <a:ext uri="{FF2B5EF4-FFF2-40B4-BE49-F238E27FC236}">
                <a16:creationId xmlns:a16="http://schemas.microsoft.com/office/drawing/2014/main" id="{56ED79A9-72A3-7EEA-27D5-783892696236}"/>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6D6017F-943D-C149-8A35-F851FAF813BC}" type="slidenum">
              <a:rPr lang="en-US" altLang="en-US" sz="1000">
                <a:latin typeface="Arial Black" panose="020B0604020202020204" pitchFamily="34" charset="0"/>
              </a:rPr>
              <a:pPr>
                <a:spcBef>
                  <a:spcPct val="0"/>
                </a:spcBef>
                <a:buClrTx/>
                <a:buSzTx/>
                <a:buFontTx/>
                <a:buNone/>
              </a:pPr>
              <a:t>23</a:t>
            </a:fld>
            <a:endParaRPr lang="en-US" altLang="en-US" sz="1000">
              <a:latin typeface="Arial Black" panose="020B0604020202020204" pitchFamily="34" charset="0"/>
            </a:endParaRPr>
          </a:p>
        </p:txBody>
      </p:sp>
      <p:sp>
        <p:nvSpPr>
          <p:cNvPr id="70658" name="Title 1">
            <a:extLst>
              <a:ext uri="{FF2B5EF4-FFF2-40B4-BE49-F238E27FC236}">
                <a16:creationId xmlns:a16="http://schemas.microsoft.com/office/drawing/2014/main" id="{88C786D5-0C52-9E66-70A5-6821731E3EA2}"/>
              </a:ext>
            </a:extLst>
          </p:cNvPr>
          <p:cNvSpPr>
            <a:spLocks noGrp="1"/>
          </p:cNvSpPr>
          <p:nvPr>
            <p:ph type="title"/>
          </p:nvPr>
        </p:nvSpPr>
        <p:spPr/>
        <p:txBody>
          <a:bodyPr/>
          <a:lstStyle/>
          <a:p>
            <a:r>
              <a:rPr lang="en-US" altLang="en-US"/>
              <a:t>Case Study: Dependencies</a:t>
            </a:r>
          </a:p>
        </p:txBody>
      </p:sp>
      <p:sp>
        <p:nvSpPr>
          <p:cNvPr id="70659" name="Content Placeholder 2">
            <a:extLst>
              <a:ext uri="{FF2B5EF4-FFF2-40B4-BE49-F238E27FC236}">
                <a16:creationId xmlns:a16="http://schemas.microsoft.com/office/drawing/2014/main" id="{71164F10-4828-A96F-A100-CFFBB05BA7F7}"/>
              </a:ext>
            </a:extLst>
          </p:cNvPr>
          <p:cNvSpPr>
            <a:spLocks noGrp="1"/>
          </p:cNvSpPr>
          <p:nvPr>
            <p:ph idx="1"/>
          </p:nvPr>
        </p:nvSpPr>
        <p:spPr>
          <a:xfrm>
            <a:off x="457200" y="1143000"/>
            <a:ext cx="8229600" cy="5562600"/>
          </a:xfrm>
        </p:spPr>
        <p:txBody>
          <a:bodyPr/>
          <a:lstStyle/>
          <a:p>
            <a:r>
              <a:rPr lang="en-US" altLang="en-US"/>
              <a:t>The Singleton is </a:t>
            </a:r>
            <a:r>
              <a:rPr lang="en-US" altLang="en-US" i="1"/>
              <a:t>tightly coupled </a:t>
            </a:r>
            <a:r>
              <a:rPr lang="en-US" altLang="en-US"/>
              <a:t>to Oracle. If the database changed in the future, this object would need to be changed. It is also tightly coupled in how it retrieves the connection string.</a:t>
            </a:r>
          </a:p>
          <a:p>
            <a:endParaRPr lang="en-US" altLang="en-US"/>
          </a:p>
          <a:p>
            <a:r>
              <a:rPr lang="en-US" altLang="en-US"/>
              <a:t>The Singleton hides object dependencies (Oracle and registry).  Anyone using the Singleton would need to inspect the internals to find out what is really going on.</a:t>
            </a:r>
          </a:p>
          <a:p>
            <a:endParaRPr lang="en-US" altLang="en-US"/>
          </a:p>
          <a:p>
            <a:r>
              <a:rPr lang="en-US" altLang="en-US"/>
              <a:t>Possibly memory leak since the Singleton may hold onto the resource for an infinite amount of time.</a:t>
            </a:r>
          </a:p>
          <a:p>
            <a:pPr>
              <a:buFont typeface="Wingdings" pitchFamily="2" charset="2"/>
              <a:buNone/>
            </a:pPr>
            <a:endParaRPr lang="en-US" altLang="en-US"/>
          </a:p>
          <a:p>
            <a:pPr>
              <a:buFont typeface="Wingdings" pitchFamily="2" charset="2"/>
              <a:buNone/>
            </a:pPr>
            <a:endParaRPr lang="en-US" altLang="en-US"/>
          </a:p>
          <a:p>
            <a:pPr>
              <a:buFont typeface="Wingdings" pitchFamily="2" charset="2"/>
              <a:buNone/>
            </a:pPr>
            <a:endParaRPr lang="en-US" altLang="en-US" sz="1600"/>
          </a:p>
          <a:p>
            <a:pPr lvl="2">
              <a:buFont typeface="Wingdings" pitchFamily="2" charset="2"/>
              <a:buNone/>
            </a:pPr>
            <a:endParaRPr lang="en-US" altLang="en-US" sz="1600">
              <a:latin typeface="Courier New" panose="02070309020205020404" pitchFamily="49" charset="0"/>
              <a:cs typeface="Courier New" panose="02070309020205020404" pitchFamily="49" charset="0"/>
            </a:endParaRPr>
          </a:p>
          <a:p>
            <a:pPr lvl="2">
              <a:buFont typeface="Wingdings" pitchFamily="2" charset="2"/>
              <a:buNone/>
            </a:pPr>
            <a:endParaRPr lang="en-US" altLang="en-US" sz="1600">
              <a:latin typeface="Courier New" panose="02070309020205020404" pitchFamily="49" charset="0"/>
              <a:cs typeface="Courier New" panose="02070309020205020404" pitchFamily="49" charset="0"/>
            </a:endParaRPr>
          </a:p>
        </p:txBody>
      </p:sp>
      <p:sp>
        <p:nvSpPr>
          <p:cNvPr id="70660" name="Slide Number Placeholder 3">
            <a:extLst>
              <a:ext uri="{FF2B5EF4-FFF2-40B4-BE49-F238E27FC236}">
                <a16:creationId xmlns:a16="http://schemas.microsoft.com/office/drawing/2014/main" id="{B663D6F0-2E0F-66CA-CC20-AE1A4B7CBFA6}"/>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lgn="r" eaLnBrk="1" hangingPunct="1">
              <a:spcBef>
                <a:spcPct val="0"/>
              </a:spcBef>
              <a:buClrTx/>
              <a:buSzTx/>
              <a:buFontTx/>
              <a:buNone/>
            </a:pPr>
            <a:fld id="{1E463F13-CEE5-3346-B0A1-785531425DAD}" type="slidenum">
              <a:rPr lang="en-US" altLang="en-US" sz="1000">
                <a:latin typeface="Arial Black" panose="020B0604020202020204" pitchFamily="34" charset="0"/>
              </a:rPr>
              <a:pPr algn="r" eaLnBrk="1" hangingPunct="1">
                <a:spcBef>
                  <a:spcPct val="0"/>
                </a:spcBef>
                <a:buClrTx/>
                <a:buSzTx/>
                <a:buFontTx/>
                <a:buNone/>
              </a:pPr>
              <a:t>23</a:t>
            </a:fld>
            <a:endParaRPr lang="en-US" altLang="en-US" sz="1000">
              <a:latin typeface="Arial Black" panose="020B0604020202020204" pitchFamily="34" charset="0"/>
            </a:endParaRPr>
          </a:p>
        </p:txBody>
      </p:sp>
      <p:sp>
        <p:nvSpPr>
          <p:cNvPr id="70661" name="Date Placeholder 4">
            <a:extLst>
              <a:ext uri="{FF2B5EF4-FFF2-40B4-BE49-F238E27FC236}">
                <a16:creationId xmlns:a16="http://schemas.microsoft.com/office/drawing/2014/main" id="{2ACE5601-BA8D-31FB-9253-FB92CA4E8130}"/>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3F6A3686-678B-8C42-8635-4AD2021A81FD}"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3">
            <a:extLst>
              <a:ext uri="{FF2B5EF4-FFF2-40B4-BE49-F238E27FC236}">
                <a16:creationId xmlns:a16="http://schemas.microsoft.com/office/drawing/2014/main" id="{E412E23C-0500-2EE7-8C92-F6ABEA98F79D}"/>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3D9CF01-D9CD-7548-979C-30C1CDD8F643}" type="slidenum">
              <a:rPr lang="en-US" altLang="en-US" sz="1000">
                <a:latin typeface="Arial Black" panose="020B0604020202020204" pitchFamily="34" charset="0"/>
              </a:rPr>
              <a:pPr>
                <a:spcBef>
                  <a:spcPct val="0"/>
                </a:spcBef>
                <a:buClrTx/>
                <a:buSzTx/>
                <a:buFontTx/>
                <a:buNone/>
              </a:pPr>
              <a:t>24</a:t>
            </a:fld>
            <a:endParaRPr lang="en-US" altLang="en-US" sz="1000">
              <a:latin typeface="Arial Black" panose="020B0604020202020204" pitchFamily="34" charset="0"/>
            </a:endParaRPr>
          </a:p>
        </p:txBody>
      </p:sp>
      <p:sp>
        <p:nvSpPr>
          <p:cNvPr id="72706" name="Title 1">
            <a:extLst>
              <a:ext uri="{FF2B5EF4-FFF2-40B4-BE49-F238E27FC236}">
                <a16:creationId xmlns:a16="http://schemas.microsoft.com/office/drawing/2014/main" id="{B5957E65-E3E7-06B0-67BC-BAFE40A4F189}"/>
              </a:ext>
            </a:extLst>
          </p:cNvPr>
          <p:cNvSpPr>
            <a:spLocks noGrp="1"/>
          </p:cNvSpPr>
          <p:nvPr>
            <p:ph type="title"/>
          </p:nvPr>
        </p:nvSpPr>
        <p:spPr/>
        <p:txBody>
          <a:bodyPr/>
          <a:lstStyle/>
          <a:p>
            <a:r>
              <a:rPr lang="en-US" altLang="en-US"/>
              <a:t>Unit Testing</a:t>
            </a:r>
          </a:p>
        </p:txBody>
      </p:sp>
      <p:sp>
        <p:nvSpPr>
          <p:cNvPr id="72707" name="Content Placeholder 2">
            <a:extLst>
              <a:ext uri="{FF2B5EF4-FFF2-40B4-BE49-F238E27FC236}">
                <a16:creationId xmlns:a16="http://schemas.microsoft.com/office/drawing/2014/main" id="{E751DD62-FDAC-1A0A-48AD-60E5F5D02B73}"/>
              </a:ext>
            </a:extLst>
          </p:cNvPr>
          <p:cNvSpPr>
            <a:spLocks noGrp="1"/>
          </p:cNvSpPr>
          <p:nvPr>
            <p:ph idx="1"/>
          </p:nvPr>
        </p:nvSpPr>
        <p:spPr>
          <a:xfrm>
            <a:off x="457200" y="1371600"/>
            <a:ext cx="8229600" cy="4953000"/>
          </a:xfrm>
        </p:spPr>
        <p:txBody>
          <a:bodyPr/>
          <a:lstStyle/>
          <a:p>
            <a:pPr>
              <a:buFont typeface="Wingdings" pitchFamily="2" charset="2"/>
              <a:buNone/>
            </a:pPr>
            <a:r>
              <a:rPr lang="en-US" altLang="en-US"/>
              <a:t>There are many problems with unit testing a Singleton.</a:t>
            </a:r>
          </a:p>
          <a:p>
            <a:pPr>
              <a:buFont typeface="Wingdings" pitchFamily="2" charset="2"/>
              <a:buNone/>
            </a:pPr>
            <a:endParaRPr lang="en-US" altLang="en-US"/>
          </a:p>
          <a:p>
            <a:pPr>
              <a:buFont typeface="Wingdings" pitchFamily="2" charset="2"/>
              <a:buNone/>
            </a:pPr>
            <a:r>
              <a:rPr lang="en-US" altLang="en-US" i="1"/>
              <a:t>Problem</a:t>
            </a:r>
            <a:r>
              <a:rPr lang="en-US" altLang="en-US"/>
              <a:t>: If you are running multiple unit tests that accesses the same Singleton, the Singleton will retain state between unit tests.  This may lead to undesired results!</a:t>
            </a:r>
          </a:p>
          <a:p>
            <a:pPr>
              <a:buFont typeface="Wingdings" pitchFamily="2" charset="2"/>
              <a:buNone/>
            </a:pPr>
            <a:endParaRPr lang="en-US" altLang="en-US"/>
          </a:p>
          <a:p>
            <a:pPr>
              <a:buFont typeface="Wingdings" pitchFamily="2" charset="2"/>
              <a:buNone/>
            </a:pPr>
            <a:r>
              <a:rPr lang="en-US" altLang="en-US" i="1"/>
              <a:t>Solution : </a:t>
            </a:r>
            <a:r>
              <a:rPr lang="en-US" altLang="en-US"/>
              <a:t>Use Reflection to get access to the private static instance variable. Then set it to null. This should be done at the end of each unit test.</a:t>
            </a:r>
          </a:p>
          <a:p>
            <a:pPr>
              <a:buFont typeface="Wingdings" pitchFamily="2" charset="2"/>
              <a:buNone/>
            </a:pPr>
            <a:endParaRPr lang="en-US" altLang="en-US"/>
          </a:p>
          <a:p>
            <a:pPr>
              <a:buFont typeface="Wingdings" pitchFamily="2" charset="2"/>
              <a:buNone/>
            </a:pPr>
            <a:r>
              <a:rPr lang="en-US" altLang="en-US" sz="1600">
                <a:latin typeface="Courier New" panose="02070309020205020404" pitchFamily="49" charset="0"/>
                <a:cs typeface="Courier New" panose="02070309020205020404" pitchFamily="49" charset="0"/>
              </a:rPr>
              <a:t>		private static Singleton uniqueInstance;</a:t>
            </a:r>
            <a:endParaRPr lang="en-US" altLang="en-US" i="1"/>
          </a:p>
          <a:p>
            <a:pPr lvl="1">
              <a:buFont typeface="Wingdings" pitchFamily="2" charset="2"/>
              <a:buNone/>
            </a:pPr>
            <a:r>
              <a:rPr lang="en-US" altLang="en-US"/>
              <a:t>	</a:t>
            </a:r>
          </a:p>
          <a:p>
            <a:pPr>
              <a:buFont typeface="Wingdings" pitchFamily="2" charset="2"/>
              <a:buNone/>
            </a:pPr>
            <a:r>
              <a:rPr lang="en-US" altLang="en-US"/>
              <a:t>	</a:t>
            </a:r>
          </a:p>
        </p:txBody>
      </p:sp>
      <p:sp>
        <p:nvSpPr>
          <p:cNvPr id="72708" name="Slide Number Placeholder 3">
            <a:extLst>
              <a:ext uri="{FF2B5EF4-FFF2-40B4-BE49-F238E27FC236}">
                <a16:creationId xmlns:a16="http://schemas.microsoft.com/office/drawing/2014/main" id="{A3D3F798-0428-2A1A-E230-96C0FE965668}"/>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lgn="r" eaLnBrk="1" hangingPunct="1">
              <a:spcBef>
                <a:spcPct val="0"/>
              </a:spcBef>
              <a:buClrTx/>
              <a:buSzTx/>
              <a:buFontTx/>
              <a:buNone/>
            </a:pPr>
            <a:fld id="{7FDA3F8E-462C-5147-B623-E83A1A60B43A}" type="slidenum">
              <a:rPr lang="en-US" altLang="en-US" sz="1000">
                <a:latin typeface="Arial Black" panose="020B0604020202020204" pitchFamily="34" charset="0"/>
              </a:rPr>
              <a:pPr algn="r" eaLnBrk="1" hangingPunct="1">
                <a:spcBef>
                  <a:spcPct val="0"/>
                </a:spcBef>
                <a:buClrTx/>
                <a:buSzTx/>
                <a:buFontTx/>
                <a:buNone/>
              </a:pPr>
              <a:t>24</a:t>
            </a:fld>
            <a:endParaRPr lang="en-US" altLang="en-US" sz="1000">
              <a:latin typeface="Arial Black" panose="020B0604020202020204" pitchFamily="34" charset="0"/>
            </a:endParaRPr>
          </a:p>
        </p:txBody>
      </p:sp>
      <p:sp>
        <p:nvSpPr>
          <p:cNvPr id="72709" name="Date Placeholder 4">
            <a:extLst>
              <a:ext uri="{FF2B5EF4-FFF2-40B4-BE49-F238E27FC236}">
                <a16:creationId xmlns:a16="http://schemas.microsoft.com/office/drawing/2014/main" id="{546A680B-8AF5-3861-D596-BA4ECB1A167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EC8B7FA-B6FC-C24E-AAB4-EB519222D78D}"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a:extLst>
              <a:ext uri="{FF2B5EF4-FFF2-40B4-BE49-F238E27FC236}">
                <a16:creationId xmlns:a16="http://schemas.microsoft.com/office/drawing/2014/main" id="{1F3029D7-186F-3414-2826-B08543B24706}"/>
              </a:ext>
            </a:extLst>
          </p:cNvPr>
          <p:cNvSpPr>
            <a:spLocks noGrp="1"/>
          </p:cNvSpPr>
          <p:nvPr>
            <p:ph type="title"/>
          </p:nvPr>
        </p:nvSpPr>
        <p:spPr/>
        <p:txBody>
          <a:bodyPr/>
          <a:lstStyle/>
          <a:p>
            <a:r>
              <a:rPr lang="en-US" altLang="en-US"/>
              <a:t>Unit Testing </a:t>
            </a:r>
          </a:p>
        </p:txBody>
      </p:sp>
      <p:sp>
        <p:nvSpPr>
          <p:cNvPr id="74754" name="Content Placeholder 2">
            <a:extLst>
              <a:ext uri="{FF2B5EF4-FFF2-40B4-BE49-F238E27FC236}">
                <a16:creationId xmlns:a16="http://schemas.microsoft.com/office/drawing/2014/main" id="{CDEAC106-1E7F-B482-302E-5E582954B1A0}"/>
              </a:ext>
            </a:extLst>
          </p:cNvPr>
          <p:cNvSpPr>
            <a:spLocks noGrp="1"/>
          </p:cNvSpPr>
          <p:nvPr>
            <p:ph idx="1"/>
          </p:nvPr>
        </p:nvSpPr>
        <p:spPr/>
        <p:txBody>
          <a:bodyPr/>
          <a:lstStyle/>
          <a:p>
            <a:r>
              <a:rPr lang="en-US" altLang="en-US"/>
              <a:t>Other problems</a:t>
            </a:r>
          </a:p>
          <a:p>
            <a:pPr>
              <a:buFont typeface="Wingdings" pitchFamily="2" charset="2"/>
              <a:buNone/>
            </a:pPr>
            <a:endParaRPr lang="en-US" altLang="en-US"/>
          </a:p>
          <a:p>
            <a:pPr lvl="1"/>
            <a:r>
              <a:rPr lang="en-US" altLang="en-US"/>
              <a:t>You want to unit test a method of a Singleton, but the method refers to other external resources. It is hard to inject a mock in this case.</a:t>
            </a:r>
          </a:p>
          <a:p>
            <a:pPr lvl="1"/>
            <a:endParaRPr lang="en-US" altLang="en-US"/>
          </a:p>
          <a:p>
            <a:pPr lvl="1"/>
            <a:r>
              <a:rPr lang="en-US" altLang="en-US"/>
              <a:t>You are unit testing a method that does a lot of business logic.  One of the method calls is a Singleton that accesses an external resource. How can you replace the Singleton with a mock call?</a:t>
            </a:r>
          </a:p>
          <a:p>
            <a:pPr lvl="1"/>
            <a:endParaRPr lang="en-US" altLang="en-US"/>
          </a:p>
          <a:p>
            <a:pPr lvl="1"/>
            <a:endParaRPr lang="en-US" altLang="en-US"/>
          </a:p>
          <a:p>
            <a:pPr lvl="1"/>
            <a:endParaRPr lang="en-US" altLang="en-US"/>
          </a:p>
          <a:p>
            <a:pPr lvl="1"/>
            <a:endParaRPr lang="en-US" altLang="en-US"/>
          </a:p>
        </p:txBody>
      </p:sp>
      <p:sp>
        <p:nvSpPr>
          <p:cNvPr id="74755" name="Slide Number Placeholder 3">
            <a:extLst>
              <a:ext uri="{FF2B5EF4-FFF2-40B4-BE49-F238E27FC236}">
                <a16:creationId xmlns:a16="http://schemas.microsoft.com/office/drawing/2014/main" id="{CF97CDB7-E6F7-A4FD-72FE-B2CA200C2A0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DB22524-2598-CD4F-A9F1-4C4F17835EAC}" type="slidenum">
              <a:rPr lang="en-US" altLang="en-US" sz="1000">
                <a:latin typeface="Arial Black" panose="020B0604020202020204" pitchFamily="34" charset="0"/>
              </a:rPr>
              <a:pPr>
                <a:spcBef>
                  <a:spcPct val="0"/>
                </a:spcBef>
                <a:buClrTx/>
                <a:buSzTx/>
                <a:buFontTx/>
                <a:buNone/>
              </a:pPr>
              <a:t>25</a:t>
            </a:fld>
            <a:endParaRPr lang="en-US" altLang="en-US" sz="1000">
              <a:latin typeface="Arial Black" panose="020B0604020202020204" pitchFamily="34" charset="0"/>
            </a:endParaRPr>
          </a:p>
        </p:txBody>
      </p:sp>
      <p:sp>
        <p:nvSpPr>
          <p:cNvPr id="74756" name="Date Placeholder 4">
            <a:extLst>
              <a:ext uri="{FF2B5EF4-FFF2-40B4-BE49-F238E27FC236}">
                <a16:creationId xmlns:a16="http://schemas.microsoft.com/office/drawing/2014/main" id="{D26DC00F-63E4-B948-FD6D-98D9C5CD98D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16F63FC-5CD3-1C4C-87AD-8570F0028571}"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3">
            <a:extLst>
              <a:ext uri="{FF2B5EF4-FFF2-40B4-BE49-F238E27FC236}">
                <a16:creationId xmlns:a16="http://schemas.microsoft.com/office/drawing/2014/main" id="{A1167603-505E-9A46-8BCA-028AABEAC249}"/>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E998162-ABFF-B545-98B7-E1B17AAC8F5D}" type="slidenum">
              <a:rPr lang="en-US" altLang="en-US" sz="1000">
                <a:latin typeface="Arial Black" panose="020B0604020202020204" pitchFamily="34" charset="0"/>
              </a:rPr>
              <a:pPr>
                <a:spcBef>
                  <a:spcPct val="0"/>
                </a:spcBef>
                <a:buClrTx/>
                <a:buSzTx/>
                <a:buFontTx/>
                <a:buNone/>
              </a:pPr>
              <a:t>26</a:t>
            </a:fld>
            <a:endParaRPr lang="en-US" altLang="en-US" sz="1000">
              <a:latin typeface="Arial Black" panose="020B0604020202020204" pitchFamily="34" charset="0"/>
            </a:endParaRPr>
          </a:p>
        </p:txBody>
      </p:sp>
      <p:sp>
        <p:nvSpPr>
          <p:cNvPr id="75778" name="Title 1">
            <a:extLst>
              <a:ext uri="{FF2B5EF4-FFF2-40B4-BE49-F238E27FC236}">
                <a16:creationId xmlns:a16="http://schemas.microsoft.com/office/drawing/2014/main" id="{E6A1C5E8-B756-C822-3F7B-510930043CB4}"/>
              </a:ext>
            </a:extLst>
          </p:cNvPr>
          <p:cNvSpPr>
            <a:spLocks noGrp="1"/>
          </p:cNvSpPr>
          <p:nvPr>
            <p:ph type="title"/>
          </p:nvPr>
        </p:nvSpPr>
        <p:spPr/>
        <p:txBody>
          <a:bodyPr/>
          <a:lstStyle/>
          <a:p>
            <a:r>
              <a:rPr lang="en-US" altLang="en-US"/>
              <a:t>Scott Densmore “Why Singletons are Evil”</a:t>
            </a:r>
          </a:p>
        </p:txBody>
      </p:sp>
      <p:sp>
        <p:nvSpPr>
          <p:cNvPr id="75779" name="Content Placeholder 2">
            <a:extLst>
              <a:ext uri="{FF2B5EF4-FFF2-40B4-BE49-F238E27FC236}">
                <a16:creationId xmlns:a16="http://schemas.microsoft.com/office/drawing/2014/main" id="{DECE3173-981D-58D6-7EF5-B1C9BC20EAC8}"/>
              </a:ext>
            </a:extLst>
          </p:cNvPr>
          <p:cNvSpPr>
            <a:spLocks noGrp="1"/>
          </p:cNvSpPr>
          <p:nvPr>
            <p:ph idx="1"/>
          </p:nvPr>
        </p:nvSpPr>
        <p:spPr>
          <a:xfrm>
            <a:off x="457200" y="1371600"/>
            <a:ext cx="8229600" cy="4724400"/>
          </a:xfrm>
        </p:spPr>
        <p:txBody>
          <a:bodyPr/>
          <a:lstStyle/>
          <a:p>
            <a:r>
              <a:rPr lang="en-US" altLang="en-US" sz="2000"/>
              <a:t>“…the dependencies in your design are hidden inside the code, and not visible by examining the interfaces of your classes and methods. You have to inspect the code to understand exactly what other objects your class uses.</a:t>
            </a:r>
          </a:p>
          <a:p>
            <a:r>
              <a:rPr lang="en-US" altLang="en-US" sz="2000"/>
              <a:t>“Singletons allow you to limit creation of your objects... you are mixing two different responsibilities into the same class.”</a:t>
            </a:r>
          </a:p>
          <a:p>
            <a:r>
              <a:rPr lang="en-US" altLang="en-US" sz="2000"/>
              <a:t>“Singletons promote tight coupling between classes.”</a:t>
            </a:r>
          </a:p>
          <a:p>
            <a:r>
              <a:rPr lang="en-US" altLang="en-US" sz="2000"/>
              <a:t>“Singletons carry state with them that last as long as the program lasts…Persistent state is the enemy of unit testing.”</a:t>
            </a:r>
          </a:p>
          <a:p>
            <a:endParaRPr lang="en-US" altLang="en-US" sz="2000"/>
          </a:p>
          <a:p>
            <a:r>
              <a:rPr lang="en-US" altLang="en-US" sz="2000"/>
              <a:t>Source: http://blogs.msdn.com/scottdensmore/archive/2004/05/25/140827.aspx</a:t>
            </a:r>
          </a:p>
          <a:p>
            <a:endParaRPr lang="en-US" altLang="en-US" sz="2000"/>
          </a:p>
        </p:txBody>
      </p:sp>
      <p:sp>
        <p:nvSpPr>
          <p:cNvPr id="75780" name="Slide Number Placeholder 3">
            <a:extLst>
              <a:ext uri="{FF2B5EF4-FFF2-40B4-BE49-F238E27FC236}">
                <a16:creationId xmlns:a16="http://schemas.microsoft.com/office/drawing/2014/main" id="{F39914A2-79D4-76EF-AC3B-6A665D5370C9}"/>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lgn="r" eaLnBrk="1" hangingPunct="1">
              <a:spcBef>
                <a:spcPct val="0"/>
              </a:spcBef>
              <a:buClrTx/>
              <a:buSzTx/>
              <a:buFontTx/>
              <a:buNone/>
            </a:pPr>
            <a:fld id="{AA4134F0-3BFF-A046-9E2B-3A3B8A111BDF}" type="slidenum">
              <a:rPr lang="en-US" altLang="en-US" sz="1000">
                <a:latin typeface="Arial Black" panose="020B0604020202020204" pitchFamily="34" charset="0"/>
              </a:rPr>
              <a:pPr algn="r" eaLnBrk="1" hangingPunct="1">
                <a:spcBef>
                  <a:spcPct val="0"/>
                </a:spcBef>
                <a:buClrTx/>
                <a:buSzTx/>
                <a:buFontTx/>
                <a:buNone/>
              </a:pPr>
              <a:t>26</a:t>
            </a:fld>
            <a:endParaRPr lang="en-US" altLang="en-US" sz="1000">
              <a:latin typeface="Arial Black" panose="020B0604020202020204" pitchFamily="34" charset="0"/>
            </a:endParaRPr>
          </a:p>
        </p:txBody>
      </p:sp>
      <p:sp>
        <p:nvSpPr>
          <p:cNvPr id="75781" name="Date Placeholder 4">
            <a:extLst>
              <a:ext uri="{FF2B5EF4-FFF2-40B4-BE49-F238E27FC236}">
                <a16:creationId xmlns:a16="http://schemas.microsoft.com/office/drawing/2014/main" id="{B2F0FB99-F1F7-6031-CA96-4C9EB5DAEBB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8A24557-E3EF-6F49-8E4B-C191FF750F3D}"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3">
            <a:extLst>
              <a:ext uri="{FF2B5EF4-FFF2-40B4-BE49-F238E27FC236}">
                <a16:creationId xmlns:a16="http://schemas.microsoft.com/office/drawing/2014/main" id="{97D1C4C7-29C0-9059-D36B-075E1D2C1BF8}"/>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82ECE05-0069-C940-9591-20E97AE8EA0A}" type="slidenum">
              <a:rPr lang="en-US" altLang="en-US" sz="1000">
                <a:latin typeface="Arial Black" panose="020B0604020202020204" pitchFamily="34" charset="0"/>
              </a:rPr>
              <a:pPr>
                <a:spcBef>
                  <a:spcPct val="0"/>
                </a:spcBef>
                <a:buClrTx/>
                <a:buSzTx/>
                <a:buFontTx/>
                <a:buNone/>
              </a:pPr>
              <a:t>27</a:t>
            </a:fld>
            <a:endParaRPr lang="en-US" altLang="en-US" sz="1000">
              <a:latin typeface="Arial Black" panose="020B0604020202020204" pitchFamily="34" charset="0"/>
            </a:endParaRPr>
          </a:p>
        </p:txBody>
      </p:sp>
      <p:sp>
        <p:nvSpPr>
          <p:cNvPr id="77826" name="Slide Number Placeholder 4">
            <a:extLst>
              <a:ext uri="{FF2B5EF4-FFF2-40B4-BE49-F238E27FC236}">
                <a16:creationId xmlns:a16="http://schemas.microsoft.com/office/drawing/2014/main" id="{27681B7C-552C-3199-E957-64C6D5306906}"/>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lgn="r" eaLnBrk="1" hangingPunct="1">
              <a:spcBef>
                <a:spcPct val="0"/>
              </a:spcBef>
              <a:buClrTx/>
              <a:buSzTx/>
              <a:buFontTx/>
              <a:buNone/>
            </a:pPr>
            <a:fld id="{F070C060-E695-0D42-BF08-F614EEE6C0EB}" type="slidenum">
              <a:rPr lang="en-US" altLang="en-US" sz="1000">
                <a:latin typeface="Arial Black" panose="020B0604020202020204" pitchFamily="34" charset="0"/>
              </a:rPr>
              <a:pPr algn="r" eaLnBrk="1" hangingPunct="1">
                <a:spcBef>
                  <a:spcPct val="0"/>
                </a:spcBef>
                <a:buClrTx/>
                <a:buSzTx/>
                <a:buFontTx/>
                <a:buNone/>
              </a:pPr>
              <a:t>27</a:t>
            </a:fld>
            <a:endParaRPr lang="en-US" altLang="en-US" sz="1000">
              <a:latin typeface="Arial Black" panose="020B0604020202020204" pitchFamily="34" charset="0"/>
            </a:endParaRPr>
          </a:p>
        </p:txBody>
      </p:sp>
      <p:sp>
        <p:nvSpPr>
          <p:cNvPr id="77827" name="Date Placeholder 5">
            <a:extLst>
              <a:ext uri="{FF2B5EF4-FFF2-40B4-BE49-F238E27FC236}">
                <a16:creationId xmlns:a16="http://schemas.microsoft.com/office/drawing/2014/main" id="{9D9BC541-0EDD-91E2-0353-75CC2AD5813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D77938D-1E3D-544A-8319-09F597A034EB}" type="datetime1">
              <a:rPr lang="en-US" altLang="en-US" sz="1200" smtClean="0"/>
              <a:pPr>
                <a:spcBef>
                  <a:spcPct val="0"/>
                </a:spcBef>
                <a:buClrTx/>
                <a:buSzTx/>
                <a:buFontTx/>
                <a:buNone/>
              </a:pPr>
              <a:t>11/22/23</a:t>
            </a:fld>
            <a:endParaRPr lang="en-US" altLang="en-US" sz="1200"/>
          </a:p>
        </p:txBody>
      </p:sp>
      <p:sp>
        <p:nvSpPr>
          <p:cNvPr id="77828" name="Rectangle 2">
            <a:extLst>
              <a:ext uri="{FF2B5EF4-FFF2-40B4-BE49-F238E27FC236}">
                <a16:creationId xmlns:a16="http://schemas.microsoft.com/office/drawing/2014/main" id="{64D02741-B8BB-23AD-ADF0-4E167EEE05F8}"/>
              </a:ext>
            </a:extLst>
          </p:cNvPr>
          <p:cNvSpPr>
            <a:spLocks noGrp="1" noChangeArrowheads="1"/>
          </p:cNvSpPr>
          <p:nvPr>
            <p:ph type="title"/>
          </p:nvPr>
        </p:nvSpPr>
        <p:spPr>
          <a:xfrm>
            <a:off x="457200" y="457200"/>
            <a:ext cx="8229600" cy="914400"/>
          </a:xfrm>
        </p:spPr>
        <p:txBody>
          <a:bodyPr/>
          <a:lstStyle/>
          <a:p>
            <a:pPr eaLnBrk="1" hangingPunct="1"/>
            <a:r>
              <a:rPr lang="en-US" altLang="en-US" sz="2800"/>
              <a:t>Jeremy D. Miller “Chill out on the Singleton…”</a:t>
            </a:r>
          </a:p>
        </p:txBody>
      </p:sp>
      <p:sp>
        <p:nvSpPr>
          <p:cNvPr id="77829" name="Rectangle 3">
            <a:extLst>
              <a:ext uri="{FF2B5EF4-FFF2-40B4-BE49-F238E27FC236}">
                <a16:creationId xmlns:a16="http://schemas.microsoft.com/office/drawing/2014/main" id="{51A5AAE5-2B98-C7A3-B15A-EB5432DEDD57}"/>
              </a:ext>
            </a:extLst>
          </p:cNvPr>
          <p:cNvSpPr>
            <a:spLocks noGrp="1" noChangeArrowheads="1"/>
          </p:cNvSpPr>
          <p:nvPr>
            <p:ph type="body" idx="1"/>
          </p:nvPr>
        </p:nvSpPr>
        <p:spPr>
          <a:xfrm>
            <a:off x="457200" y="1371600"/>
            <a:ext cx="8229600" cy="4953000"/>
          </a:xfrm>
        </p:spPr>
        <p:txBody>
          <a:bodyPr/>
          <a:lstStyle/>
          <a:p>
            <a:pPr eaLnBrk="1" hangingPunct="1">
              <a:buFont typeface="Wingdings" pitchFamily="2" charset="2"/>
              <a:buNone/>
            </a:pPr>
            <a:r>
              <a:rPr lang="en-US" altLang="en-US"/>
              <a:t>“Using a stateful singleton opens yourself up to all kinds of threading issues. When you screw up threading safety you can create really wacky bugs that are devilishly hard to reproduce.  </a:t>
            </a:r>
          </a:p>
          <a:p>
            <a:pPr eaLnBrk="1" hangingPunct="1">
              <a:buFont typeface="Wingdings" pitchFamily="2" charset="2"/>
              <a:buNone/>
            </a:pPr>
            <a:endParaRPr lang="en-US" altLang="en-US"/>
          </a:p>
          <a:p>
            <a:pPr eaLnBrk="1" hangingPunct="1">
              <a:buFont typeface="Wingdings" pitchFamily="2" charset="2"/>
              <a:buNone/>
            </a:pPr>
            <a:r>
              <a:rPr lang="en-US" altLang="en-US"/>
              <a:t>    My best advice is to not use caching via static members until you absolutely have to for performance or resource limitation reasons.”</a:t>
            </a:r>
          </a:p>
          <a:p>
            <a:pPr eaLnBrk="1" hangingPunct="1"/>
            <a:endParaRPr lang="en-US" altLang="en-US"/>
          </a:p>
          <a:p>
            <a:pPr eaLnBrk="1" hangingPunct="1"/>
            <a:r>
              <a:rPr lang="en-US" altLang="en-US"/>
              <a:t>Source: http://codebetter.com/blogs/jeremy.miller/archive/2005/08/04/130302.aspx</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3">
            <a:extLst>
              <a:ext uri="{FF2B5EF4-FFF2-40B4-BE49-F238E27FC236}">
                <a16:creationId xmlns:a16="http://schemas.microsoft.com/office/drawing/2014/main" id="{C5F3F34C-09F8-63D9-1F05-8F1844DBD40C}"/>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FED9446-DD04-A741-84A0-AAA618770F7A}" type="slidenum">
              <a:rPr lang="en-US" altLang="en-US" sz="1000">
                <a:latin typeface="Arial Black" panose="020B0604020202020204" pitchFamily="34" charset="0"/>
              </a:rPr>
              <a:pPr>
                <a:spcBef>
                  <a:spcPct val="0"/>
                </a:spcBef>
                <a:buClrTx/>
                <a:buSzTx/>
                <a:buFontTx/>
                <a:buNone/>
              </a:pPr>
              <a:t>28</a:t>
            </a:fld>
            <a:endParaRPr lang="en-US" altLang="en-US" sz="1000">
              <a:latin typeface="Arial Black" panose="020B0604020202020204" pitchFamily="34" charset="0"/>
            </a:endParaRPr>
          </a:p>
        </p:txBody>
      </p:sp>
      <p:sp>
        <p:nvSpPr>
          <p:cNvPr id="78850" name="Slide Number Placeholder 4">
            <a:extLst>
              <a:ext uri="{FF2B5EF4-FFF2-40B4-BE49-F238E27FC236}">
                <a16:creationId xmlns:a16="http://schemas.microsoft.com/office/drawing/2014/main" id="{29E4E624-CF6D-530F-872F-43461AEB3113}"/>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lgn="r" eaLnBrk="1" hangingPunct="1">
              <a:spcBef>
                <a:spcPct val="0"/>
              </a:spcBef>
              <a:buClrTx/>
              <a:buSzTx/>
              <a:buFontTx/>
              <a:buNone/>
            </a:pPr>
            <a:fld id="{CA9B68E8-F609-0E4D-8866-E890B9D8552D}" type="slidenum">
              <a:rPr lang="en-US" altLang="en-US" sz="1000">
                <a:latin typeface="Arial Black" panose="020B0604020202020204" pitchFamily="34" charset="0"/>
              </a:rPr>
              <a:pPr algn="r" eaLnBrk="1" hangingPunct="1">
                <a:spcBef>
                  <a:spcPct val="0"/>
                </a:spcBef>
                <a:buClrTx/>
                <a:buSzTx/>
                <a:buFontTx/>
                <a:buNone/>
              </a:pPr>
              <a:t>28</a:t>
            </a:fld>
            <a:endParaRPr lang="en-US" altLang="en-US" sz="1000">
              <a:latin typeface="Arial Black" panose="020B0604020202020204" pitchFamily="34" charset="0"/>
            </a:endParaRPr>
          </a:p>
        </p:txBody>
      </p:sp>
      <p:sp>
        <p:nvSpPr>
          <p:cNvPr id="78851" name="Date Placeholder 5">
            <a:extLst>
              <a:ext uri="{FF2B5EF4-FFF2-40B4-BE49-F238E27FC236}">
                <a16:creationId xmlns:a16="http://schemas.microsoft.com/office/drawing/2014/main" id="{DB4DF753-F9B0-A62F-0BC3-B2D66711C375}"/>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921D3A7-D746-CB49-99BF-DB09478F04BB}" type="datetime1">
              <a:rPr lang="en-US" altLang="en-US" sz="1200" smtClean="0"/>
              <a:pPr>
                <a:spcBef>
                  <a:spcPct val="0"/>
                </a:spcBef>
                <a:buClrTx/>
                <a:buSzTx/>
                <a:buFontTx/>
                <a:buNone/>
              </a:pPr>
              <a:t>11/22/23</a:t>
            </a:fld>
            <a:endParaRPr lang="en-US" altLang="en-US" sz="1200"/>
          </a:p>
        </p:txBody>
      </p:sp>
      <p:sp>
        <p:nvSpPr>
          <p:cNvPr id="78852" name="Rectangle 2">
            <a:extLst>
              <a:ext uri="{FF2B5EF4-FFF2-40B4-BE49-F238E27FC236}">
                <a16:creationId xmlns:a16="http://schemas.microsoft.com/office/drawing/2014/main" id="{1BF1E61F-9FBD-5081-08EE-E4365366CC30}"/>
              </a:ext>
            </a:extLst>
          </p:cNvPr>
          <p:cNvSpPr>
            <a:spLocks noGrp="1" noChangeArrowheads="1"/>
          </p:cNvSpPr>
          <p:nvPr>
            <p:ph type="title"/>
          </p:nvPr>
        </p:nvSpPr>
        <p:spPr/>
        <p:txBody>
          <a:bodyPr/>
          <a:lstStyle/>
          <a:p>
            <a:pPr eaLnBrk="1" hangingPunct="1"/>
            <a:r>
              <a:rPr lang="en-US" altLang="en-US"/>
              <a:t>“How to Decontaminate a Singleton”</a:t>
            </a:r>
          </a:p>
        </p:txBody>
      </p:sp>
      <p:sp>
        <p:nvSpPr>
          <p:cNvPr id="78853" name="Rectangle 3">
            <a:extLst>
              <a:ext uri="{FF2B5EF4-FFF2-40B4-BE49-F238E27FC236}">
                <a16:creationId xmlns:a16="http://schemas.microsoft.com/office/drawing/2014/main" id="{F6C076EE-A41B-6379-CEA7-3B53F58EF0B6}"/>
              </a:ext>
            </a:extLst>
          </p:cNvPr>
          <p:cNvSpPr>
            <a:spLocks noGrp="1" noChangeArrowheads="1"/>
          </p:cNvSpPr>
          <p:nvPr>
            <p:ph type="body" idx="1"/>
          </p:nvPr>
        </p:nvSpPr>
        <p:spPr/>
        <p:txBody>
          <a:bodyPr/>
          <a:lstStyle/>
          <a:p>
            <a:pPr eaLnBrk="1" hangingPunct="1"/>
            <a:r>
              <a:rPr lang="en-US" altLang="en-US"/>
              <a:t>“Define a Spring bean for each Singleton you use. For new DI-like implementations use the Spring bean as a wrapper that allows to access the functionality of the Singleton.”</a:t>
            </a:r>
          </a:p>
          <a:p>
            <a:pPr eaLnBrk="1" hangingPunct="1"/>
            <a:endParaRPr lang="en-US" altLang="en-US"/>
          </a:p>
          <a:p>
            <a:pPr eaLnBrk="1" hangingPunct="1"/>
            <a:r>
              <a:rPr lang="en-US" altLang="en-US"/>
              <a:t>http://blog.rainer.eschen.name/2006/12/15/how-to-decontaminate-a-singleton/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a:extLst>
              <a:ext uri="{FF2B5EF4-FFF2-40B4-BE49-F238E27FC236}">
                <a16:creationId xmlns:a16="http://schemas.microsoft.com/office/drawing/2014/main" id="{C576F764-9DCF-2C92-6174-DDF645CE58D5}"/>
              </a:ext>
            </a:extLst>
          </p:cNvPr>
          <p:cNvSpPr>
            <a:spLocks noGrp="1"/>
          </p:cNvSpPr>
          <p:nvPr>
            <p:ph type="title"/>
          </p:nvPr>
        </p:nvSpPr>
        <p:spPr/>
        <p:txBody>
          <a:bodyPr/>
          <a:lstStyle/>
          <a:p>
            <a:r>
              <a:rPr lang="en-US" altLang="en-US"/>
              <a:t>Comments from Others</a:t>
            </a:r>
          </a:p>
        </p:txBody>
      </p:sp>
      <p:sp>
        <p:nvSpPr>
          <p:cNvPr id="79874" name="Content Placeholder 2">
            <a:extLst>
              <a:ext uri="{FF2B5EF4-FFF2-40B4-BE49-F238E27FC236}">
                <a16:creationId xmlns:a16="http://schemas.microsoft.com/office/drawing/2014/main" id="{10865493-EE11-3BCA-141F-4D4E6E99D9DB}"/>
              </a:ext>
            </a:extLst>
          </p:cNvPr>
          <p:cNvSpPr>
            <a:spLocks noGrp="1"/>
          </p:cNvSpPr>
          <p:nvPr>
            <p:ph idx="1"/>
          </p:nvPr>
        </p:nvSpPr>
        <p:spPr/>
        <p:txBody>
          <a:bodyPr/>
          <a:lstStyle/>
          <a:p>
            <a:r>
              <a:rPr lang="en-US" altLang="en-US"/>
              <a:t>“Sub-classing or creating mocks for Singletons is impossible (unless it implements an interface for its type)”</a:t>
            </a:r>
          </a:p>
          <a:p>
            <a:endParaRPr lang="en-US" altLang="en-US"/>
          </a:p>
          <a:p>
            <a:r>
              <a:rPr lang="en-US" altLang="en-US"/>
              <a:t>“It really should only be used in cases of classes for Constants for example.”</a:t>
            </a:r>
          </a:p>
          <a:p>
            <a:endParaRPr lang="en-US" altLang="en-US"/>
          </a:p>
          <a:p>
            <a:r>
              <a:rPr lang="en-US" altLang="en-US"/>
              <a:t>“Access to a singleton in an application must be serialized, which complicates multi-threading issues in applications hence introducing possible issues of thread locking.”</a:t>
            </a:r>
          </a:p>
        </p:txBody>
      </p:sp>
      <p:sp>
        <p:nvSpPr>
          <p:cNvPr id="79875" name="Slide Number Placeholder 3">
            <a:extLst>
              <a:ext uri="{FF2B5EF4-FFF2-40B4-BE49-F238E27FC236}">
                <a16:creationId xmlns:a16="http://schemas.microsoft.com/office/drawing/2014/main" id="{A11EBD6E-8B50-C2C9-FE39-45B8D643033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DD1844D0-530F-F74B-9814-382DBBB83A27}" type="slidenum">
              <a:rPr lang="en-US" altLang="en-US" sz="1000">
                <a:latin typeface="Arial Black" panose="020B0604020202020204" pitchFamily="34" charset="0"/>
              </a:rPr>
              <a:pPr>
                <a:spcBef>
                  <a:spcPct val="0"/>
                </a:spcBef>
                <a:buClrTx/>
                <a:buSzTx/>
                <a:buFontTx/>
                <a:buNone/>
              </a:pPr>
              <a:t>29</a:t>
            </a:fld>
            <a:endParaRPr lang="en-US" altLang="en-US" sz="1000">
              <a:latin typeface="Arial Black" panose="020B0604020202020204" pitchFamily="34" charset="0"/>
            </a:endParaRPr>
          </a:p>
        </p:txBody>
      </p:sp>
      <p:sp>
        <p:nvSpPr>
          <p:cNvPr id="79876" name="Date Placeholder 4">
            <a:extLst>
              <a:ext uri="{FF2B5EF4-FFF2-40B4-BE49-F238E27FC236}">
                <a16:creationId xmlns:a16="http://schemas.microsoft.com/office/drawing/2014/main" id="{0DDF348D-9EF1-C3B8-6C43-BEE90F1E00C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1E643BB-073A-1646-BF34-EC4EFB6BD668}"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a:extLst>
              <a:ext uri="{FF2B5EF4-FFF2-40B4-BE49-F238E27FC236}">
                <a16:creationId xmlns:a16="http://schemas.microsoft.com/office/drawing/2014/main" id="{32D7DE97-9CE4-7BC1-704D-706C0BAFBE70}"/>
              </a:ext>
            </a:extLst>
          </p:cNvPr>
          <p:cNvSpPr>
            <a:spLocks noGrp="1"/>
          </p:cNvSpPr>
          <p:nvPr>
            <p:ph type="title"/>
          </p:nvPr>
        </p:nvSpPr>
        <p:spPr/>
        <p:txBody>
          <a:bodyPr/>
          <a:lstStyle/>
          <a:p>
            <a:r>
              <a:rPr lang="en-US" altLang="en-US"/>
              <a:t>Comments from Others</a:t>
            </a:r>
          </a:p>
        </p:txBody>
      </p:sp>
      <p:sp>
        <p:nvSpPr>
          <p:cNvPr id="80898" name="Content Placeholder 2">
            <a:extLst>
              <a:ext uri="{FF2B5EF4-FFF2-40B4-BE49-F238E27FC236}">
                <a16:creationId xmlns:a16="http://schemas.microsoft.com/office/drawing/2014/main" id="{5E48D70A-C428-1F86-2F3D-2017ADEB2B3B}"/>
              </a:ext>
            </a:extLst>
          </p:cNvPr>
          <p:cNvSpPr>
            <a:spLocks noGrp="1"/>
          </p:cNvSpPr>
          <p:nvPr>
            <p:ph idx="1"/>
          </p:nvPr>
        </p:nvSpPr>
        <p:spPr>
          <a:xfrm>
            <a:off x="304800" y="1219200"/>
            <a:ext cx="8229600" cy="5638800"/>
          </a:xfrm>
        </p:spPr>
        <p:txBody>
          <a:bodyPr/>
          <a:lstStyle/>
          <a:p>
            <a:r>
              <a:rPr lang="en-US" altLang="en-US"/>
              <a:t>“I had cases where I wanted to create a subclass, and the singleton kept referring to the superclass.”</a:t>
            </a:r>
          </a:p>
          <a:p>
            <a:endParaRPr lang="en-US" altLang="en-US"/>
          </a:p>
          <a:p>
            <a:r>
              <a:rPr lang="en-US" altLang="en-US"/>
              <a:t>“..writing a good unit test was impossible because the class invoked a singleton, and there was no way to inject a fake.”</a:t>
            </a:r>
          </a:p>
          <a:p>
            <a:endParaRPr lang="en-US" altLang="en-US"/>
          </a:p>
          <a:p>
            <a:r>
              <a:rPr lang="en-US" altLang="en-US"/>
              <a:t>“Unit testing a singleton is not so much a problem as unit testing the other classes that use a singleton. They are bound so tightly that there is often no way to inject a fake (or mock) version of the singleton class. In some cases you can live with that, but in other cases, such as when the singleton accesses an external resource like a database, it's intolerable for a unit test.”</a:t>
            </a:r>
          </a:p>
        </p:txBody>
      </p:sp>
      <p:sp>
        <p:nvSpPr>
          <p:cNvPr id="80899" name="Slide Number Placeholder 3">
            <a:extLst>
              <a:ext uri="{FF2B5EF4-FFF2-40B4-BE49-F238E27FC236}">
                <a16:creationId xmlns:a16="http://schemas.microsoft.com/office/drawing/2014/main" id="{CE93CD47-9D6B-10A9-F755-E4C30C5202F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F91C6841-5F13-774C-9CC1-903B44C8CC71}" type="slidenum">
              <a:rPr lang="en-US" altLang="en-US" sz="1000">
                <a:latin typeface="Arial Black" panose="020B0604020202020204" pitchFamily="34" charset="0"/>
              </a:rPr>
              <a:pPr>
                <a:spcBef>
                  <a:spcPct val="0"/>
                </a:spcBef>
                <a:buClrTx/>
                <a:buSzTx/>
                <a:buFontTx/>
                <a:buNone/>
              </a:pPr>
              <a:t>30</a:t>
            </a:fld>
            <a:endParaRPr lang="en-US" altLang="en-US" sz="1000">
              <a:latin typeface="Arial Black" panose="020B0604020202020204" pitchFamily="34" charset="0"/>
            </a:endParaRPr>
          </a:p>
        </p:txBody>
      </p:sp>
      <p:sp>
        <p:nvSpPr>
          <p:cNvPr id="80900" name="Date Placeholder 4">
            <a:extLst>
              <a:ext uri="{FF2B5EF4-FFF2-40B4-BE49-F238E27FC236}">
                <a16:creationId xmlns:a16="http://schemas.microsoft.com/office/drawing/2014/main" id="{ED7BC0C2-F825-3762-BA3E-6EBA17BDA98F}"/>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34B29A16-E2F3-4846-A03C-71A43CC56292}"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3">
            <a:extLst>
              <a:ext uri="{FF2B5EF4-FFF2-40B4-BE49-F238E27FC236}">
                <a16:creationId xmlns:a16="http://schemas.microsoft.com/office/drawing/2014/main" id="{2F3AEDB0-0FB5-B125-DDE1-9231A661DE36}"/>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F273E356-6659-A849-82FC-6A404B0D7EAF}" type="slidenum">
              <a:rPr lang="en-US" altLang="en-US" sz="1000">
                <a:latin typeface="Arial Black" panose="020B0604020202020204" pitchFamily="34" charset="0"/>
              </a:rPr>
              <a:pPr>
                <a:spcBef>
                  <a:spcPct val="0"/>
                </a:spcBef>
                <a:buClrTx/>
                <a:buSzTx/>
                <a:buFontTx/>
                <a:buNone/>
              </a:pPr>
              <a:t>31</a:t>
            </a:fld>
            <a:endParaRPr lang="en-US" altLang="en-US" sz="1000">
              <a:latin typeface="Arial Black" panose="020B0604020202020204" pitchFamily="34" charset="0"/>
            </a:endParaRPr>
          </a:p>
        </p:txBody>
      </p:sp>
      <p:sp>
        <p:nvSpPr>
          <p:cNvPr id="81922" name="Rectangle 2">
            <a:extLst>
              <a:ext uri="{FF2B5EF4-FFF2-40B4-BE49-F238E27FC236}">
                <a16:creationId xmlns:a16="http://schemas.microsoft.com/office/drawing/2014/main" id="{A19B28B8-7C4F-9414-0599-5987B006A1EC}"/>
              </a:ext>
            </a:extLst>
          </p:cNvPr>
          <p:cNvSpPr>
            <a:spLocks noGrp="1" noChangeArrowheads="1"/>
          </p:cNvSpPr>
          <p:nvPr>
            <p:ph type="title"/>
          </p:nvPr>
        </p:nvSpPr>
        <p:spPr/>
        <p:txBody>
          <a:bodyPr/>
          <a:lstStyle/>
          <a:p>
            <a:r>
              <a:rPr lang="en-US" altLang="en-US"/>
              <a:t>Other Useful Articles</a:t>
            </a:r>
          </a:p>
        </p:txBody>
      </p:sp>
      <p:sp>
        <p:nvSpPr>
          <p:cNvPr id="81923" name="Rectangle 3">
            <a:extLst>
              <a:ext uri="{FF2B5EF4-FFF2-40B4-BE49-F238E27FC236}">
                <a16:creationId xmlns:a16="http://schemas.microsoft.com/office/drawing/2014/main" id="{D4E2CC40-34A0-F35A-EF90-0FE881EDDA5E}"/>
              </a:ext>
            </a:extLst>
          </p:cNvPr>
          <p:cNvSpPr>
            <a:spLocks noGrp="1" noChangeArrowheads="1"/>
          </p:cNvSpPr>
          <p:nvPr>
            <p:ph type="body" idx="1"/>
          </p:nvPr>
        </p:nvSpPr>
        <p:spPr/>
        <p:txBody>
          <a:bodyPr/>
          <a:lstStyle/>
          <a:p>
            <a:r>
              <a:rPr lang="en-US" altLang="en-US" dirty="0"/>
              <a:t>Singleton Explained</a:t>
            </a:r>
          </a:p>
          <a:p>
            <a:pPr lvl="1"/>
            <a:r>
              <a:rPr lang="en-US" altLang="en-US" dirty="0">
                <a:hlinkClick r:id="rId2"/>
              </a:rPr>
              <a:t>http://c2.com/cgi/wiki?SingletonPattern</a:t>
            </a:r>
            <a:endParaRPr lang="en-US" altLang="en-US" dirty="0"/>
          </a:p>
          <a:p>
            <a:pPr lvl="1"/>
            <a:r>
              <a:rPr lang="en-US" altLang="en-US" dirty="0"/>
              <a:t>http://</a:t>
            </a:r>
            <a:r>
              <a:rPr lang="en-US" altLang="en-US" dirty="0" err="1"/>
              <a:t>www.oodesign.com</a:t>
            </a:r>
            <a:r>
              <a:rPr lang="en-US" altLang="en-US" dirty="0"/>
              <a:t>/singleton-</a:t>
            </a:r>
            <a:r>
              <a:rPr lang="en-US" altLang="en-US" dirty="0" err="1"/>
              <a:t>pattern.html</a:t>
            </a:r>
            <a:endParaRPr lang="en-US" altLang="en-US" dirty="0"/>
          </a:p>
          <a:p>
            <a:endParaRPr lang="en-US" altLang="en-US" dirty="0"/>
          </a:p>
          <a:p>
            <a:r>
              <a:rPr lang="en-US" altLang="en-US" dirty="0"/>
              <a:t>Unit Testing </a:t>
            </a:r>
          </a:p>
          <a:p>
            <a:pPr lvl="1"/>
            <a:r>
              <a:rPr lang="en-US" altLang="en-US" dirty="0"/>
              <a:t>http://</a:t>
            </a:r>
            <a:r>
              <a:rPr lang="en-US" altLang="en-US" dirty="0" err="1"/>
              <a:t>imistaken.blogspot.com</a:t>
            </a:r>
            <a:r>
              <a:rPr lang="en-US" altLang="en-US" dirty="0"/>
              <a:t>/2009/11/unit-testing-</a:t>
            </a:r>
            <a:r>
              <a:rPr lang="en-US" altLang="en-US" dirty="0" err="1"/>
              <a:t>singletons.html</a:t>
            </a:r>
            <a:endParaRPr lang="en-US" altLang="en-US" dirty="0"/>
          </a:p>
          <a:p>
            <a:pPr lvl="1"/>
            <a:r>
              <a:rPr lang="en-US" altLang="en-US" dirty="0"/>
              <a:t>http://</a:t>
            </a:r>
            <a:r>
              <a:rPr lang="en-US" altLang="en-US" dirty="0" err="1"/>
              <a:t>weblogs.asp.net</a:t>
            </a:r>
            <a:r>
              <a:rPr lang="en-US" altLang="en-US" dirty="0"/>
              <a:t>/</a:t>
            </a:r>
            <a:r>
              <a:rPr lang="en-US" altLang="en-US" dirty="0" err="1"/>
              <a:t>okloeten</a:t>
            </a:r>
            <a:r>
              <a:rPr lang="en-US" altLang="en-US" dirty="0"/>
              <a:t>/archive/2004/08/19/217182.aspx</a:t>
            </a:r>
          </a:p>
          <a:p>
            <a:endParaRPr lang="en-US" altLang="en-US" dirty="0"/>
          </a:p>
          <a:p>
            <a:pPr lvl="1"/>
            <a:endParaRPr lang="en-US"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3">
            <a:extLst>
              <a:ext uri="{FF2B5EF4-FFF2-40B4-BE49-F238E27FC236}">
                <a16:creationId xmlns:a16="http://schemas.microsoft.com/office/drawing/2014/main" id="{26D48CF5-BBF6-6F3E-7791-0CA40944E444}"/>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3555CF5-FE22-A346-BB5B-5C6618AD922D}" type="slidenum">
              <a:rPr lang="en-US" altLang="en-US" sz="1000">
                <a:latin typeface="Arial Black" panose="020B0604020202020204" pitchFamily="34" charset="0"/>
              </a:rPr>
              <a:pPr>
                <a:spcBef>
                  <a:spcPct val="0"/>
                </a:spcBef>
                <a:buClrTx/>
                <a:buSzTx/>
                <a:buFontTx/>
                <a:buNone/>
              </a:pPr>
              <a:t>32</a:t>
            </a:fld>
            <a:endParaRPr lang="en-US" altLang="en-US" sz="1000">
              <a:latin typeface="Arial Black" panose="020B0604020202020204" pitchFamily="34" charset="0"/>
            </a:endParaRPr>
          </a:p>
        </p:txBody>
      </p:sp>
      <p:sp>
        <p:nvSpPr>
          <p:cNvPr id="82946" name="Title 1">
            <a:extLst>
              <a:ext uri="{FF2B5EF4-FFF2-40B4-BE49-F238E27FC236}">
                <a16:creationId xmlns:a16="http://schemas.microsoft.com/office/drawing/2014/main" id="{AD41D07C-86A0-BCC0-2407-6AF9657574AC}"/>
              </a:ext>
            </a:extLst>
          </p:cNvPr>
          <p:cNvSpPr>
            <a:spLocks noGrp="1"/>
          </p:cNvSpPr>
          <p:nvPr>
            <p:ph type="title"/>
          </p:nvPr>
        </p:nvSpPr>
        <p:spPr/>
        <p:txBody>
          <a:bodyPr/>
          <a:lstStyle/>
          <a:p>
            <a:r>
              <a:rPr lang="en-US" altLang="en-US"/>
              <a:t>SUMMARY</a:t>
            </a:r>
          </a:p>
        </p:txBody>
      </p:sp>
      <p:sp>
        <p:nvSpPr>
          <p:cNvPr id="82947" name="Content Placeholder 2">
            <a:extLst>
              <a:ext uri="{FF2B5EF4-FFF2-40B4-BE49-F238E27FC236}">
                <a16:creationId xmlns:a16="http://schemas.microsoft.com/office/drawing/2014/main" id="{FDD287DF-BA08-ADCB-BF03-354724B9B310}"/>
              </a:ext>
            </a:extLst>
          </p:cNvPr>
          <p:cNvSpPr>
            <a:spLocks noGrp="1"/>
          </p:cNvSpPr>
          <p:nvPr>
            <p:ph idx="1"/>
          </p:nvPr>
        </p:nvSpPr>
        <p:spPr>
          <a:xfrm>
            <a:off x="457200" y="1295400"/>
            <a:ext cx="8229600" cy="4724400"/>
          </a:xfrm>
        </p:spPr>
        <p:txBody>
          <a:bodyPr/>
          <a:lstStyle/>
          <a:p>
            <a:pPr eaLnBrk="1" hangingPunct="1"/>
            <a:r>
              <a:rPr lang="en-US" altLang="en-US" b="1" i="1"/>
              <a:t>Pattern Name </a:t>
            </a:r>
            <a:r>
              <a:rPr lang="en-US" altLang="en-US"/>
              <a:t>– Singleton</a:t>
            </a:r>
          </a:p>
          <a:p>
            <a:pPr eaLnBrk="1" hangingPunct="1"/>
            <a:r>
              <a:rPr lang="en-US" altLang="en-US" b="1" i="1"/>
              <a:t>Problem</a:t>
            </a:r>
            <a:r>
              <a:rPr lang="en-US" altLang="en-US"/>
              <a:t> – Ensures one instance of an object and global access to it.</a:t>
            </a:r>
          </a:p>
          <a:p>
            <a:pPr eaLnBrk="1" hangingPunct="1"/>
            <a:r>
              <a:rPr lang="en-US" altLang="en-US" b="1" i="1"/>
              <a:t>Solution</a:t>
            </a:r>
            <a:endParaRPr lang="en-US" altLang="en-US"/>
          </a:p>
          <a:p>
            <a:pPr lvl="1" eaLnBrk="1" hangingPunct="1"/>
            <a:r>
              <a:rPr lang="en-US" altLang="en-US"/>
              <a:t>Hide the constructor</a:t>
            </a:r>
          </a:p>
          <a:p>
            <a:pPr lvl="1" eaLnBrk="1" hangingPunct="1"/>
            <a:r>
              <a:rPr lang="en-US" altLang="en-US"/>
              <a:t>Use static method to return one instance of the object</a:t>
            </a:r>
          </a:p>
          <a:p>
            <a:pPr eaLnBrk="1" hangingPunct="1"/>
            <a:r>
              <a:rPr lang="en-US" altLang="en-US" b="1" i="1"/>
              <a:t>Consequences</a:t>
            </a:r>
          </a:p>
          <a:p>
            <a:pPr lvl="1" eaLnBrk="1" hangingPunct="1"/>
            <a:r>
              <a:rPr lang="en-US" altLang="en-US"/>
              <a:t>Lazy Instantiation</a:t>
            </a:r>
          </a:p>
          <a:p>
            <a:pPr lvl="1" eaLnBrk="1" hangingPunct="1"/>
            <a:r>
              <a:rPr lang="en-US" altLang="en-US"/>
              <a:t>Threading</a:t>
            </a:r>
          </a:p>
          <a:p>
            <a:pPr lvl="1" eaLnBrk="1" hangingPunct="1"/>
            <a:r>
              <a:rPr lang="en-US" altLang="en-US"/>
              <a:t>Inheritance issues</a:t>
            </a:r>
          </a:p>
          <a:p>
            <a:pPr lvl="1" eaLnBrk="1" hangingPunct="1"/>
            <a:r>
              <a:rPr lang="en-US" altLang="en-US"/>
              <a:t>Hides dependencies</a:t>
            </a:r>
          </a:p>
          <a:p>
            <a:pPr lvl="1" eaLnBrk="1" hangingPunct="1"/>
            <a:r>
              <a:rPr lang="en-US" altLang="en-US"/>
              <a:t>Difficult unit testing</a:t>
            </a:r>
          </a:p>
        </p:txBody>
      </p:sp>
      <p:sp>
        <p:nvSpPr>
          <p:cNvPr id="82948" name="Slide Number Placeholder 3">
            <a:extLst>
              <a:ext uri="{FF2B5EF4-FFF2-40B4-BE49-F238E27FC236}">
                <a16:creationId xmlns:a16="http://schemas.microsoft.com/office/drawing/2014/main" id="{445AEDFD-AA93-4FD7-48E2-F5EEB0490D25}"/>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lgn="r" eaLnBrk="1" hangingPunct="1">
              <a:spcBef>
                <a:spcPct val="0"/>
              </a:spcBef>
              <a:buClrTx/>
              <a:buSzTx/>
              <a:buFontTx/>
              <a:buNone/>
            </a:pPr>
            <a:fld id="{8A715C52-1295-8146-9D0C-C4FECEE4B3A7}" type="slidenum">
              <a:rPr lang="en-US" altLang="en-US" sz="1000">
                <a:latin typeface="Arial Black" panose="020B0604020202020204" pitchFamily="34" charset="0"/>
              </a:rPr>
              <a:pPr algn="r" eaLnBrk="1" hangingPunct="1">
                <a:spcBef>
                  <a:spcPct val="0"/>
                </a:spcBef>
                <a:buClrTx/>
                <a:buSzTx/>
                <a:buFontTx/>
                <a:buNone/>
              </a:pPr>
              <a:t>32</a:t>
            </a:fld>
            <a:endParaRPr lang="en-US" altLang="en-US" sz="1000">
              <a:latin typeface="Arial Black" panose="020B0604020202020204" pitchFamily="34" charset="0"/>
            </a:endParaRPr>
          </a:p>
        </p:txBody>
      </p:sp>
      <p:sp>
        <p:nvSpPr>
          <p:cNvPr id="82949" name="Date Placeholder 4">
            <a:extLst>
              <a:ext uri="{FF2B5EF4-FFF2-40B4-BE49-F238E27FC236}">
                <a16:creationId xmlns:a16="http://schemas.microsoft.com/office/drawing/2014/main" id="{68C82925-077E-DC33-B142-A36AC398C1A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79243D8-59D8-DD49-8502-42AAD2EEAF81}" type="datetime1">
              <a:rPr lang="en-US" altLang="en-US" sz="1200" smtClean="0"/>
              <a:pPr>
                <a:spcBef>
                  <a:spcPct val="0"/>
                </a:spcBef>
                <a:buClrTx/>
                <a:buSzTx/>
                <a:buFontTx/>
                <a:buNone/>
              </a:pPr>
              <a:t>11/22/23</a:t>
            </a:fld>
            <a:endParaRPr lang="en-US" altLang="en-US" sz="1200"/>
          </a:p>
        </p:txBody>
      </p:sp>
    </p:spTree>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TDA Elaboration Session I Nov 5</Template>
  <TotalTime>2081</TotalTime>
  <Words>2037</Words>
  <Application>Microsoft Macintosh PowerPoint</Application>
  <PresentationFormat>On-screen Show (4:3)</PresentationFormat>
  <Paragraphs>412</Paragraphs>
  <Slides>32</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Arial Black</vt:lpstr>
      <vt:lpstr>Courier New</vt:lpstr>
      <vt:lpstr>Times New Roman</vt:lpstr>
      <vt:lpstr>Wingdings</vt:lpstr>
      <vt:lpstr>Pixel</vt:lpstr>
      <vt:lpstr>Design Patterns</vt:lpstr>
      <vt:lpstr>Example: Logger</vt:lpstr>
      <vt:lpstr>Example: Logger (cont)</vt:lpstr>
      <vt:lpstr>Singleton</vt:lpstr>
      <vt:lpstr>Logger – as a Singleton</vt:lpstr>
      <vt:lpstr>Lazy Instantiation</vt:lpstr>
      <vt:lpstr>Singleton vs. Static Variables</vt:lpstr>
      <vt:lpstr>Threading</vt:lpstr>
      <vt:lpstr>Option #1: Simple Locking</vt:lpstr>
      <vt:lpstr>Option #2 – Double-Checked Locking</vt:lpstr>
      <vt:lpstr>Option #2   (C# Example)</vt:lpstr>
      <vt:lpstr>Option #3: “Eager” Initialization</vt:lpstr>
      <vt:lpstr>Lab #1: Turn a class into a Singleton</vt:lpstr>
      <vt:lpstr>Lab #1 Answer</vt:lpstr>
      <vt:lpstr>PowerPoint Presentation</vt:lpstr>
      <vt:lpstr>PowerPoint Presentation</vt:lpstr>
      <vt:lpstr>PowerPoint Presentation</vt:lpstr>
      <vt:lpstr>Inheritance Summary</vt:lpstr>
      <vt:lpstr>Add Registry to Singleton</vt:lpstr>
      <vt:lpstr>SingletonRegistry Class</vt:lpstr>
      <vt:lpstr>Case Study: Dependencies</vt:lpstr>
      <vt:lpstr>Case Study: Dependencies</vt:lpstr>
      <vt:lpstr>Case Study: Dependencies</vt:lpstr>
      <vt:lpstr>Unit Testing</vt:lpstr>
      <vt:lpstr>Unit Testing </vt:lpstr>
      <vt:lpstr>Scott Densmore “Why Singletons are Evil”</vt:lpstr>
      <vt:lpstr>Jeremy D. Miller “Chill out on the Singleton…”</vt:lpstr>
      <vt:lpstr>“How to Decontaminate a Singleton”</vt:lpstr>
      <vt:lpstr>Comments from Others</vt:lpstr>
      <vt:lpstr>Comments from Others</vt:lpstr>
      <vt:lpstr>Other Useful Articles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Induwara Rajapaksha</cp:lastModifiedBy>
  <cp:revision>679</cp:revision>
  <cp:lastPrinted>1601-01-01T00:00:00Z</cp:lastPrinted>
  <dcterms:created xsi:type="dcterms:W3CDTF">1601-01-01T00:00:00Z</dcterms:created>
  <dcterms:modified xsi:type="dcterms:W3CDTF">2023-11-22T04:15:19Z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