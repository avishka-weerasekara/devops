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8" r:id="rId3"/>
    <p:sldId id="353" r:id="rId4"/>
    <p:sldId id="376" r:id="rId5"/>
    <p:sldId id="362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</p:sldIdLst>
  <p:sldSz cx="9144000" cy="6858000" type="screen4x3"/>
  <p:notesSz cx="9223375" cy="7004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6" autoAdjust="0"/>
    <p:restoredTop sz="79799" autoAdjust="0"/>
  </p:normalViewPr>
  <p:slideViewPr>
    <p:cSldViewPr>
      <p:cViewPr varScale="1">
        <p:scale>
          <a:sx n="87" d="100"/>
          <a:sy n="87" d="100"/>
        </p:scale>
        <p:origin x="20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D903BFF-DA44-381F-FD84-8C22A3168B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F000790-1E22-2CB2-4B7C-A78F956C4B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24463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13 November 2008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46B20EFF-73B7-B5C6-ADE1-4D5B9CA2BD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1625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4D022810-FAA0-77ED-D0EB-96036ECDFD3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24463" y="6651625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384BC3B-9BCE-3D4B-923D-548FB43028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47AC846-1947-0A7B-30CA-B69C38F305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9992EE6-3110-2B2E-26E2-F1B072B5619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24463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13 November 2008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826D623-E69C-4CE3-82C9-A9690D91F3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0675" y="525463"/>
            <a:ext cx="3502025" cy="2625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F7AC4635-1B2C-07D2-7784-95060961810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3327400"/>
            <a:ext cx="7378700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33504FEF-2E73-3C13-12BD-995E1848A8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3213"/>
            <a:ext cx="399732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CB925A94-49A4-0D72-82FC-AE33E5396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24463" y="6653213"/>
            <a:ext cx="399732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3E6AA5F-A07F-1D49-95C2-E6EBAD92466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A0F47E3E-2AFD-0EFA-A261-951DE3A94D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FDB51C29-AB33-D5AD-CD0B-743925682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6387" name="Date Placeholder 3">
            <a:extLst>
              <a:ext uri="{FF2B5EF4-FFF2-40B4-BE49-F238E27FC236}">
                <a16:creationId xmlns:a16="http://schemas.microsoft.com/office/drawing/2014/main" id="{62A8D26D-CCA8-8D84-78F2-74541012A4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13 November 2008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9D7F169A-2514-FAE9-D64E-CF73DAD52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B15B93-C539-C94A-A1B1-047B2D8254F4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 November 2008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6AA5F-A07F-1D49-95C2-E6EBAD92466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2482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DB7BA9-E351-51D1-376A-ED9B2AE48C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76179B2-19CC-0ECD-3792-535AC7F3BD7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LK" altLang="en-LK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D52B28C-C010-D414-BB03-156681D7868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C0DFEBB-FDB7-52FC-F56D-85C348CD5A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2A35AB4D-66F9-0135-8F36-B2F948385B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5B0078E8-B0D2-711E-B4BB-0C28F701EC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71E8DC3F-7DCC-192B-75D5-6B9440424D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63FE6ACA-9388-75BF-44A1-3FD8DF9D900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71FF464A-D20C-86B9-4CEC-03D1F443D2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18AE3B9B-E8B4-A8D6-DDFC-7B2508BED51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DEE685AE-1AD8-7DC7-D637-8A3E712E58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EA96661C-889A-FC58-D32B-FBAB51031C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615CCA31-F440-21C0-B95C-FACB9CB919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B3AE5836-3C73-3F6C-54CE-B3FC6A94C3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LK" altLang="en-LK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71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154C610-403F-302F-C794-5B8C1702AB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3B694-8C4A-904E-A1BE-E53D7934DA69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A5D76AB7-AB19-DA94-A424-F224337C7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079CB79C-CF4A-4848-155F-6E1527D626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FF5B9C39-6E0C-744F-AC32-6D12A2DF7E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752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3E8474-6040-A4F2-6169-1293DAA55C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1733D5E-680C-B9C4-B45E-93BB43D719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FEF0B-D626-7C4A-BAD8-350FB3F4E9C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5247E5D-0B86-9D9E-1430-52A60A9D93B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F4ADA-21AA-1C44-B0C8-0D70D27C06D0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5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0990EC-69B4-543D-ED22-688E9F5C3C5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482103-B14E-969E-82D5-B9E99402B0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B7EA5C-1255-E940-915F-42343B3443E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906384C-2902-1CDD-99EA-6FC9AB04127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D957C-4D91-2749-B678-130DB3B896EA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8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D525E0-1267-9608-BAED-26B4A648A0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7811C1E-6651-92D3-42E8-0C76245724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0A4027-FD99-654E-B2E5-659C0698FBF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427997A-7602-D209-4D5C-70BE2E0F457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2C50F-DA54-B046-82EC-9753AE5860CB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342583D-E6B1-97A8-E67F-F2F7A71982C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AB6C42A-0CF9-4C80-CAEA-1C3C51EAB8F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6E44FC-6756-0846-8F47-E27E887BF5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C306E5C5-39F5-9844-7586-3DFEBAB7247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E1120-C146-D845-B66B-3DFBF378E228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8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78A37-3685-AE90-3EBD-EFEC0D60BA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7AE8E-52DB-5F4B-0386-335B6FB77D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352E7-2298-0A46-8ADB-16C1CB8D0B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EAE22160-A2E7-E86D-5CEE-5AC35DB0CC7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A5622-37D1-AF44-B5F2-BAFAABC5FB1D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8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DF03EF-7DCF-8FBF-5EAF-C2F0B8E5FB7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9D47C8-D0E0-8AC1-0BB2-0C5307D1046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2BA1B8-9F04-2A49-BDD5-9EA949BE2D8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F954B190-F54F-5149-FA81-DB3FA98E8BC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C34839-EA64-9F4B-93B4-6E288F2AF8FE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5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E9B879-6CC3-5A85-3597-C7FD4806CD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833964-2716-8AED-1892-2184ABDAC7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B9684B-64B4-B649-86E3-7C38AB1FE7B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9F5E1B9-27B1-7CB1-7456-8208C489E92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E2342-D4C7-EC4A-AF58-18C27BC2096D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9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A073A5-89B0-56A6-B33C-9D9357CFD2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E7D5BB8-A0E9-1A4E-89A6-F73FDEAA0C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33CCF0-DD66-ED48-A0F4-6BF1276FF8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37400F25-BC2B-7DB3-A8E8-9CBCA59097E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B6E7E-4963-E24E-A396-7D681A26FD1D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7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ACFC62D-27B8-2FB1-1665-0EB978F53B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961258-07D5-5A40-465F-420FC40C335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91D86B-087E-B44D-B2D0-48DB7521DC7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8A7B349-6DFA-A084-0723-663845B87CF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B1A9D-B6A9-D84F-8F31-D05E9248F3DD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9B5C48-C4D2-19E4-BC22-E361848379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EBC43DA-3C05-E8DF-077F-2410B1AB75A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B39D1F-74DC-564C-8169-D07A76CE728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1064D7E8-8F0C-E5A0-D408-11F2ED1239B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263D0-DE3F-7949-8DC8-155464A29998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4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7CE4681-D7B8-83D7-4013-4DB355A97B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9D98490-A984-C29E-4160-4BDB5692FC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 Black" panose="020B0604020202020204" pitchFamily="34" charset="0"/>
              </a:defRPr>
            </a:lvl1pPr>
          </a:lstStyle>
          <a:p>
            <a:fld id="{5F5B17F3-F43E-5044-AC6F-07FE623A18CD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D2C41E-2355-706B-374B-7C00A2008C4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228BA1E4-2DAA-E060-5C47-578C66C28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LK" altLang="en-LK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68973DE7-5D4C-0A03-15D1-C500C8C99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E2810580-F6FD-EFEE-210B-6251E03BD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9D08488A-E741-375E-7B0D-CDEFC66B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FC5ED97E-C693-9275-4BA6-044BB778E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145B2599-AA07-1E07-D841-0220AE2B1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435C6205-2C39-DBF2-EA40-5DA504668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D7C1E8F5-1A4A-8E90-F430-20B3BCF66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0216E779-43AB-5CC8-F3E8-C6A4EE9E3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LK" altLang="en-LK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92C59FE1-DBE0-5DEB-EACC-2436067C7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4B55F12F-FB54-58BB-2BD3-D964B6A1D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096" name="Rectangle 16">
            <a:extLst>
              <a:ext uri="{FF2B5EF4-FFF2-40B4-BE49-F238E27FC236}">
                <a16:creationId xmlns:a16="http://schemas.microsoft.com/office/drawing/2014/main" id="{1382B99E-ADD5-20E3-50A2-D9D15F5BA5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48EA143-8937-DD40-9ACB-AC9CAAEA3843}" type="datetime1">
              <a:rPr lang="en-US"/>
              <a:pPr>
                <a:defRPr/>
              </a:pPr>
              <a:t>4/28/24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59" r:id="rId2"/>
    <p:sldLayoutId id="2147484260" r:id="rId3"/>
    <p:sldLayoutId id="2147484261" r:id="rId4"/>
    <p:sldLayoutId id="2147484262" r:id="rId5"/>
    <p:sldLayoutId id="2147484263" r:id="rId6"/>
    <p:sldLayoutId id="2147484264" r:id="rId7"/>
    <p:sldLayoutId id="2147484265" r:id="rId8"/>
    <p:sldLayoutId id="2147484266" r:id="rId9"/>
    <p:sldLayoutId id="2147484267" r:id="rId10"/>
    <p:sldLayoutId id="214748426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6">
            <a:extLst>
              <a:ext uri="{FF2B5EF4-FFF2-40B4-BE49-F238E27FC236}">
                <a16:creationId xmlns:a16="http://schemas.microsoft.com/office/drawing/2014/main" id="{B244B72B-1F75-37B3-9FEB-50C805843D4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DBA606-E7CA-3444-BFC8-DBCE243EFA25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4/28/24</a:t>
            </a:fld>
            <a:endParaRPr lang="en-US" altLang="en-US" sz="1200"/>
          </a:p>
        </p:txBody>
      </p:sp>
      <p:sp>
        <p:nvSpPr>
          <p:cNvPr id="15362" name="Rectangle 18">
            <a:extLst>
              <a:ext uri="{FF2B5EF4-FFF2-40B4-BE49-F238E27FC236}">
                <a16:creationId xmlns:a16="http://schemas.microsoft.com/office/drawing/2014/main" id="{7F48FF8E-DF83-3EEF-EC4D-F3B7FAA0D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5DA3FF-0AF4-D646-A03D-AB6D81B93C61}" type="slidenum">
              <a:rPr lang="en-US" altLang="en-US" sz="12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Arial Black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17C2C35-49F9-62DA-E1DC-A3F1A3B7D8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Design Patterns</a:t>
            </a:r>
          </a:p>
        </p:txBody>
      </p:sp>
      <p:sp>
        <p:nvSpPr>
          <p:cNvPr id="15364" name="TextBox 4">
            <a:extLst>
              <a:ext uri="{FF2B5EF4-FFF2-40B4-BE49-F238E27FC236}">
                <a16:creationId xmlns:a16="http://schemas.microsoft.com/office/drawing/2014/main" id="{EB01A337-021C-5508-B7E6-E2864299A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7620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 Adapter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060C41F8-5C40-9A35-7C35-7DB70CA6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Adapter Pattern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FE14FC33-A2A0-0952-AE4B-BA2C368E9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GoF Intent: “Converts the interface of a class into another interface the clients expect.  Adapter lets classes work together that couldn’t otherwise because of incompatible interfaces.”</a:t>
            </a:r>
          </a:p>
          <a:p>
            <a:endParaRPr lang="en-US" altLang="en-US"/>
          </a:p>
          <a:p>
            <a:r>
              <a:rPr lang="en-US" altLang="en-US"/>
              <a:t>Also known as a “Wrapper”</a:t>
            </a: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86AC0166-9B2B-19C0-D5EF-F95AA1F8F7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2627E1-25B5-4B4B-B183-AB3BADFCAC6F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7412" name="Date Placeholder 4">
            <a:extLst>
              <a:ext uri="{FF2B5EF4-FFF2-40B4-BE49-F238E27FC236}">
                <a16:creationId xmlns:a16="http://schemas.microsoft.com/office/drawing/2014/main" id="{BA68698C-598F-92B2-1852-A6860AF7D90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FDABA3-7412-DD47-A704-DB7DA0FA3DDC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4/28/24</a:t>
            </a:fld>
            <a:endParaRPr lang="en-US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0EFFE6A5-B856-6FC9-C753-08915095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Real Life Examples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DB8E5E01-E32B-71AC-BCFE-8DCBA8F6A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Vendor Classes</a:t>
            </a:r>
          </a:p>
          <a:p>
            <a:pPr lvl="1"/>
            <a:r>
              <a:rPr lang="en-US" altLang="en-US" dirty="0"/>
              <a:t>Grid Control</a:t>
            </a:r>
          </a:p>
          <a:p>
            <a:pPr lvl="1"/>
            <a:r>
              <a:rPr lang="en-US" altLang="en-US" dirty="0"/>
              <a:t>FTP Utility</a:t>
            </a:r>
          </a:p>
          <a:p>
            <a:pPr lvl="1"/>
            <a:r>
              <a:rPr lang="en-US" altLang="en-US" dirty="0"/>
              <a:t>Email Utility</a:t>
            </a:r>
          </a:p>
          <a:p>
            <a:pPr marL="457200" lvl="1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BA8EA665-9330-8BE7-811F-5AFE51717F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545369-6FAF-8949-80DC-7AAED2CCBC36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8436" name="Date Placeholder 4">
            <a:extLst>
              <a:ext uri="{FF2B5EF4-FFF2-40B4-BE49-F238E27FC236}">
                <a16:creationId xmlns:a16="http://schemas.microsoft.com/office/drawing/2014/main" id="{0922DB69-E772-35BC-B1EB-4288D6373C9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95232D-AC95-8E45-A20D-20E1B44C5D8C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4/28/24</a:t>
            </a:fld>
            <a:endParaRPr lang="en-US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0CDC-E63A-77BF-4084-39449A93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diagram of a adapter&#10;&#10;Description automatically generated">
            <a:extLst>
              <a:ext uri="{FF2B5EF4-FFF2-40B4-BE49-F238E27FC236}">
                <a16:creationId xmlns:a16="http://schemas.microsoft.com/office/drawing/2014/main" id="{49D4B7FB-9EF6-4DBB-5B26-2CF964552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132" y="1371599"/>
            <a:ext cx="5331019" cy="48736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47F99-4E32-BF6A-9D49-C56E6048E4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93B17-8E67-4076-E10D-03BB95E615B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2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3261ACD3-3769-A97E-F31F-84C9CCC8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Drawback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C7BD7683-C5D7-AE85-487D-C6C5351ED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If you have Grid control with 20 methods…you may need to create an Adapter with 20 methods that all direct to the grid method.</a:t>
            </a:r>
          </a:p>
          <a:p>
            <a:endParaRPr lang="en-US" altLang="en-US"/>
          </a:p>
          <a:p>
            <a:r>
              <a:rPr lang="en-US" altLang="en-US"/>
              <a:t>Thus..a lot of extra code!</a:t>
            </a: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3E01F3CC-15EE-088A-8201-A9BE6DBF2B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CBED46-76E0-4145-892E-30DFAFF6969C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9460" name="Date Placeholder 4">
            <a:extLst>
              <a:ext uri="{FF2B5EF4-FFF2-40B4-BE49-F238E27FC236}">
                <a16:creationId xmlns:a16="http://schemas.microsoft.com/office/drawing/2014/main" id="{693F96E9-C8AF-E109-20A1-8163EA729684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70E9D2-DB71-DC41-96BC-4062227393D8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4/28/24</a:t>
            </a:fld>
            <a:endParaRPr lang="en-US" alt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AEDB-956C-EA8D-83C6-0683E5895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diagram of a product&#10;&#10;Description automatically generated">
            <a:extLst>
              <a:ext uri="{FF2B5EF4-FFF2-40B4-BE49-F238E27FC236}">
                <a16:creationId xmlns:a16="http://schemas.microsoft.com/office/drawing/2014/main" id="{9E052768-9E81-6E48-D535-820C8EBD0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248" y="1371600"/>
            <a:ext cx="6953504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E312-68CE-3A37-AA18-BDBFD39B4E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AD317-BCFF-6A6E-751F-6CCAB0BFC29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7587-57B8-F930-1987-89DAE0A8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close-up of a text&#10;&#10;Description automatically generated">
            <a:extLst>
              <a:ext uri="{FF2B5EF4-FFF2-40B4-BE49-F238E27FC236}">
                <a16:creationId xmlns:a16="http://schemas.microsoft.com/office/drawing/2014/main" id="{0C08295C-E3C7-6B10-2592-7857DDAFF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296400" cy="2717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DBF54-22E3-9E65-A607-712D3FDEE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513AF-AF32-493C-85A9-B28E68C29FB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9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C5FF-F42E-72F3-82C4-808977D4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diagram of a duck&#10;&#10;Description automatically generated">
            <a:extLst>
              <a:ext uri="{FF2B5EF4-FFF2-40B4-BE49-F238E27FC236}">
                <a16:creationId xmlns:a16="http://schemas.microsoft.com/office/drawing/2014/main" id="{D9ADCB44-302C-8470-CA4C-8BA0BBF8C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91" y="1371600"/>
            <a:ext cx="7168418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84FA8-BB8D-6B2D-B0D0-149FE7ED99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4DF7B-95D5-2037-C283-A4D8A5511F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8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C163-02E6-94FC-AB80-6F706BA2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diagram of a duck&#10;&#10;Description automatically generated">
            <a:extLst>
              <a:ext uri="{FF2B5EF4-FFF2-40B4-BE49-F238E27FC236}">
                <a16:creationId xmlns:a16="http://schemas.microsoft.com/office/drawing/2014/main" id="{D2E1D3CB-E994-140F-8FA6-33E110201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7681"/>
            <a:ext cx="8229600" cy="39036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134AA-3410-665E-DDA5-C49EFC015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EC80E-727E-FF87-F1D3-E96E382DB2C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48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5BA8-B388-6862-7949-2E7C4D92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close-up of a paper&#10;&#10;Description automatically generated">
            <a:extLst>
              <a:ext uri="{FF2B5EF4-FFF2-40B4-BE49-F238E27FC236}">
                <a16:creationId xmlns:a16="http://schemas.microsoft.com/office/drawing/2014/main" id="{F328EE5A-F205-2ED7-C0D8-7986BC924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638300"/>
            <a:ext cx="7391400" cy="3962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C3A6B-A41D-442E-276B-0CD7734A78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A29BF-B9F8-E1A3-7C06-00E03CB7D3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3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3903-395B-9961-CCD0-7FBE2373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7744941-7B88-339D-AFBD-FA494558C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62491"/>
            <a:ext cx="8229600" cy="27140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CFDD-C01A-7B17-690F-11A5FAE17D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93357-1FC6-66CA-7134-8A433877D78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88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6F92-A5EC-B094-8B6B-B7051BE2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white background with text and arrows&#10;&#10;Description automatically generated">
            <a:extLst>
              <a:ext uri="{FF2B5EF4-FFF2-40B4-BE49-F238E27FC236}">
                <a16:creationId xmlns:a16="http://schemas.microsoft.com/office/drawing/2014/main" id="{4CC1C8F4-1C95-1394-C80A-319130EEF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25700"/>
            <a:ext cx="6756400" cy="2387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40F31-C30E-2399-5EE4-F080A6EA9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501F1-5941-778F-3316-75CFC9B1BF7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60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74CB-64EE-7837-FCC9-FDAAA45E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90848-791C-3EB9-9158-6CA83B077A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4DE1A-4024-C3FD-6D17-37322FD2DE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  <p:pic>
        <p:nvPicPr>
          <p:cNvPr id="10" name="Content Placeholder 9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2DE138C3-7051-9D13-4F09-80FE3E052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584450"/>
            <a:ext cx="7200900" cy="2070100"/>
          </a:xfrm>
        </p:spPr>
      </p:pic>
    </p:spTree>
    <p:extLst>
      <p:ext uri="{BB962C8B-B14F-4D97-AF65-F5344CB8AC3E}">
        <p14:creationId xmlns:p14="http://schemas.microsoft.com/office/powerpoint/2010/main" val="2616046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91DA-89BB-0B39-005A-10FEF0AA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86FC6-F8CF-91DE-14EB-B3F9C56AC9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20BB3-AB4A-517B-628C-C2E7D06EF6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  <p:pic>
        <p:nvPicPr>
          <p:cNvPr id="10" name="Content Placeholder 9" descr="A white paper with writing on it&#10;&#10;Description automatically generated">
            <a:extLst>
              <a:ext uri="{FF2B5EF4-FFF2-40B4-BE49-F238E27FC236}">
                <a16:creationId xmlns:a16="http://schemas.microsoft.com/office/drawing/2014/main" id="{21BC4E94-AA31-D271-B9E3-750B7FCF2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92" y="1371600"/>
            <a:ext cx="5773015" cy="4495800"/>
          </a:xfrm>
        </p:spPr>
      </p:pic>
    </p:spTree>
    <p:extLst>
      <p:ext uri="{BB962C8B-B14F-4D97-AF65-F5344CB8AC3E}">
        <p14:creationId xmlns:p14="http://schemas.microsoft.com/office/powerpoint/2010/main" val="225204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93B7-9F84-C66A-4230-20E89766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pic>
        <p:nvPicPr>
          <p:cNvPr id="7" name="Content Placeholder 6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BC840E0F-07D1-4313-CE87-684FB1FDB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32" y="1371600"/>
            <a:ext cx="7188535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2C494-043F-F8F9-4645-7EC1BEB4F4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4FEF0B-D626-7C4A-BAD8-350FB3F4E9CF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06CA2-AED7-1A93-9E83-73492382BF6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1D9F4ADA-21AA-1C44-B0C8-0D70D27C06D0}" type="datetime1">
              <a:rPr lang="en-US" smtClean="0"/>
              <a:pPr>
                <a:defRPr/>
              </a:pPr>
              <a:t>4/28/24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27157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TDA Elaboration Session I Nov 5</Template>
  <TotalTime>7642</TotalTime>
  <Words>129</Words>
  <Application>Microsoft Macintosh PowerPoint</Application>
  <PresentationFormat>On-screen Show (4:3)</PresentationFormat>
  <Paragraphs>50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Times New Roman</vt:lpstr>
      <vt:lpstr>Wingdings</vt:lpstr>
      <vt:lpstr>Pixel</vt:lpstr>
      <vt:lpstr>Design Patterns</vt:lpstr>
      <vt:lpstr>Adapter Pattern</vt:lpstr>
      <vt:lpstr>Real Life Examples</vt:lpstr>
      <vt:lpstr>PowerPoint Presentation</vt:lpstr>
      <vt:lpstr>Drawback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Induwara Rajapaksha</cp:lastModifiedBy>
  <cp:revision>1123</cp:revision>
  <cp:lastPrinted>1601-01-01T00:00:00Z</cp:lastPrinted>
  <dcterms:created xsi:type="dcterms:W3CDTF">1601-01-01T00:00:00Z</dcterms:created>
  <dcterms:modified xsi:type="dcterms:W3CDTF">2024-04-28T09:17:18Z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