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70" r:id="rId1"/>
  </p:sldMasterIdLst>
  <p:notesMasterIdLst>
    <p:notesMasterId r:id="rId44"/>
  </p:notesMasterIdLst>
  <p:handoutMasterIdLst>
    <p:handoutMasterId r:id="rId45"/>
  </p:handoutMasterIdLst>
  <p:sldIdLst>
    <p:sldId id="256" r:id="rId2"/>
    <p:sldId id="328" r:id="rId3"/>
    <p:sldId id="286" r:id="rId4"/>
    <p:sldId id="285" r:id="rId5"/>
    <p:sldId id="287" r:id="rId6"/>
    <p:sldId id="288" r:id="rId7"/>
    <p:sldId id="289" r:id="rId8"/>
    <p:sldId id="291" r:id="rId9"/>
    <p:sldId id="290" r:id="rId10"/>
    <p:sldId id="292" r:id="rId11"/>
    <p:sldId id="295" r:id="rId12"/>
    <p:sldId id="294" r:id="rId13"/>
    <p:sldId id="318" r:id="rId14"/>
    <p:sldId id="293" r:id="rId15"/>
    <p:sldId id="298" r:id="rId16"/>
    <p:sldId id="296" r:id="rId17"/>
    <p:sldId id="324" r:id="rId18"/>
    <p:sldId id="325" r:id="rId19"/>
    <p:sldId id="326" r:id="rId20"/>
    <p:sldId id="327" r:id="rId21"/>
    <p:sldId id="299" r:id="rId22"/>
    <p:sldId id="300" r:id="rId23"/>
    <p:sldId id="301" r:id="rId24"/>
    <p:sldId id="303" r:id="rId25"/>
    <p:sldId id="304" r:id="rId26"/>
    <p:sldId id="305" r:id="rId27"/>
    <p:sldId id="306" r:id="rId28"/>
    <p:sldId id="307" r:id="rId29"/>
    <p:sldId id="319" r:id="rId30"/>
    <p:sldId id="309" r:id="rId31"/>
    <p:sldId id="310" r:id="rId32"/>
    <p:sldId id="311" r:id="rId33"/>
    <p:sldId id="308" r:id="rId34"/>
    <p:sldId id="320" r:id="rId35"/>
    <p:sldId id="313" r:id="rId36"/>
    <p:sldId id="270" r:id="rId37"/>
    <p:sldId id="315" r:id="rId38"/>
    <p:sldId id="316" r:id="rId39"/>
    <p:sldId id="317" r:id="rId40"/>
    <p:sldId id="273" r:id="rId41"/>
    <p:sldId id="274" r:id="rId42"/>
    <p:sldId id="275" r:id="rId43"/>
  </p:sldIdLst>
  <p:sldSz cx="9144000" cy="6858000" type="screen4x3"/>
  <p:notesSz cx="9223375" cy="70040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0" autoAdjust="0"/>
    <p:restoredTop sz="75077" autoAdjust="0"/>
  </p:normalViewPr>
  <p:slideViewPr>
    <p:cSldViewPr>
      <p:cViewPr varScale="1">
        <p:scale>
          <a:sx n="82" d="100"/>
          <a:sy n="82" d="100"/>
        </p:scale>
        <p:origin x="2488" y="168"/>
      </p:cViewPr>
      <p:guideLst>
        <p:guide orient="horz" pos="2160"/>
        <p:guide pos="2880"/>
      </p:guideLst>
    </p:cSldViewPr>
  </p:slideViewPr>
  <p:outlineViewPr>
    <p:cViewPr>
      <p:scale>
        <a:sx n="33" d="100"/>
        <a:sy n="33" d="100"/>
      </p:scale>
      <p:origin x="0" y="219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5DFDA33-0FFF-017A-014A-08DEB2530022}"/>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63" name="Rectangle 3">
            <a:extLst>
              <a:ext uri="{FF2B5EF4-FFF2-40B4-BE49-F238E27FC236}">
                <a16:creationId xmlns:a16="http://schemas.microsoft.com/office/drawing/2014/main" id="{67345DFC-7D41-C002-CFF5-D1E8A8EA05AF}"/>
              </a:ext>
            </a:extLst>
          </p:cNvPr>
          <p:cNvSpPr>
            <a:spLocks noGrp="1" noChangeArrowheads="1"/>
          </p:cNvSpPr>
          <p:nvPr>
            <p:ph type="dt" sz="quarter"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40964" name="Rectangle 4">
            <a:extLst>
              <a:ext uri="{FF2B5EF4-FFF2-40B4-BE49-F238E27FC236}">
                <a16:creationId xmlns:a16="http://schemas.microsoft.com/office/drawing/2014/main" id="{4364EF28-37CB-944A-092D-9E0F78060991}"/>
              </a:ext>
            </a:extLst>
          </p:cNvPr>
          <p:cNvSpPr>
            <a:spLocks noGrp="1" noChangeArrowheads="1"/>
          </p:cNvSpPr>
          <p:nvPr>
            <p:ph type="ftr" sz="quarter" idx="2"/>
          </p:nvPr>
        </p:nvSpPr>
        <p:spPr bwMode="auto">
          <a:xfrm>
            <a:off x="0"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0965" name="Rectangle 5">
            <a:extLst>
              <a:ext uri="{FF2B5EF4-FFF2-40B4-BE49-F238E27FC236}">
                <a16:creationId xmlns:a16="http://schemas.microsoft.com/office/drawing/2014/main" id="{64AC14A9-84AA-8176-D38F-2FB1ED6A6CE9}"/>
              </a:ext>
            </a:extLst>
          </p:cNvPr>
          <p:cNvSpPr>
            <a:spLocks noGrp="1" noChangeArrowheads="1"/>
          </p:cNvSpPr>
          <p:nvPr>
            <p:ph type="sldNum" sz="quarter" idx="3"/>
          </p:nvPr>
        </p:nvSpPr>
        <p:spPr bwMode="auto">
          <a:xfrm>
            <a:off x="5224463"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05F028A7-6977-8B41-A7FA-0FB50780569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FFD589E-DD1D-5AD4-BC6A-9695BA2834FF}"/>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9155" name="Rectangle 3">
            <a:extLst>
              <a:ext uri="{FF2B5EF4-FFF2-40B4-BE49-F238E27FC236}">
                <a16:creationId xmlns:a16="http://schemas.microsoft.com/office/drawing/2014/main" id="{0FBD6F52-00AE-108C-F0FF-E90493245FC2}"/>
              </a:ext>
            </a:extLst>
          </p:cNvPr>
          <p:cNvSpPr>
            <a:spLocks noGrp="1" noChangeArrowheads="1"/>
          </p:cNvSpPr>
          <p:nvPr>
            <p:ph type="dt"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13316" name="Rectangle 4">
            <a:extLst>
              <a:ext uri="{FF2B5EF4-FFF2-40B4-BE49-F238E27FC236}">
                <a16:creationId xmlns:a16="http://schemas.microsoft.com/office/drawing/2014/main" id="{414E26B4-D069-3282-715A-153E7EDBEABE}"/>
              </a:ext>
            </a:extLst>
          </p:cNvPr>
          <p:cNvSpPr>
            <a:spLocks noGrp="1" noRot="1" noChangeAspect="1" noChangeArrowheads="1" noTextEdit="1"/>
          </p:cNvSpPr>
          <p:nvPr>
            <p:ph type="sldImg" idx="2"/>
          </p:nvPr>
        </p:nvSpPr>
        <p:spPr bwMode="auto">
          <a:xfrm>
            <a:off x="2860675" y="525463"/>
            <a:ext cx="3502025" cy="2625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7" name="Rectangle 5">
            <a:extLst>
              <a:ext uri="{FF2B5EF4-FFF2-40B4-BE49-F238E27FC236}">
                <a16:creationId xmlns:a16="http://schemas.microsoft.com/office/drawing/2014/main" id="{75D2AA31-E444-8437-70D0-65966C5CB87E}"/>
              </a:ext>
            </a:extLst>
          </p:cNvPr>
          <p:cNvSpPr>
            <a:spLocks noGrp="1" noChangeArrowheads="1"/>
          </p:cNvSpPr>
          <p:nvPr>
            <p:ph type="body" sz="quarter" idx="3"/>
          </p:nvPr>
        </p:nvSpPr>
        <p:spPr bwMode="auto">
          <a:xfrm>
            <a:off x="922338" y="3327400"/>
            <a:ext cx="7378700" cy="3151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a:extLst>
              <a:ext uri="{FF2B5EF4-FFF2-40B4-BE49-F238E27FC236}">
                <a16:creationId xmlns:a16="http://schemas.microsoft.com/office/drawing/2014/main" id="{A9DF433A-3C14-C22B-ED4C-CBE2BFD3D0F9}"/>
              </a:ext>
            </a:extLst>
          </p:cNvPr>
          <p:cNvSpPr>
            <a:spLocks noGrp="1" noChangeArrowheads="1"/>
          </p:cNvSpPr>
          <p:nvPr>
            <p:ph type="ftr" sz="quarter" idx="4"/>
          </p:nvPr>
        </p:nvSpPr>
        <p:spPr bwMode="auto">
          <a:xfrm>
            <a:off x="0"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9159" name="Rectangle 7">
            <a:extLst>
              <a:ext uri="{FF2B5EF4-FFF2-40B4-BE49-F238E27FC236}">
                <a16:creationId xmlns:a16="http://schemas.microsoft.com/office/drawing/2014/main" id="{74B255B0-3F57-1EDB-0A5D-DE0E78BE17AD}"/>
              </a:ext>
            </a:extLst>
          </p:cNvPr>
          <p:cNvSpPr>
            <a:spLocks noGrp="1" noChangeArrowheads="1"/>
          </p:cNvSpPr>
          <p:nvPr>
            <p:ph type="sldNum" sz="quarter" idx="5"/>
          </p:nvPr>
        </p:nvSpPr>
        <p:spPr bwMode="auto">
          <a:xfrm>
            <a:off x="5224463"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E4A1AD5E-8BAE-BC4D-9618-1E7C2BC07EDE}"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72AEC29D-1226-BC38-8631-9D321ABBA8CC}"/>
              </a:ext>
            </a:extLst>
          </p:cNvPr>
          <p:cNvSpPr>
            <a:spLocks noGrp="1" noRot="1" noChangeAspect="1" noTextEdit="1"/>
          </p:cNvSpPr>
          <p:nvPr>
            <p:ph type="sldImg"/>
          </p:nvPr>
        </p:nvSpPr>
        <p:spPr>
          <a:ln/>
        </p:spPr>
      </p:sp>
      <p:sp>
        <p:nvSpPr>
          <p:cNvPr id="16386" name="Notes Placeholder 2">
            <a:extLst>
              <a:ext uri="{FF2B5EF4-FFF2-40B4-BE49-F238E27FC236}">
                <a16:creationId xmlns:a16="http://schemas.microsoft.com/office/drawing/2014/main" id="{9E3474FA-C05B-E091-64BD-B643BB67BA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6387" name="Date Placeholder 3">
            <a:extLst>
              <a:ext uri="{FF2B5EF4-FFF2-40B4-BE49-F238E27FC236}">
                <a16:creationId xmlns:a16="http://schemas.microsoft.com/office/drawing/2014/main" id="{0B00DF28-1DCD-9C58-3CDA-C4A43CE78F9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16388" name="Slide Number Placeholder 4">
            <a:extLst>
              <a:ext uri="{FF2B5EF4-FFF2-40B4-BE49-F238E27FC236}">
                <a16:creationId xmlns:a16="http://schemas.microsoft.com/office/drawing/2014/main" id="{7A7D0D46-497E-EFBE-4181-00F63A559A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2BAE1A-D718-8241-B5B0-6E8C80246AB2}"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1DC9E699-E96C-9F61-5F6C-330C15D7FB24}"/>
              </a:ext>
            </a:extLst>
          </p:cNvPr>
          <p:cNvSpPr>
            <a:spLocks noGrp="1" noRot="1" noChangeAspect="1" noTextEdit="1"/>
          </p:cNvSpPr>
          <p:nvPr>
            <p:ph type="sldImg"/>
          </p:nvPr>
        </p:nvSpPr>
        <p:spPr>
          <a:ln/>
        </p:spPr>
      </p:sp>
      <p:sp>
        <p:nvSpPr>
          <p:cNvPr id="19458" name="Notes Placeholder 2">
            <a:extLst>
              <a:ext uri="{FF2B5EF4-FFF2-40B4-BE49-F238E27FC236}">
                <a16:creationId xmlns:a16="http://schemas.microsoft.com/office/drawing/2014/main" id="{B8C8F55B-4D01-ECA7-F723-EBA433A3C8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A duck pond simulation game. Assume that there is a screen with a pond.  There are buttons for Quack, Swim, Fly, etc.  </a:t>
            </a:r>
          </a:p>
          <a:p>
            <a:r>
              <a:rPr lang="en-US" altLang="en-US">
                <a:latin typeface="Arial" panose="020B0604020202020204" pitchFamily="34" charset="0"/>
              </a:rPr>
              <a:t>You can select a Duck and say “do this”.</a:t>
            </a:r>
          </a:p>
          <a:p>
            <a:r>
              <a:rPr lang="en-US" altLang="en-US">
                <a:latin typeface="Arial" panose="020B0604020202020204" pitchFamily="34" charset="0"/>
              </a:rPr>
              <a:t>Or you can press a button and say “All Ducks Quack”.  “All Ducks Swim”.  “All Ducks Fly”, etc.</a:t>
            </a:r>
          </a:p>
          <a:p>
            <a:endParaRPr lang="en-US" altLang="en-US">
              <a:latin typeface="Arial" panose="020B0604020202020204" pitchFamily="34" charset="0"/>
            </a:endParaRPr>
          </a:p>
          <a:p>
            <a:r>
              <a:rPr lang="en-US" altLang="en-US">
                <a:latin typeface="Arial" panose="020B0604020202020204" pitchFamily="34" charset="0"/>
              </a:rPr>
              <a:t>Also, let’s say we have a Vision Statement from the Tech Lead: be able to deploy the application once…then apply patches when needed.  This patches should not affect code all ready deployed..simply extend when we already have.  This will simplify re-testing everything!</a:t>
            </a: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p:txBody>
      </p:sp>
      <p:sp>
        <p:nvSpPr>
          <p:cNvPr id="19459" name="Date Placeholder 3">
            <a:extLst>
              <a:ext uri="{FF2B5EF4-FFF2-40B4-BE49-F238E27FC236}">
                <a16:creationId xmlns:a16="http://schemas.microsoft.com/office/drawing/2014/main" id="{B913139E-5592-EF7A-2BE1-97A5066C543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19460" name="Slide Number Placeholder 4">
            <a:extLst>
              <a:ext uri="{FF2B5EF4-FFF2-40B4-BE49-F238E27FC236}">
                <a16:creationId xmlns:a16="http://schemas.microsoft.com/office/drawing/2014/main" id="{33B1741F-CE69-73D6-3790-61217ABC48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49D75A-D443-0F4A-94F1-7C3B54D6E992}" type="slidenum">
              <a:rPr lang="en-US" altLang="en-US"/>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C951C855-1234-C5B4-A3F6-A139957A1A15}"/>
              </a:ext>
            </a:extLst>
          </p:cNvPr>
          <p:cNvSpPr>
            <a:spLocks noGrp="1" noRot="1" noChangeAspect="1" noTextEdit="1"/>
          </p:cNvSpPr>
          <p:nvPr>
            <p:ph type="sldImg"/>
          </p:nvPr>
        </p:nvSpPr>
        <p:spPr>
          <a:ln/>
        </p:spPr>
      </p:sp>
      <p:sp>
        <p:nvSpPr>
          <p:cNvPr id="21506" name="Notes Placeholder 2">
            <a:extLst>
              <a:ext uri="{FF2B5EF4-FFF2-40B4-BE49-F238E27FC236}">
                <a16:creationId xmlns:a16="http://schemas.microsoft.com/office/drawing/2014/main" id="{644E8416-C6CF-3B9B-3ED7-F41CDD2DFF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Pg 2.</a:t>
            </a:r>
          </a:p>
          <a:p>
            <a:r>
              <a:rPr lang="en-US" altLang="en-US">
                <a:latin typeface="Arial" panose="020B0604020202020204" pitchFamily="34" charset="0"/>
              </a:rPr>
              <a:t>Fly is added.  This is a problem since not all Ducks fly.  So if you add a new Duck to the pond, it will automatically fly when the user presses that “All Duck Fly” button.</a:t>
            </a:r>
          </a:p>
          <a:p>
            <a:endParaRPr lang="en-US" altLang="en-US">
              <a:latin typeface="Arial" panose="020B0604020202020204" pitchFamily="34" charset="0"/>
            </a:endParaRPr>
          </a:p>
          <a:p>
            <a:r>
              <a:rPr lang="en-US" altLang="en-US">
                <a:latin typeface="Arial" panose="020B0604020202020204" pitchFamily="34" charset="0"/>
              </a:rPr>
              <a:t>Pg 4</a:t>
            </a:r>
          </a:p>
          <a:p>
            <a:endParaRPr lang="en-US" altLang="en-US">
              <a:latin typeface="Arial" panose="020B0604020202020204" pitchFamily="34" charset="0"/>
            </a:endParaRPr>
          </a:p>
          <a:p>
            <a:r>
              <a:rPr lang="en-US" altLang="en-US">
                <a:latin typeface="Arial" panose="020B0604020202020204" pitchFamily="34" charset="0"/>
              </a:rPr>
              <a:t>With Inheritance, we see that not all derived classes necessarily use the behavior of the base class (as requirements change).</a:t>
            </a:r>
          </a:p>
          <a:p>
            <a:r>
              <a:rPr lang="en-US" altLang="en-US">
                <a:latin typeface="Arial" panose="020B0604020202020204" pitchFamily="34" charset="0"/>
              </a:rPr>
              <a:t>We could of course use more inheritance to abstract out different behaviors…but  imagine what happens every time a requirements change happens?  You may have to completely change your inheritance hierarchy and re-shift things around.  It may be easier to just put stuff in the base class and then inherit, and then overwrite the behavior with null implementation.  </a:t>
            </a:r>
          </a:p>
          <a:p>
            <a:endParaRPr lang="en-US" altLang="en-US">
              <a:latin typeface="Arial" panose="020B0604020202020204" pitchFamily="34" charset="0"/>
            </a:endParaRPr>
          </a:p>
          <a:p>
            <a:r>
              <a:rPr lang="en-US" altLang="en-US">
                <a:latin typeface="Arial" panose="020B0604020202020204" pitchFamily="34" charset="0"/>
              </a:rPr>
              <a:t>Inheritance implies a compile time decision.</a:t>
            </a:r>
          </a:p>
          <a:p>
            <a:r>
              <a:rPr lang="en-US" altLang="en-US">
                <a:latin typeface="Arial" panose="020B0604020202020204" pitchFamily="34" charset="0"/>
              </a:rPr>
              <a:t>Note when happens with a DecoyDuck is added.</a:t>
            </a:r>
          </a:p>
          <a:p>
            <a:r>
              <a:rPr lang="en-US" altLang="en-US">
                <a:latin typeface="Arial" panose="020B0604020202020204" pitchFamily="34" charset="0"/>
              </a:rPr>
              <a:t>You have to do a lot of maintenance here.</a:t>
            </a:r>
          </a:p>
        </p:txBody>
      </p:sp>
      <p:sp>
        <p:nvSpPr>
          <p:cNvPr id="21507" name="Date Placeholder 3">
            <a:extLst>
              <a:ext uri="{FF2B5EF4-FFF2-40B4-BE49-F238E27FC236}">
                <a16:creationId xmlns:a16="http://schemas.microsoft.com/office/drawing/2014/main" id="{54D11655-F1B5-9C9F-16A2-2BB8FEC4CF8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1508" name="Slide Number Placeholder 4">
            <a:extLst>
              <a:ext uri="{FF2B5EF4-FFF2-40B4-BE49-F238E27FC236}">
                <a16:creationId xmlns:a16="http://schemas.microsoft.com/office/drawing/2014/main" id="{87AB7878-4D1D-95D6-452D-A2E319FF01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AB14D4-B83E-6346-B5F5-F3DFA3827851}" type="slidenum">
              <a:rPr lang="en-US" altLang="en-US"/>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8AC680D7-CE85-4FFB-E0A0-8BADCCEEFA2F}"/>
              </a:ext>
            </a:extLst>
          </p:cNvPr>
          <p:cNvSpPr>
            <a:spLocks noGrp="1" noRot="1" noChangeAspect="1" noTextEdit="1"/>
          </p:cNvSpPr>
          <p:nvPr>
            <p:ph type="sldImg"/>
          </p:nvPr>
        </p:nvSpPr>
        <p:spPr>
          <a:ln/>
        </p:spPr>
      </p:sp>
      <p:sp>
        <p:nvSpPr>
          <p:cNvPr id="23554" name="Notes Placeholder 2">
            <a:extLst>
              <a:ext uri="{FF2B5EF4-FFF2-40B4-BE49-F238E27FC236}">
                <a16:creationId xmlns:a16="http://schemas.microsoft.com/office/drawing/2014/main" id="{C652A6AB-32CF-67F3-D0CF-50DEABA22DB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Having Fly and Quack in the superclass didn’t make sense here.  Now we learn it will be changing a lot in the future.</a:t>
            </a:r>
          </a:p>
          <a:p>
            <a:r>
              <a:rPr lang="en-US" altLang="en-US">
                <a:latin typeface="Arial" panose="020B0604020202020204" pitchFamily="34" charset="0"/>
              </a:rPr>
              <a:t>A Duck may Fly one day and then the customer says it should not fly anymore.</a:t>
            </a:r>
          </a:p>
          <a:p>
            <a:endParaRPr lang="en-US" altLang="en-US">
              <a:latin typeface="Arial" panose="020B0604020202020204" pitchFamily="34" charset="0"/>
            </a:endParaRPr>
          </a:p>
          <a:p>
            <a:r>
              <a:rPr lang="en-US" altLang="en-US">
                <a:latin typeface="Arial" panose="020B0604020202020204" pitchFamily="34" charset="0"/>
              </a:rPr>
              <a:t>Also, the user at runtime wants to change the behavior.</a:t>
            </a:r>
          </a:p>
        </p:txBody>
      </p:sp>
      <p:sp>
        <p:nvSpPr>
          <p:cNvPr id="23555" name="Date Placeholder 3">
            <a:extLst>
              <a:ext uri="{FF2B5EF4-FFF2-40B4-BE49-F238E27FC236}">
                <a16:creationId xmlns:a16="http://schemas.microsoft.com/office/drawing/2014/main" id="{CA464440-7EFA-5BFD-85C3-9BE010D9201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3556" name="Slide Number Placeholder 4">
            <a:extLst>
              <a:ext uri="{FF2B5EF4-FFF2-40B4-BE49-F238E27FC236}">
                <a16:creationId xmlns:a16="http://schemas.microsoft.com/office/drawing/2014/main" id="{95762620-EE1F-64C4-CCA8-93BDDF748B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EEE74E-B890-2E49-AE6B-87AD41C56A9F}" type="slidenum">
              <a:rPr lang="en-US" altLang="en-US"/>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799ADF92-A6C8-9E1F-CB79-269B1B0D4A6A}"/>
              </a:ext>
            </a:extLst>
          </p:cNvPr>
          <p:cNvSpPr>
            <a:spLocks noGrp="1" noRot="1" noChangeAspect="1" noTextEdit="1"/>
          </p:cNvSpPr>
          <p:nvPr>
            <p:ph type="sldImg"/>
          </p:nvPr>
        </p:nvSpPr>
        <p:spPr>
          <a:ln/>
        </p:spPr>
      </p:sp>
      <p:sp>
        <p:nvSpPr>
          <p:cNvPr id="25602" name="Notes Placeholder 2">
            <a:extLst>
              <a:ext uri="{FF2B5EF4-FFF2-40B4-BE49-F238E27FC236}">
                <a16:creationId xmlns:a16="http://schemas.microsoft.com/office/drawing/2014/main" id="{2BA0795E-C49B-0626-8205-D9B8854BBF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This is a very important principle.</a:t>
            </a:r>
          </a:p>
          <a:p>
            <a:endParaRPr lang="en-US" altLang="en-US">
              <a:latin typeface="Arial" panose="020B0604020202020204" pitchFamily="34" charset="0"/>
            </a:endParaRPr>
          </a:p>
          <a:p>
            <a:r>
              <a:rPr lang="en-US" altLang="en-US">
                <a:latin typeface="Arial" panose="020B0604020202020204" pitchFamily="34" charset="0"/>
              </a:rPr>
              <a:t>If you have an IF/ELSE block and you know that it will never never change, then it is probably good as-is. </a:t>
            </a:r>
          </a:p>
          <a:p>
            <a:r>
              <a:rPr lang="en-US" altLang="en-US">
                <a:latin typeface="Arial" panose="020B0604020202020204" pitchFamily="34" charset="0"/>
              </a:rPr>
              <a:t>If you have an IF/ELSE and you know that there is a lot of potential change, then it is a good idea to extend.</a:t>
            </a:r>
          </a:p>
          <a:p>
            <a:endParaRPr lang="en-US" altLang="en-US">
              <a:latin typeface="Arial" panose="020B0604020202020204" pitchFamily="34" charset="0"/>
            </a:endParaRPr>
          </a:p>
        </p:txBody>
      </p:sp>
      <p:sp>
        <p:nvSpPr>
          <p:cNvPr id="25603" name="Date Placeholder 3">
            <a:extLst>
              <a:ext uri="{FF2B5EF4-FFF2-40B4-BE49-F238E27FC236}">
                <a16:creationId xmlns:a16="http://schemas.microsoft.com/office/drawing/2014/main" id="{5BEE9989-D3AA-5162-01E5-A6832D5F9D3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5604" name="Slide Number Placeholder 4">
            <a:extLst>
              <a:ext uri="{FF2B5EF4-FFF2-40B4-BE49-F238E27FC236}">
                <a16:creationId xmlns:a16="http://schemas.microsoft.com/office/drawing/2014/main" id="{367E5FAF-C3BC-AA6C-EA22-1A302178A65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4377AFD-607A-B548-9ECF-A149EE8A4103}" type="slidenum">
              <a:rPr lang="en-US" altLang="en-US"/>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03EEDEFD-0B1C-F338-0374-8A1CCBF14A94}"/>
              </a:ext>
            </a:extLst>
          </p:cNvPr>
          <p:cNvSpPr>
            <a:spLocks noGrp="1" noRot="1" noChangeAspect="1" noTextEdit="1"/>
          </p:cNvSpPr>
          <p:nvPr>
            <p:ph type="sldImg"/>
          </p:nvPr>
        </p:nvSpPr>
        <p:spPr>
          <a:ln/>
        </p:spPr>
      </p:sp>
      <p:sp>
        <p:nvSpPr>
          <p:cNvPr id="27650" name="Notes Placeholder 2">
            <a:extLst>
              <a:ext uri="{FF2B5EF4-FFF2-40B4-BE49-F238E27FC236}">
                <a16:creationId xmlns:a16="http://schemas.microsoft.com/office/drawing/2014/main" id="{BECD7135-EADA-8A49-113A-713AD8AF67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Part that varies:  Flying and Quacking</a:t>
            </a:r>
          </a:p>
          <a:p>
            <a:r>
              <a:rPr lang="en-US" altLang="en-US">
                <a:latin typeface="Arial" panose="020B0604020202020204" pitchFamily="34" charset="0"/>
              </a:rPr>
              <a:t>Part that is the same: Displaying, Swimming</a:t>
            </a:r>
          </a:p>
          <a:p>
            <a:endParaRPr lang="en-US" altLang="en-US">
              <a:latin typeface="Arial" panose="020B0604020202020204" pitchFamily="34" charset="0"/>
            </a:endParaRPr>
          </a:p>
          <a:p>
            <a:r>
              <a:rPr lang="en-US" altLang="en-US">
                <a:latin typeface="Arial" panose="020B0604020202020204" pitchFamily="34" charset="0"/>
              </a:rPr>
              <a:t>Let’s pull out Fly and Quack into their own separate objects.</a:t>
            </a:r>
          </a:p>
          <a:p>
            <a:endParaRPr lang="en-US" altLang="en-US">
              <a:latin typeface="Arial" panose="020B0604020202020204" pitchFamily="34" charset="0"/>
            </a:endParaRPr>
          </a:p>
        </p:txBody>
      </p:sp>
      <p:sp>
        <p:nvSpPr>
          <p:cNvPr id="27651" name="Date Placeholder 3">
            <a:extLst>
              <a:ext uri="{FF2B5EF4-FFF2-40B4-BE49-F238E27FC236}">
                <a16:creationId xmlns:a16="http://schemas.microsoft.com/office/drawing/2014/main" id="{027036C3-F40A-FB52-7045-AD4DDA29E76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7652" name="Slide Number Placeholder 4">
            <a:extLst>
              <a:ext uri="{FF2B5EF4-FFF2-40B4-BE49-F238E27FC236}">
                <a16:creationId xmlns:a16="http://schemas.microsoft.com/office/drawing/2014/main" id="{67D81445-D626-B6C1-F026-3AF0DB97C20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46545A-04C1-4840-B355-5B162172B6AE}" type="slidenum">
              <a:rPr lang="en-US" altLang="en-US"/>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8C6DDB49-E5A6-32C0-864C-28A575FA0A57}"/>
              </a:ext>
            </a:extLst>
          </p:cNvPr>
          <p:cNvSpPr>
            <a:spLocks noGrp="1" noRot="1" noChangeAspect="1" noTextEdit="1"/>
          </p:cNvSpPr>
          <p:nvPr>
            <p:ph type="sldImg"/>
          </p:nvPr>
        </p:nvSpPr>
        <p:spPr>
          <a:ln/>
        </p:spPr>
      </p:sp>
      <p:sp>
        <p:nvSpPr>
          <p:cNvPr id="29698" name="Notes Placeholder 2">
            <a:extLst>
              <a:ext uri="{FF2B5EF4-FFF2-40B4-BE49-F238E27FC236}">
                <a16:creationId xmlns:a16="http://schemas.microsoft.com/office/drawing/2014/main" id="{8F482213-3682-8418-D7E4-64FB51D8493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9699" name="Date Placeholder 3">
            <a:extLst>
              <a:ext uri="{FF2B5EF4-FFF2-40B4-BE49-F238E27FC236}">
                <a16:creationId xmlns:a16="http://schemas.microsoft.com/office/drawing/2014/main" id="{FBB65811-8454-6D42-CFBF-F41017D2331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9700" name="Slide Number Placeholder 4">
            <a:extLst>
              <a:ext uri="{FF2B5EF4-FFF2-40B4-BE49-F238E27FC236}">
                <a16:creationId xmlns:a16="http://schemas.microsoft.com/office/drawing/2014/main" id="{95A4CE7B-9EA5-B25B-1ADB-B4ABCE96F1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B291A9-7770-DC40-9111-3E3D8DCA221A}" type="slidenum">
              <a:rPr lang="en-US" altLang="en-US"/>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AA58050A-7C59-CF8C-1D19-6563EA9AFB05}"/>
              </a:ext>
            </a:extLst>
          </p:cNvPr>
          <p:cNvSpPr>
            <a:spLocks noGrp="1" noRot="1" noChangeAspect="1" noTextEdit="1"/>
          </p:cNvSpPr>
          <p:nvPr>
            <p:ph type="sldImg"/>
          </p:nvPr>
        </p:nvSpPr>
        <p:spPr>
          <a:ln/>
        </p:spPr>
      </p:sp>
      <p:sp>
        <p:nvSpPr>
          <p:cNvPr id="31746" name="Notes Placeholder 2">
            <a:extLst>
              <a:ext uri="{FF2B5EF4-FFF2-40B4-BE49-F238E27FC236}">
                <a16:creationId xmlns:a16="http://schemas.microsoft.com/office/drawing/2014/main" id="{3CB3A9F3-2FB4-B954-C386-04031731E1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Note that FlyBehavior and QuackBehavior are Interfaces.  They do not need to be. What if there was a lot of common behavior behind Flying and Quacking?  You may want an abstract class here instead.  The basic concept here is that there an abstraction here.</a:t>
            </a:r>
          </a:p>
          <a:p>
            <a:endParaRPr lang="en-US" altLang="en-US">
              <a:latin typeface="Arial" panose="020B0604020202020204" pitchFamily="34" charset="0"/>
            </a:endParaRPr>
          </a:p>
          <a:p>
            <a:r>
              <a:rPr lang="en-US" altLang="en-US">
                <a:latin typeface="Arial" panose="020B0604020202020204" pitchFamily="34" charset="0"/>
              </a:rPr>
              <a:t>This is a very important concept.  Think about the Singleton example I gave last week.  The Singleton was tied to a specific instance of Oracle database. If you were trying to create a Common Component for your Enterprise, that Singleton would be a bad example example since it was tied to Oracle.  You probably would want an object (and perhaps not a Singleton) that is designed towards an abstraction of a database.</a:t>
            </a:r>
          </a:p>
          <a:p>
            <a:endParaRPr lang="en-US" altLang="en-US">
              <a:latin typeface="Arial" panose="020B0604020202020204" pitchFamily="34" charset="0"/>
            </a:endParaRPr>
          </a:p>
          <a:p>
            <a:r>
              <a:rPr lang="en-US" altLang="en-US">
                <a:latin typeface="Arial" panose="020B0604020202020204" pitchFamily="34" charset="0"/>
              </a:rPr>
              <a:t>In general, this concept is key for designing frameworks or other base classes.  If you are creating a base class with a lot of sub-classes, look closely. Does the base class rely on  concrete implementations or abstractions??</a:t>
            </a:r>
          </a:p>
          <a:p>
            <a:endParaRPr lang="en-US" altLang="en-US">
              <a:latin typeface="Arial" panose="020B0604020202020204" pitchFamily="34" charset="0"/>
            </a:endParaRPr>
          </a:p>
        </p:txBody>
      </p:sp>
      <p:sp>
        <p:nvSpPr>
          <p:cNvPr id="31747" name="Date Placeholder 3">
            <a:extLst>
              <a:ext uri="{FF2B5EF4-FFF2-40B4-BE49-F238E27FC236}">
                <a16:creationId xmlns:a16="http://schemas.microsoft.com/office/drawing/2014/main" id="{5643E76D-EEEE-A044-80AF-80A90A92D7D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1748" name="Slide Number Placeholder 4">
            <a:extLst>
              <a:ext uri="{FF2B5EF4-FFF2-40B4-BE49-F238E27FC236}">
                <a16:creationId xmlns:a16="http://schemas.microsoft.com/office/drawing/2014/main" id="{CAF334F2-7DC6-A56D-E0D3-156152B925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A03C87-C1D5-144B-87B3-3452E3C993B6}" type="slidenum">
              <a:rPr lang="en-US" altLang="en-US"/>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8C003211-6CBE-831D-8F78-5C47FD9979C3}"/>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076ACE99-94F7-66B3-9D71-0534E584BE41}"/>
              </a:ext>
            </a:extLst>
          </p:cNvPr>
          <p:cNvSpPr>
            <a:spLocks noGrp="1"/>
          </p:cNvSpPr>
          <p:nvPr>
            <p:ph type="body" idx="1"/>
          </p:nvPr>
        </p:nvSpPr>
        <p:spPr/>
        <p:txBody>
          <a:bodyPr>
            <a:normAutofit fontScale="77500" lnSpcReduction="20000"/>
          </a:bodyPr>
          <a:lstStyle/>
          <a:p>
            <a:pPr>
              <a:defRPr/>
            </a:pPr>
            <a:r>
              <a:rPr lang="en-US" dirty="0"/>
              <a:t>Pg 18</a:t>
            </a:r>
          </a:p>
          <a:p>
            <a:pPr>
              <a:defRPr/>
            </a:pPr>
            <a:endParaRPr lang="en-US" dirty="0"/>
          </a:p>
          <a:p>
            <a:pPr>
              <a:defRPr/>
            </a:pPr>
            <a:r>
              <a:rPr lang="en-US" dirty="0"/>
              <a:t>Step 1 – Abstract Duck.  Note that is composed of Fly and Quack behavior.  </a:t>
            </a:r>
            <a:r>
              <a:rPr lang="en-US" dirty="0" err="1"/>
              <a:t>performFly</a:t>
            </a:r>
            <a:r>
              <a:rPr lang="en-US" dirty="0"/>
              <a:t> and </a:t>
            </a:r>
            <a:r>
              <a:rPr lang="en-US" dirty="0" err="1"/>
              <a:t>performQuack</a:t>
            </a:r>
            <a:r>
              <a:rPr lang="en-US" dirty="0"/>
              <a:t> both delegate to these behaviors.	 </a:t>
            </a:r>
          </a:p>
          <a:p>
            <a:pPr>
              <a:defRPr/>
            </a:pPr>
            <a:r>
              <a:rPr lang="en-US" dirty="0"/>
              <a:t>          </a:t>
            </a:r>
          </a:p>
          <a:p>
            <a:pPr>
              <a:defRPr/>
            </a:pPr>
            <a:r>
              <a:rPr lang="en-US" dirty="0"/>
              <a:t>             Look at swim.  This implies that all ducks swim.  I would mark this method as final so that no one can override, else we have the same </a:t>
            </a:r>
          </a:p>
          <a:p>
            <a:pPr>
              <a:defRPr/>
            </a:pPr>
            <a:r>
              <a:rPr lang="en-US" dirty="0"/>
              <a:t>             inheritance problem that we saw earlier.</a:t>
            </a:r>
          </a:p>
          <a:p>
            <a:pPr>
              <a:defRPr/>
            </a:pPr>
            <a:endParaRPr lang="en-US" dirty="0"/>
          </a:p>
          <a:p>
            <a:pPr>
              <a:defRPr/>
            </a:pPr>
            <a:r>
              <a:rPr lang="en-US" dirty="0"/>
              <a:t>             Look at display.  It is abstract.  Could we have used a Display behavior here instead??  Just like Fly and Quack???  Well, we knew that</a:t>
            </a:r>
          </a:p>
          <a:p>
            <a:pPr>
              <a:defRPr/>
            </a:pPr>
            <a:r>
              <a:rPr lang="en-US" dirty="0"/>
              <a:t>             Fly and Quack will be changing a lot, so that is why we did not want to declare that behavior in the base class. Display, however, does not</a:t>
            </a:r>
          </a:p>
          <a:p>
            <a:pPr>
              <a:defRPr/>
            </a:pPr>
            <a:r>
              <a:rPr lang="en-US" dirty="0"/>
              <a:t>             change.  A </a:t>
            </a:r>
            <a:r>
              <a:rPr lang="en-US" dirty="0" err="1"/>
              <a:t>MallardDuck</a:t>
            </a:r>
            <a:r>
              <a:rPr lang="en-US" dirty="0"/>
              <a:t> will have a unique display (</a:t>
            </a:r>
            <a:r>
              <a:rPr lang="en-US" dirty="0" err="1"/>
              <a:t>ie</a:t>
            </a:r>
            <a:r>
              <a:rPr lang="en-US" dirty="0"/>
              <a:t>,. The image of the </a:t>
            </a:r>
            <a:r>
              <a:rPr lang="en-US" dirty="0" err="1"/>
              <a:t>MallardDuck</a:t>
            </a:r>
            <a:r>
              <a:rPr lang="en-US" dirty="0"/>
              <a:t>).  So inheritance here is used and that is OK.</a:t>
            </a:r>
          </a:p>
          <a:p>
            <a:pPr>
              <a:defRPr/>
            </a:pPr>
            <a:endParaRPr lang="en-US" dirty="0"/>
          </a:p>
          <a:p>
            <a:pPr>
              <a:defRPr/>
            </a:pPr>
            <a:r>
              <a:rPr lang="en-US" dirty="0"/>
              <a:t>Step 2 and 3 – Defines different behaviors.  Note that these behaviors are a separate set of classes. There is no relation to Duck.</a:t>
            </a:r>
          </a:p>
          <a:p>
            <a:pPr>
              <a:defRPr/>
            </a:pPr>
            <a:endParaRPr lang="en-US" dirty="0"/>
          </a:p>
          <a:p>
            <a:pPr>
              <a:defRPr/>
            </a:pPr>
            <a:r>
              <a:rPr lang="en-US" dirty="0"/>
              <a:t>Step 4 – what happens when </a:t>
            </a:r>
            <a:r>
              <a:rPr lang="en-US" dirty="0" err="1"/>
              <a:t>mallard.performQuack</a:t>
            </a:r>
            <a:r>
              <a:rPr lang="en-US" dirty="0"/>
              <a:t>() is called??</a:t>
            </a:r>
          </a:p>
          <a:p>
            <a:pPr>
              <a:defRPr/>
            </a:pPr>
            <a:endParaRPr lang="en-US" dirty="0"/>
          </a:p>
          <a:p>
            <a:pPr>
              <a:defRPr/>
            </a:pPr>
            <a:r>
              <a:rPr lang="en-US" dirty="0"/>
              <a:t>             </a:t>
            </a:r>
            <a:r>
              <a:rPr lang="en-US" dirty="0" err="1"/>
              <a:t>Duck.performQuack</a:t>
            </a:r>
            <a:r>
              <a:rPr lang="en-US" dirty="0"/>
              <a:t>() is called</a:t>
            </a:r>
          </a:p>
          <a:p>
            <a:pPr>
              <a:defRPr/>
            </a:pPr>
            <a:r>
              <a:rPr lang="en-US" dirty="0"/>
              <a:t>             It delegates to </a:t>
            </a:r>
            <a:r>
              <a:rPr lang="en-US" dirty="0" err="1"/>
              <a:t>FlyBehavior.Fly</a:t>
            </a:r>
            <a:r>
              <a:rPr lang="en-US" dirty="0"/>
              <a:t>().  In the case of Mallard, that is FlyWithWings.fly().</a:t>
            </a:r>
          </a:p>
        </p:txBody>
      </p:sp>
      <p:sp>
        <p:nvSpPr>
          <p:cNvPr id="34819" name="Date Placeholder 3">
            <a:extLst>
              <a:ext uri="{FF2B5EF4-FFF2-40B4-BE49-F238E27FC236}">
                <a16:creationId xmlns:a16="http://schemas.microsoft.com/office/drawing/2014/main" id="{0D1DCC7B-291D-9CE3-9AF2-C46D6EBC852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4820" name="Slide Number Placeholder 4">
            <a:extLst>
              <a:ext uri="{FF2B5EF4-FFF2-40B4-BE49-F238E27FC236}">
                <a16:creationId xmlns:a16="http://schemas.microsoft.com/office/drawing/2014/main" id="{561BB49B-CD14-E2DE-31E0-CA94D9001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F8A9A0F-925C-2648-8845-84105589D28A}" type="slidenum">
              <a:rPr lang="en-US" altLang="en-US"/>
              <a:pPr/>
              <a:t>11</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E46A1DC2-F011-29F9-66D9-9988E783C5D8}"/>
              </a:ext>
            </a:extLst>
          </p:cNvPr>
          <p:cNvSpPr>
            <a:spLocks noGrp="1" noRot="1" noChangeAspect="1" noTextEdit="1"/>
          </p:cNvSpPr>
          <p:nvPr>
            <p:ph type="sldImg"/>
          </p:nvPr>
        </p:nvSpPr>
        <p:spPr>
          <a:ln/>
        </p:spPr>
      </p:sp>
      <p:sp>
        <p:nvSpPr>
          <p:cNvPr id="36866" name="Notes Placeholder 2">
            <a:extLst>
              <a:ext uri="{FF2B5EF4-FFF2-40B4-BE49-F238E27FC236}">
                <a16:creationId xmlns:a16="http://schemas.microsoft.com/office/drawing/2014/main" id="{7B42ECED-8ACC-D412-8D47-1FFD1775F4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Step 1 – these can be called at any time to change behavior!  Even though we had some behavior set up in the constructor.</a:t>
            </a:r>
          </a:p>
          <a:p>
            <a:endParaRPr lang="en-US" altLang="en-US">
              <a:latin typeface="Arial" panose="020B0604020202020204" pitchFamily="34" charset="0"/>
            </a:endParaRPr>
          </a:p>
          <a:p>
            <a:r>
              <a:rPr lang="en-US" altLang="en-US">
                <a:latin typeface="Arial" panose="020B0604020202020204" pitchFamily="34" charset="0"/>
              </a:rPr>
              <a:t>Step 2 – we create a new type of Duck</a:t>
            </a:r>
          </a:p>
          <a:p>
            <a:endParaRPr lang="en-US" altLang="en-US">
              <a:latin typeface="Arial" panose="020B0604020202020204" pitchFamily="34" charset="0"/>
            </a:endParaRPr>
          </a:p>
          <a:p>
            <a:r>
              <a:rPr lang="en-US" altLang="en-US">
                <a:latin typeface="Arial" panose="020B0604020202020204" pitchFamily="34" charset="0"/>
              </a:rPr>
              <a:t>Step 3 – we create a new type of behavior</a:t>
            </a:r>
          </a:p>
          <a:p>
            <a:endParaRPr lang="en-US" altLang="en-US">
              <a:latin typeface="Arial" panose="020B0604020202020204" pitchFamily="34" charset="0"/>
            </a:endParaRPr>
          </a:p>
          <a:p>
            <a:r>
              <a:rPr lang="en-US" altLang="en-US">
                <a:latin typeface="Arial" panose="020B0604020202020204" pitchFamily="34" charset="0"/>
              </a:rPr>
              <a:t>Step 4 – we create a new ModelDuck.  We say fly. Then we dynamically change the behavior…and then say fly again.</a:t>
            </a:r>
          </a:p>
        </p:txBody>
      </p:sp>
      <p:sp>
        <p:nvSpPr>
          <p:cNvPr id="36867" name="Date Placeholder 3">
            <a:extLst>
              <a:ext uri="{FF2B5EF4-FFF2-40B4-BE49-F238E27FC236}">
                <a16:creationId xmlns:a16="http://schemas.microsoft.com/office/drawing/2014/main" id="{5A272145-FAF0-3E49-15FA-91FB39F1BE1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6868" name="Slide Number Placeholder 4">
            <a:extLst>
              <a:ext uri="{FF2B5EF4-FFF2-40B4-BE49-F238E27FC236}">
                <a16:creationId xmlns:a16="http://schemas.microsoft.com/office/drawing/2014/main" id="{8E8ABA19-3D7D-FB42-F006-3AA5999402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4EDFAFF-438C-C246-B262-E8E855D1AAC0}" type="slidenum">
              <a:rPr lang="en-US" altLang="en-US"/>
              <a:pPr/>
              <a:t>12</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8812BDAD-4948-F0DB-76B6-96BA00C760F2}"/>
              </a:ext>
            </a:extLst>
          </p:cNvPr>
          <p:cNvSpPr>
            <a:spLocks noGrp="1" noRot="1" noChangeAspect="1" noTextEdit="1"/>
          </p:cNvSpPr>
          <p:nvPr>
            <p:ph type="sldImg"/>
          </p:nvPr>
        </p:nvSpPr>
        <p:spPr>
          <a:ln/>
        </p:spPr>
      </p:sp>
      <p:sp>
        <p:nvSpPr>
          <p:cNvPr id="38914" name="Notes Placeholder 2">
            <a:extLst>
              <a:ext uri="{FF2B5EF4-FFF2-40B4-BE49-F238E27FC236}">
                <a16:creationId xmlns:a16="http://schemas.microsoft.com/office/drawing/2014/main" id="{BA8ECC69-E307-61A6-2B22-C84AE5B52D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Big difference between Inheritance and Composition:</a:t>
            </a:r>
          </a:p>
          <a:p>
            <a:r>
              <a:rPr lang="en-US" altLang="en-US">
                <a:latin typeface="Arial" panose="020B0604020202020204" pitchFamily="34" charset="0"/>
              </a:rPr>
              <a:t>With Inheritance, you are statically defining behavior at the time of coding.</a:t>
            </a:r>
          </a:p>
          <a:p>
            <a:r>
              <a:rPr lang="en-US" altLang="en-US">
                <a:latin typeface="Arial" panose="020B0604020202020204" pitchFamily="34" charset="0"/>
              </a:rPr>
              <a:t>With Composition, you have the option to dynamically change behavior.</a:t>
            </a:r>
          </a:p>
          <a:p>
            <a:endParaRPr lang="en-US" altLang="en-US">
              <a:latin typeface="Arial" panose="020B0604020202020204" pitchFamily="34" charset="0"/>
            </a:endParaRPr>
          </a:p>
          <a:p>
            <a:r>
              <a:rPr lang="en-US" altLang="en-US">
                <a:latin typeface="Arial" panose="020B0604020202020204" pitchFamily="34" charset="0"/>
              </a:rPr>
              <a:t>The requirements can help dictate whether to use inheritance or composition.</a:t>
            </a:r>
          </a:p>
        </p:txBody>
      </p:sp>
      <p:sp>
        <p:nvSpPr>
          <p:cNvPr id="38915" name="Date Placeholder 3">
            <a:extLst>
              <a:ext uri="{FF2B5EF4-FFF2-40B4-BE49-F238E27FC236}">
                <a16:creationId xmlns:a16="http://schemas.microsoft.com/office/drawing/2014/main" id="{CD45CE7F-F5EF-73F3-1A3A-95D319BF388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8916" name="Slide Number Placeholder 4">
            <a:extLst>
              <a:ext uri="{FF2B5EF4-FFF2-40B4-BE49-F238E27FC236}">
                <a16:creationId xmlns:a16="http://schemas.microsoft.com/office/drawing/2014/main" id="{86ED93F5-AF1E-011F-020B-95B6178907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F4E93BB-8769-A44A-804D-F8BF20AECCA0}" type="slidenum">
              <a:rPr lang="en-US" altLang="en-US"/>
              <a:pPr/>
              <a:t>13</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6750C850-D729-9714-796D-775B8BABB56F}"/>
              </a:ext>
            </a:extLst>
          </p:cNvPr>
          <p:cNvSpPr>
            <a:spLocks noGrp="1" noRot="1" noChangeAspect="1" noTextEdit="1"/>
          </p:cNvSpPr>
          <p:nvPr>
            <p:ph type="sldImg"/>
          </p:nvPr>
        </p:nvSpPr>
        <p:spPr>
          <a:ln/>
        </p:spPr>
      </p:sp>
      <p:sp>
        <p:nvSpPr>
          <p:cNvPr id="40962" name="Notes Placeholder 2">
            <a:extLst>
              <a:ext uri="{FF2B5EF4-FFF2-40B4-BE49-F238E27FC236}">
                <a16:creationId xmlns:a16="http://schemas.microsoft.com/office/drawing/2014/main" id="{9DB1E962-C295-7438-3FB6-B32FA03A01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This does not mean that Inheritance is bad!</a:t>
            </a:r>
          </a:p>
        </p:txBody>
      </p:sp>
      <p:sp>
        <p:nvSpPr>
          <p:cNvPr id="40963" name="Date Placeholder 3">
            <a:extLst>
              <a:ext uri="{FF2B5EF4-FFF2-40B4-BE49-F238E27FC236}">
                <a16:creationId xmlns:a16="http://schemas.microsoft.com/office/drawing/2014/main" id="{C8C6973C-D516-B22C-8B8E-255118DFD05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40964" name="Slide Number Placeholder 4">
            <a:extLst>
              <a:ext uri="{FF2B5EF4-FFF2-40B4-BE49-F238E27FC236}">
                <a16:creationId xmlns:a16="http://schemas.microsoft.com/office/drawing/2014/main" id="{81CBC915-FEBC-3A0A-C493-59AA302F3A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981C20-D1BD-4346-9DD0-46064982636D}" type="slidenum">
              <a:rPr lang="en-US" altLang="en-US"/>
              <a:pPr/>
              <a:t>14</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a:extLst>
              <a:ext uri="{FF2B5EF4-FFF2-40B4-BE49-F238E27FC236}">
                <a16:creationId xmlns:a16="http://schemas.microsoft.com/office/drawing/2014/main" id="{77ACF279-88C9-4A51-EED6-2529BC6AFD4D}"/>
              </a:ext>
            </a:extLst>
          </p:cNvPr>
          <p:cNvSpPr>
            <a:spLocks noGrp="1" noRot="1" noChangeAspect="1" noTextEdit="1"/>
          </p:cNvSpPr>
          <p:nvPr>
            <p:ph type="sldImg"/>
          </p:nvPr>
        </p:nvSpPr>
        <p:spPr>
          <a:ln/>
        </p:spPr>
      </p:sp>
      <p:sp>
        <p:nvSpPr>
          <p:cNvPr id="44034" name="Notes Placeholder 2">
            <a:extLst>
              <a:ext uri="{FF2B5EF4-FFF2-40B4-BE49-F238E27FC236}">
                <a16:creationId xmlns:a16="http://schemas.microsoft.com/office/drawing/2014/main" id="{94B9B5E5-A7B2-2AF3-460A-510525F5CF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Go through the lab together.</a:t>
            </a:r>
          </a:p>
        </p:txBody>
      </p:sp>
      <p:sp>
        <p:nvSpPr>
          <p:cNvPr id="44035" name="Date Placeholder 3">
            <a:extLst>
              <a:ext uri="{FF2B5EF4-FFF2-40B4-BE49-F238E27FC236}">
                <a16:creationId xmlns:a16="http://schemas.microsoft.com/office/drawing/2014/main" id="{46D11C9F-A528-9341-45B1-2862E40B74F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44036" name="Slide Number Placeholder 4">
            <a:extLst>
              <a:ext uri="{FF2B5EF4-FFF2-40B4-BE49-F238E27FC236}">
                <a16:creationId xmlns:a16="http://schemas.microsoft.com/office/drawing/2014/main" id="{A04B27B3-3CA3-2AF9-5595-D620C38323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6208644-8115-FE40-A863-E3A7F5C6E76C}" type="slidenum">
              <a:rPr lang="en-US" altLang="en-US"/>
              <a:pPr/>
              <a:t>16</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3DA012FB-2173-E817-7A8C-5B0A6EFFFB9D}"/>
              </a:ext>
            </a:extLst>
          </p:cNvPr>
          <p:cNvSpPr>
            <a:spLocks noGrp="1" noRot="1" noChangeAspect="1" noTextEdit="1"/>
          </p:cNvSpPr>
          <p:nvPr>
            <p:ph type="sldImg"/>
          </p:nvPr>
        </p:nvSpPr>
        <p:spPr>
          <a:ln/>
        </p:spPr>
      </p:sp>
      <p:sp>
        <p:nvSpPr>
          <p:cNvPr id="50178" name="Notes Placeholder 2">
            <a:extLst>
              <a:ext uri="{FF2B5EF4-FFF2-40B4-BE49-F238E27FC236}">
                <a16:creationId xmlns:a16="http://schemas.microsoft.com/office/drawing/2014/main" id="{F6BA738C-D264-EC88-E655-68BDD7C398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0179" name="Date Placeholder 3">
            <a:extLst>
              <a:ext uri="{FF2B5EF4-FFF2-40B4-BE49-F238E27FC236}">
                <a16:creationId xmlns:a16="http://schemas.microsoft.com/office/drawing/2014/main" id="{84AD895F-081E-6E3F-0899-56D92FD75DD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0180" name="Slide Number Placeholder 4">
            <a:extLst>
              <a:ext uri="{FF2B5EF4-FFF2-40B4-BE49-F238E27FC236}">
                <a16:creationId xmlns:a16="http://schemas.microsoft.com/office/drawing/2014/main" id="{66B7BD23-7AEE-424E-5831-3F33B33AC0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E434B4-D1A7-0847-BC6A-ED19F2B0AB09}" type="slidenum">
              <a:rPr lang="en-US" altLang="en-US"/>
              <a:pPr/>
              <a:t>21</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a:extLst>
              <a:ext uri="{FF2B5EF4-FFF2-40B4-BE49-F238E27FC236}">
                <a16:creationId xmlns:a16="http://schemas.microsoft.com/office/drawing/2014/main" id="{008C7BF3-572C-E13C-7034-A754F4EB03DA}"/>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51F90CD0-E34F-9478-F66F-FC8B377D4D0E}"/>
              </a:ext>
            </a:extLst>
          </p:cNvPr>
          <p:cNvSpPr>
            <a:spLocks noGrp="1"/>
          </p:cNvSpPr>
          <p:nvPr>
            <p:ph type="body" idx="1"/>
          </p:nvPr>
        </p:nvSpPr>
        <p:spPr/>
        <p:txBody>
          <a:bodyPr>
            <a:normAutofit fontScale="92500" lnSpcReduction="20000"/>
          </a:bodyPr>
          <a:lstStyle/>
          <a:p>
            <a:pPr>
              <a:defRPr/>
            </a:pPr>
            <a:r>
              <a:rPr lang="en-US" dirty="0"/>
              <a:t>You would have three classes:</a:t>
            </a:r>
          </a:p>
          <a:p>
            <a:pPr>
              <a:defRPr/>
            </a:pPr>
            <a:r>
              <a:rPr lang="en-US" dirty="0"/>
              <a:t>LogLevel1</a:t>
            </a:r>
          </a:p>
          <a:p>
            <a:pPr>
              <a:defRPr/>
            </a:pPr>
            <a:r>
              <a:rPr lang="en-US" dirty="0"/>
              <a:t>LogLevel2</a:t>
            </a:r>
          </a:p>
          <a:p>
            <a:pPr>
              <a:defRPr/>
            </a:pPr>
            <a:r>
              <a:rPr lang="en-US" dirty="0"/>
              <a:t>LogLevel3</a:t>
            </a:r>
          </a:p>
          <a:p>
            <a:pPr>
              <a:defRPr/>
            </a:pPr>
            <a:endParaRPr lang="en-US" dirty="0"/>
          </a:p>
          <a:p>
            <a:pPr>
              <a:defRPr/>
            </a:pPr>
            <a:r>
              <a:rPr lang="en-US" dirty="0"/>
              <a:t>Each class describes the log implementation.</a:t>
            </a:r>
          </a:p>
          <a:p>
            <a:pPr>
              <a:defRPr/>
            </a:pPr>
            <a:endParaRPr lang="en-US" dirty="0"/>
          </a:p>
          <a:p>
            <a:pPr>
              <a:defRPr/>
            </a:pPr>
            <a:r>
              <a:rPr lang="en-US" dirty="0"/>
              <a:t>What is the requirement came that the log level must be changed dynamically by the user at runtime??  We would need to manage the correct </a:t>
            </a:r>
            <a:r>
              <a:rPr lang="en-US" dirty="0" err="1"/>
              <a:t>LogLevel</a:t>
            </a:r>
            <a:r>
              <a:rPr lang="en-US" dirty="0"/>
              <a:t> class I guess!</a:t>
            </a:r>
          </a:p>
          <a:p>
            <a:pPr>
              <a:defRPr/>
            </a:pPr>
            <a:endParaRPr lang="en-US" dirty="0"/>
          </a:p>
          <a:p>
            <a:pPr>
              <a:defRPr/>
            </a:pPr>
            <a:r>
              <a:rPr lang="en-US" dirty="0"/>
              <a:t>Question 3a: Since we have already used inheritance, we really can’t use it again!  We would have to use composition here…even if we don’t care about the runtime requirement.  Each </a:t>
            </a:r>
            <a:r>
              <a:rPr lang="en-US" dirty="0" err="1"/>
              <a:t>LogLevelXX</a:t>
            </a:r>
            <a:r>
              <a:rPr lang="en-US" dirty="0"/>
              <a:t> class can use all possible behaviors of </a:t>
            </a:r>
            <a:r>
              <a:rPr lang="en-US" dirty="0" err="1"/>
              <a:t>OpenFiles</a:t>
            </a:r>
            <a:r>
              <a:rPr lang="en-US" dirty="0"/>
              <a:t>.</a:t>
            </a:r>
          </a:p>
          <a:p>
            <a:pPr>
              <a:defRPr/>
            </a:pPr>
            <a:endParaRPr lang="en-US" dirty="0"/>
          </a:p>
          <a:p>
            <a:pPr>
              <a:defRPr/>
            </a:pPr>
            <a:r>
              <a:rPr lang="en-US" dirty="0"/>
              <a:t>If the log level does not need to change during runtime, then this implementation is fine.  But if the Log Level also needs to vary during runtime, then this is not a good implementation.  We would want to use composition to vary both </a:t>
            </a:r>
            <a:r>
              <a:rPr lang="en-US" dirty="0" err="1"/>
              <a:t>OpenFiles</a:t>
            </a:r>
            <a:r>
              <a:rPr lang="en-US" dirty="0"/>
              <a:t> and </a:t>
            </a:r>
            <a:r>
              <a:rPr lang="en-US" dirty="0" err="1"/>
              <a:t>WriteLogMessage</a:t>
            </a:r>
            <a:r>
              <a:rPr lang="en-US" dirty="0"/>
              <a:t>.</a:t>
            </a:r>
          </a:p>
        </p:txBody>
      </p:sp>
      <p:sp>
        <p:nvSpPr>
          <p:cNvPr id="52227" name="Date Placeholder 3">
            <a:extLst>
              <a:ext uri="{FF2B5EF4-FFF2-40B4-BE49-F238E27FC236}">
                <a16:creationId xmlns:a16="http://schemas.microsoft.com/office/drawing/2014/main" id="{6953A662-3EF8-63AC-4799-70C1F966DAC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2228" name="Slide Number Placeholder 4">
            <a:extLst>
              <a:ext uri="{FF2B5EF4-FFF2-40B4-BE49-F238E27FC236}">
                <a16:creationId xmlns:a16="http://schemas.microsoft.com/office/drawing/2014/main" id="{F43102C3-27B7-9237-8D0F-241C88BED7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D6819B-6309-5C4D-ACCC-EBF06F2FEADD}" type="slidenum">
              <a:rPr lang="en-US" altLang="en-US"/>
              <a:pPr/>
              <a:t>22</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416F3292-267B-619C-F44A-BC531C62E55B}"/>
              </a:ext>
            </a:extLst>
          </p:cNvPr>
          <p:cNvSpPr>
            <a:spLocks noGrp="1" noRot="1" noChangeAspect="1" noTextEdit="1"/>
          </p:cNvSpPr>
          <p:nvPr>
            <p:ph type="sldImg"/>
          </p:nvPr>
        </p:nvSpPr>
        <p:spPr>
          <a:ln/>
        </p:spPr>
      </p:sp>
      <p:sp>
        <p:nvSpPr>
          <p:cNvPr id="54274" name="Notes Placeholder 2">
            <a:extLst>
              <a:ext uri="{FF2B5EF4-FFF2-40B4-BE49-F238E27FC236}">
                <a16:creationId xmlns:a16="http://schemas.microsoft.com/office/drawing/2014/main" id="{C4D20B27-3E11-EFA2-2659-8D65D96A1F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i="1">
                <a:latin typeface="Arial" panose="020B0604020202020204" pitchFamily="34" charset="0"/>
              </a:rPr>
              <a:t>Hint #1</a:t>
            </a:r>
            <a:r>
              <a:rPr lang="en-US" altLang="en-US">
                <a:latin typeface="Arial" panose="020B0604020202020204" pitchFamily="34" charset="0"/>
              </a:rPr>
              <a:t>: Create an interface that represents the variable behavior</a:t>
            </a:r>
          </a:p>
          <a:p>
            <a:r>
              <a:rPr lang="en-US" altLang="en-US" i="1">
                <a:latin typeface="Arial" panose="020B0604020202020204" pitchFamily="34" charset="0"/>
              </a:rPr>
              <a:t>Hint #2</a:t>
            </a:r>
            <a:r>
              <a:rPr lang="en-US" altLang="en-US">
                <a:latin typeface="Arial" panose="020B0604020202020204" pitchFamily="34" charset="0"/>
              </a:rPr>
              <a:t>: Compose Logger with this variable behavior.</a:t>
            </a:r>
          </a:p>
          <a:p>
            <a:r>
              <a:rPr lang="en-US" altLang="en-US">
                <a:latin typeface="Arial" panose="020B0604020202020204" pitchFamily="34" charset="0"/>
              </a:rPr>
              <a:t>Hint #3: Have Logger delegate to this behavior.</a:t>
            </a:r>
          </a:p>
        </p:txBody>
      </p:sp>
      <p:sp>
        <p:nvSpPr>
          <p:cNvPr id="54275" name="Date Placeholder 3">
            <a:extLst>
              <a:ext uri="{FF2B5EF4-FFF2-40B4-BE49-F238E27FC236}">
                <a16:creationId xmlns:a16="http://schemas.microsoft.com/office/drawing/2014/main" id="{03E718A3-B555-5AB2-1A15-C74455304E7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4276" name="Slide Number Placeholder 4">
            <a:extLst>
              <a:ext uri="{FF2B5EF4-FFF2-40B4-BE49-F238E27FC236}">
                <a16:creationId xmlns:a16="http://schemas.microsoft.com/office/drawing/2014/main" id="{C26C4A62-1A53-2F95-2E52-36F79B44BA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EC6180-94F5-3140-9FA8-A8BB9ED43CA1}" type="slidenum">
              <a:rPr lang="en-US" altLang="en-US"/>
              <a:pPr/>
              <a:t>23</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a:extLst>
              <a:ext uri="{FF2B5EF4-FFF2-40B4-BE49-F238E27FC236}">
                <a16:creationId xmlns:a16="http://schemas.microsoft.com/office/drawing/2014/main" id="{9656B1D3-6087-C8E3-AA09-907A355C2CCF}"/>
              </a:ext>
            </a:extLst>
          </p:cNvPr>
          <p:cNvSpPr>
            <a:spLocks noGrp="1" noRot="1" noChangeAspect="1" noTextEdit="1"/>
          </p:cNvSpPr>
          <p:nvPr>
            <p:ph type="sldImg"/>
          </p:nvPr>
        </p:nvSpPr>
        <p:spPr>
          <a:ln/>
        </p:spPr>
      </p:sp>
      <p:sp>
        <p:nvSpPr>
          <p:cNvPr id="56322" name="Notes Placeholder 2">
            <a:extLst>
              <a:ext uri="{FF2B5EF4-FFF2-40B4-BE49-F238E27FC236}">
                <a16:creationId xmlns:a16="http://schemas.microsoft.com/office/drawing/2014/main" id="{EFEA235B-E3F9-8242-BE14-89DE472D6E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6323" name="Date Placeholder 3">
            <a:extLst>
              <a:ext uri="{FF2B5EF4-FFF2-40B4-BE49-F238E27FC236}">
                <a16:creationId xmlns:a16="http://schemas.microsoft.com/office/drawing/2014/main" id="{F3234D57-2ABB-1127-7FB8-C22A733D2BEF}"/>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6324" name="Slide Number Placeholder 4">
            <a:extLst>
              <a:ext uri="{FF2B5EF4-FFF2-40B4-BE49-F238E27FC236}">
                <a16:creationId xmlns:a16="http://schemas.microsoft.com/office/drawing/2014/main" id="{A6C63339-5796-A056-EA7A-1E0D95F299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9237464-77E3-BA42-B87F-A0D9A4937BA9}" type="slidenum">
              <a:rPr lang="en-US" altLang="en-US"/>
              <a:pPr/>
              <a:t>24</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a:extLst>
              <a:ext uri="{FF2B5EF4-FFF2-40B4-BE49-F238E27FC236}">
                <a16:creationId xmlns:a16="http://schemas.microsoft.com/office/drawing/2014/main" id="{5BF5FE21-76D7-97EE-EBBE-DC938BE4CB4F}"/>
              </a:ext>
            </a:extLst>
          </p:cNvPr>
          <p:cNvSpPr>
            <a:spLocks noGrp="1" noRot="1" noChangeAspect="1" noTextEdit="1"/>
          </p:cNvSpPr>
          <p:nvPr>
            <p:ph type="sldImg"/>
          </p:nvPr>
        </p:nvSpPr>
        <p:spPr>
          <a:ln/>
        </p:spPr>
      </p:sp>
      <p:sp>
        <p:nvSpPr>
          <p:cNvPr id="3" name="Notes Placeholder 2">
            <a:extLst>
              <a:ext uri="{FF2B5EF4-FFF2-40B4-BE49-F238E27FC236}">
                <a16:creationId xmlns:a16="http://schemas.microsoft.com/office/drawing/2014/main" id="{C36A5ECA-D29F-A2B0-359B-99ABEA17D4ED}"/>
              </a:ext>
            </a:extLst>
          </p:cNvPr>
          <p:cNvSpPr>
            <a:spLocks noGrp="1"/>
          </p:cNvSpPr>
          <p:nvPr>
            <p:ph type="body" idx="1"/>
          </p:nvPr>
        </p:nvSpPr>
        <p:spPr/>
        <p:txBody>
          <a:bodyPr>
            <a:normAutofit/>
          </a:bodyPr>
          <a:lstStyle/>
          <a:p>
            <a:pPr>
              <a:defRPr/>
            </a:pPr>
            <a:r>
              <a:rPr lang="en-US" dirty="0"/>
              <a:t>What is wrong with this?  If you add another </a:t>
            </a:r>
            <a:r>
              <a:rPr lang="en-US" dirty="0" err="1"/>
              <a:t>logwriter</a:t>
            </a:r>
            <a:r>
              <a:rPr lang="en-US" dirty="0"/>
              <a:t>, you need to make two changes:</a:t>
            </a:r>
          </a:p>
          <a:p>
            <a:pPr>
              <a:defRPr/>
            </a:pPr>
            <a:endParaRPr lang="en-US" dirty="0"/>
          </a:p>
          <a:p>
            <a:pPr marL="228600" indent="-228600">
              <a:buFontTx/>
              <a:buAutoNum type="arabicParenR"/>
              <a:defRPr/>
            </a:pPr>
            <a:r>
              <a:rPr lang="en-US" dirty="0"/>
              <a:t>Add a new entry into </a:t>
            </a:r>
            <a:r>
              <a:rPr lang="en-US" dirty="0" err="1"/>
              <a:t>LogWriterEnum</a:t>
            </a:r>
            <a:endParaRPr lang="en-US" dirty="0"/>
          </a:p>
          <a:p>
            <a:pPr marL="228600" indent="-228600">
              <a:buFontTx/>
              <a:buAutoNum type="arabicParenR"/>
              <a:defRPr/>
            </a:pPr>
            <a:r>
              <a:rPr lang="en-US" dirty="0"/>
              <a:t>You need to update the </a:t>
            </a:r>
            <a:r>
              <a:rPr lang="en-US" dirty="0" err="1"/>
              <a:t>setLogWriter</a:t>
            </a:r>
            <a:r>
              <a:rPr lang="en-US" dirty="0"/>
              <a:t> every time you change </a:t>
            </a:r>
            <a:r>
              <a:rPr lang="en-US" dirty="0" err="1"/>
              <a:t>LogWriterEnum</a:t>
            </a:r>
            <a:r>
              <a:rPr lang="en-US" dirty="0"/>
              <a:t>.</a:t>
            </a:r>
          </a:p>
          <a:p>
            <a:pPr marL="228600" indent="-228600">
              <a:buFontTx/>
              <a:buAutoNum type="arabicParenR"/>
              <a:defRPr/>
            </a:pPr>
            <a:endParaRPr lang="en-US" dirty="0"/>
          </a:p>
          <a:p>
            <a:pPr marL="228600" indent="-228600">
              <a:defRPr/>
            </a:pPr>
            <a:r>
              <a:rPr lang="en-US" dirty="0"/>
              <a:t>We could have the function talk to another object outside of Logger completely.  It could ask: Give me the </a:t>
            </a:r>
            <a:r>
              <a:rPr lang="en-US" dirty="0" err="1"/>
              <a:t>LogWritter</a:t>
            </a:r>
            <a:r>
              <a:rPr lang="en-US" dirty="0"/>
              <a:t> object after I give you this </a:t>
            </a:r>
            <a:r>
              <a:rPr lang="en-US" dirty="0" err="1"/>
              <a:t>enum</a:t>
            </a:r>
            <a:r>
              <a:rPr lang="en-US" dirty="0"/>
              <a:t>. By doing this, it keeps any changes that you need to update within Logger itself.</a:t>
            </a:r>
          </a:p>
          <a:p>
            <a:pPr marL="228600" indent="-228600">
              <a:defRPr/>
            </a:pPr>
            <a:endParaRPr lang="en-US" dirty="0"/>
          </a:p>
        </p:txBody>
      </p:sp>
      <p:sp>
        <p:nvSpPr>
          <p:cNvPr id="58371" name="Date Placeholder 3">
            <a:extLst>
              <a:ext uri="{FF2B5EF4-FFF2-40B4-BE49-F238E27FC236}">
                <a16:creationId xmlns:a16="http://schemas.microsoft.com/office/drawing/2014/main" id="{EFD680CD-D234-D16A-41DE-198EE5F09DD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8372" name="Slide Number Placeholder 4">
            <a:extLst>
              <a:ext uri="{FF2B5EF4-FFF2-40B4-BE49-F238E27FC236}">
                <a16:creationId xmlns:a16="http://schemas.microsoft.com/office/drawing/2014/main" id="{88A8D919-9C57-73A3-A101-D707108E9E5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EBB7EE-7EA0-7247-9886-BD5B6898DB9C}" type="slidenum">
              <a:rPr lang="en-US" altLang="en-US"/>
              <a:pPr/>
              <a:t>25</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7829A3D8-AC60-DB6D-1C12-384993A37CFB}"/>
              </a:ext>
            </a:extLst>
          </p:cNvPr>
          <p:cNvSpPr>
            <a:spLocks noGrp="1" noRot="1" noChangeAspect="1" noTextEdit="1"/>
          </p:cNvSpPr>
          <p:nvPr>
            <p:ph type="sldImg"/>
          </p:nvPr>
        </p:nvSpPr>
        <p:spPr>
          <a:ln/>
        </p:spPr>
      </p:sp>
      <p:sp>
        <p:nvSpPr>
          <p:cNvPr id="63490" name="Notes Placeholder 2">
            <a:extLst>
              <a:ext uri="{FF2B5EF4-FFF2-40B4-BE49-F238E27FC236}">
                <a16:creationId xmlns:a16="http://schemas.microsoft.com/office/drawing/2014/main" id="{D0A7DA55-9A7E-CF73-A790-2A6F7D53FB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Discuss SQL parser. I know there is change coming in different areas, for example: SQL Operator (AND, OR, etc) or how to parse a leaf node (EXISTS(XXX) or Column or Inner Query).  I have coded this out into a separate class for easy extension. </a:t>
            </a:r>
          </a:p>
          <a:p>
            <a:br>
              <a:rPr lang="en-US" altLang="en-US">
                <a:latin typeface="Arial" panose="020B0604020202020204" pitchFamily="34" charset="0"/>
              </a:rPr>
            </a:br>
            <a:r>
              <a:rPr lang="en-US" altLang="en-US">
                <a:latin typeface="Arial" panose="020B0604020202020204" pitchFamily="34" charset="0"/>
              </a:rPr>
              <a:t>This also has a nice side-benefit, I could easily give the extended behavior to another developer and the developer doesn’t need to fully understand the infrastructure that code lives in.  They could just focus on the new behavior.</a:t>
            </a:r>
          </a:p>
          <a:p>
            <a:endParaRPr lang="en-US" altLang="en-US">
              <a:latin typeface="Arial" panose="020B0604020202020204" pitchFamily="34" charset="0"/>
            </a:endParaRPr>
          </a:p>
        </p:txBody>
      </p:sp>
      <p:sp>
        <p:nvSpPr>
          <p:cNvPr id="63491" name="Date Placeholder 3">
            <a:extLst>
              <a:ext uri="{FF2B5EF4-FFF2-40B4-BE49-F238E27FC236}">
                <a16:creationId xmlns:a16="http://schemas.microsoft.com/office/drawing/2014/main" id="{6D7B7642-73C1-F73D-8350-305EEA3A7836}"/>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63492" name="Slide Number Placeholder 4">
            <a:extLst>
              <a:ext uri="{FF2B5EF4-FFF2-40B4-BE49-F238E27FC236}">
                <a16:creationId xmlns:a16="http://schemas.microsoft.com/office/drawing/2014/main" id="{1553B95F-78AE-ED22-3236-E030275E36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984E975-7314-6049-935C-8FEE1B08B3EC}" type="slidenum">
              <a:rPr lang="en-US" altLang="en-US"/>
              <a:pPr/>
              <a:t>29</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a:extLst>
              <a:ext uri="{FF2B5EF4-FFF2-40B4-BE49-F238E27FC236}">
                <a16:creationId xmlns:a16="http://schemas.microsoft.com/office/drawing/2014/main" id="{E1487758-A58D-8179-81DE-31856E049F2D}"/>
              </a:ext>
            </a:extLst>
          </p:cNvPr>
          <p:cNvSpPr>
            <a:spLocks noGrp="1" noRot="1" noChangeAspect="1" noTextEdit="1"/>
          </p:cNvSpPr>
          <p:nvPr>
            <p:ph type="sldImg"/>
          </p:nvPr>
        </p:nvSpPr>
        <p:spPr>
          <a:ln/>
        </p:spPr>
      </p:sp>
      <p:sp>
        <p:nvSpPr>
          <p:cNvPr id="66562" name="Notes Placeholder 2">
            <a:extLst>
              <a:ext uri="{FF2B5EF4-FFF2-40B4-BE49-F238E27FC236}">
                <a16:creationId xmlns:a16="http://schemas.microsoft.com/office/drawing/2014/main" id="{4D4700AF-22AC-1476-8FD6-37EE3238A2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Not Shown: A Setter</a:t>
            </a:r>
          </a:p>
        </p:txBody>
      </p:sp>
      <p:sp>
        <p:nvSpPr>
          <p:cNvPr id="66563" name="Date Placeholder 3">
            <a:extLst>
              <a:ext uri="{FF2B5EF4-FFF2-40B4-BE49-F238E27FC236}">
                <a16:creationId xmlns:a16="http://schemas.microsoft.com/office/drawing/2014/main" id="{D2327929-52E8-C44B-32F6-B27A7BBEA54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66564" name="Slide Number Placeholder 4">
            <a:extLst>
              <a:ext uri="{FF2B5EF4-FFF2-40B4-BE49-F238E27FC236}">
                <a16:creationId xmlns:a16="http://schemas.microsoft.com/office/drawing/2014/main" id="{DE96A388-6F9D-108A-5088-06387E47DB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04E71D-ACCE-6745-9B52-301E9ADF3B22}" type="slidenum">
              <a:rPr lang="en-US" altLang="en-US"/>
              <a:pPr/>
              <a:t>31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a:extLst>
              <a:ext uri="{FF2B5EF4-FFF2-40B4-BE49-F238E27FC236}">
                <a16:creationId xmlns:a16="http://schemas.microsoft.com/office/drawing/2014/main" id="{03288D51-29AF-A95E-1B20-94451D18E5FD}"/>
              </a:ext>
            </a:extLst>
          </p:cNvPr>
          <p:cNvSpPr>
            <a:spLocks noGrp="1" noRot="1" noChangeAspect="1" noTextEdit="1"/>
          </p:cNvSpPr>
          <p:nvPr>
            <p:ph type="sldImg"/>
          </p:nvPr>
        </p:nvSpPr>
        <p:spPr>
          <a:ln/>
        </p:spPr>
      </p:sp>
      <p:sp>
        <p:nvSpPr>
          <p:cNvPr id="68610" name="Notes Placeholder 2">
            <a:extLst>
              <a:ext uri="{FF2B5EF4-FFF2-40B4-BE49-F238E27FC236}">
                <a16:creationId xmlns:a16="http://schemas.microsoft.com/office/drawing/2014/main" id="{74860CA7-63F3-ACF6-AC2F-CDB5D548BB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Functionally, we have not changed anything.  We can use unit tests to verify.</a:t>
            </a:r>
          </a:p>
          <a:p>
            <a:endParaRPr lang="en-US" altLang="en-US">
              <a:latin typeface="Arial" panose="020B0604020202020204" pitchFamily="34" charset="0"/>
            </a:endParaRPr>
          </a:p>
          <a:p>
            <a:r>
              <a:rPr lang="en-US" altLang="en-US">
                <a:latin typeface="Arial" panose="020B0604020202020204" pitchFamily="34" charset="0"/>
              </a:rPr>
              <a:t>But what is wrong with the new DefaultBehavior() line?  It violates the rule of programming to an interface.</a:t>
            </a:r>
          </a:p>
          <a:p>
            <a:endParaRPr lang="en-US" altLang="en-US">
              <a:latin typeface="Arial" panose="020B0604020202020204" pitchFamily="34" charset="0"/>
            </a:endParaRPr>
          </a:p>
          <a:p>
            <a:r>
              <a:rPr lang="en-US" altLang="en-US">
                <a:latin typeface="Arial" panose="020B0604020202020204" pitchFamily="34" charset="0"/>
              </a:rPr>
              <a:t>Alternative: create a getter().  If the strategy is null, then return a default implementation.</a:t>
            </a:r>
          </a:p>
        </p:txBody>
      </p:sp>
      <p:sp>
        <p:nvSpPr>
          <p:cNvPr id="68611" name="Date Placeholder 3">
            <a:extLst>
              <a:ext uri="{FF2B5EF4-FFF2-40B4-BE49-F238E27FC236}">
                <a16:creationId xmlns:a16="http://schemas.microsoft.com/office/drawing/2014/main" id="{DAB63FD0-CFB9-A807-F47A-BCF7B10E0EF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68612" name="Slide Number Placeholder 4">
            <a:extLst>
              <a:ext uri="{FF2B5EF4-FFF2-40B4-BE49-F238E27FC236}">
                <a16:creationId xmlns:a16="http://schemas.microsoft.com/office/drawing/2014/main" id="{98261C9C-1DAD-6B5C-CFAB-E8B80708DD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1FDA8A1-54DD-4444-8736-E81CE2097602}" type="slidenum">
              <a:rPr lang="en-US" altLang="en-US"/>
              <a:pPr/>
              <a:t>32</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a:extLst>
              <a:ext uri="{FF2B5EF4-FFF2-40B4-BE49-F238E27FC236}">
                <a16:creationId xmlns:a16="http://schemas.microsoft.com/office/drawing/2014/main" id="{82FB50C8-C029-B40B-60C4-0E4B68EB5DBF}"/>
              </a:ext>
            </a:extLst>
          </p:cNvPr>
          <p:cNvSpPr>
            <a:spLocks noGrp="1" noRot="1" noChangeAspect="1" noTextEdit="1"/>
          </p:cNvSpPr>
          <p:nvPr>
            <p:ph type="sldImg"/>
          </p:nvPr>
        </p:nvSpPr>
        <p:spPr>
          <a:ln/>
        </p:spPr>
      </p:sp>
      <p:sp>
        <p:nvSpPr>
          <p:cNvPr id="70658" name="Notes Placeholder 2">
            <a:extLst>
              <a:ext uri="{FF2B5EF4-FFF2-40B4-BE49-F238E27FC236}">
                <a16:creationId xmlns:a16="http://schemas.microsoft.com/office/drawing/2014/main" id="{39BEE3BC-632F-BC13-BCE9-FEB0529F6A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The new() operator for creating a new strategy is now nowhere to be seen in this class.</a:t>
            </a:r>
          </a:p>
          <a:p>
            <a:r>
              <a:rPr lang="en-US" altLang="en-US">
                <a:latin typeface="Arial" panose="020B0604020202020204" pitchFamily="34" charset="0"/>
              </a:rPr>
              <a:t>This implies that the Client must provide the implementation.</a:t>
            </a:r>
          </a:p>
          <a:p>
            <a:endParaRPr lang="en-US" altLang="en-US">
              <a:latin typeface="Arial" panose="020B0604020202020204" pitchFamily="34" charset="0"/>
            </a:endParaRPr>
          </a:p>
          <a:p>
            <a:r>
              <a:rPr lang="en-US" altLang="en-US">
                <a:latin typeface="Arial" panose="020B0604020202020204" pitchFamily="34" charset="0"/>
              </a:rPr>
              <a:t>Why is this important?  Imagine again the Database Object that is written to use a generic Db objects.  You put this in a common component.  Then different implementations can call this code with the concrete object that is needed.</a:t>
            </a:r>
          </a:p>
          <a:p>
            <a:endParaRPr lang="en-US" altLang="en-US">
              <a:latin typeface="Arial" panose="020B0604020202020204" pitchFamily="34" charset="0"/>
            </a:endParaRPr>
          </a:p>
          <a:p>
            <a:r>
              <a:rPr lang="en-US" altLang="en-US">
                <a:latin typeface="Arial" panose="020B0604020202020204" pitchFamily="34" charset="0"/>
              </a:rPr>
              <a:t>Also useful for unit testing for injecting a mock object.  Briefly discuss the problems with Singletons…you cannot access the private constructor very easily.</a:t>
            </a:r>
          </a:p>
          <a:p>
            <a:br>
              <a:rPr lang="en-US" altLang="en-US">
                <a:latin typeface="Arial" panose="020B0604020202020204" pitchFamily="34" charset="0"/>
              </a:rPr>
            </a:br>
            <a:r>
              <a:rPr lang="en-US" altLang="en-US">
                <a:latin typeface="Arial" panose="020B0604020202020204" pitchFamily="34" charset="0"/>
              </a:rPr>
              <a:t>This idea is the basis for Spring and similar frameworks.  This example is simple.</a:t>
            </a:r>
          </a:p>
        </p:txBody>
      </p:sp>
      <p:sp>
        <p:nvSpPr>
          <p:cNvPr id="70659" name="Date Placeholder 3">
            <a:extLst>
              <a:ext uri="{FF2B5EF4-FFF2-40B4-BE49-F238E27FC236}">
                <a16:creationId xmlns:a16="http://schemas.microsoft.com/office/drawing/2014/main" id="{E843DAF5-D9CF-EB95-24C1-925D9A53A32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70660" name="Slide Number Placeholder 4">
            <a:extLst>
              <a:ext uri="{FF2B5EF4-FFF2-40B4-BE49-F238E27FC236}">
                <a16:creationId xmlns:a16="http://schemas.microsoft.com/office/drawing/2014/main" id="{91F512DA-3388-36AD-7C34-07B5293D94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94BA14-6FA1-5A48-99F0-DC4EC186F45D}" type="slidenum">
              <a:rPr lang="en-US" altLang="en-US"/>
              <a:pPr/>
              <a:t>33</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a:extLst>
              <a:ext uri="{FF2B5EF4-FFF2-40B4-BE49-F238E27FC236}">
                <a16:creationId xmlns:a16="http://schemas.microsoft.com/office/drawing/2014/main" id="{1A92A890-6580-8448-75EF-539E97A90560}"/>
              </a:ext>
            </a:extLst>
          </p:cNvPr>
          <p:cNvSpPr>
            <a:spLocks noGrp="1" noRot="1" noChangeAspect="1" noTextEdit="1"/>
          </p:cNvSpPr>
          <p:nvPr>
            <p:ph type="sldImg"/>
          </p:nvPr>
        </p:nvSpPr>
        <p:spPr>
          <a:ln/>
        </p:spPr>
      </p:sp>
      <p:sp>
        <p:nvSpPr>
          <p:cNvPr id="74754" name="Notes Placeholder 2">
            <a:extLst>
              <a:ext uri="{FF2B5EF4-FFF2-40B4-BE49-F238E27FC236}">
                <a16:creationId xmlns:a16="http://schemas.microsoft.com/office/drawing/2014/main" id="{CF95671F-08F5-58E4-BF6A-5EAAF2407D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4 steps. </a:t>
            </a:r>
          </a:p>
          <a:p>
            <a:endParaRPr lang="en-US" altLang="en-US">
              <a:latin typeface="Arial" panose="020B0604020202020204" pitchFamily="34" charset="0"/>
            </a:endParaRPr>
          </a:p>
          <a:p>
            <a:r>
              <a:rPr lang="en-US" altLang="en-US">
                <a:latin typeface="Arial" panose="020B0604020202020204" pitchFamily="34" charset="0"/>
              </a:rPr>
              <a:t>boilWater and pourInCup are exactly the same!</a:t>
            </a:r>
          </a:p>
          <a:p>
            <a:endParaRPr lang="en-US" altLang="en-US">
              <a:latin typeface="Arial" panose="020B0604020202020204" pitchFamily="34" charset="0"/>
            </a:endParaRPr>
          </a:p>
          <a:p>
            <a:r>
              <a:rPr lang="en-US" altLang="en-US">
                <a:latin typeface="Arial" panose="020B0604020202020204" pitchFamily="34" charset="0"/>
              </a:rPr>
              <a:t>The 2</a:t>
            </a:r>
            <a:r>
              <a:rPr lang="en-US" altLang="en-US" baseline="30000">
                <a:latin typeface="Arial" panose="020B0604020202020204" pitchFamily="34" charset="0"/>
              </a:rPr>
              <a:t>nd</a:t>
            </a:r>
            <a:r>
              <a:rPr lang="en-US" altLang="en-US">
                <a:latin typeface="Arial" panose="020B0604020202020204" pitchFamily="34" charset="0"/>
              </a:rPr>
              <a:t> and 4</a:t>
            </a:r>
            <a:r>
              <a:rPr lang="en-US" altLang="en-US" baseline="30000">
                <a:latin typeface="Arial" panose="020B0604020202020204" pitchFamily="34" charset="0"/>
              </a:rPr>
              <a:t>th</a:t>
            </a:r>
            <a:r>
              <a:rPr lang="en-US" altLang="en-US">
                <a:latin typeface="Arial" panose="020B0604020202020204" pitchFamily="34" charset="0"/>
              </a:rPr>
              <a:t> steps are not quite the same…but very similar.</a:t>
            </a:r>
          </a:p>
        </p:txBody>
      </p:sp>
      <p:sp>
        <p:nvSpPr>
          <p:cNvPr id="74755" name="Date Placeholder 3">
            <a:extLst>
              <a:ext uri="{FF2B5EF4-FFF2-40B4-BE49-F238E27FC236}">
                <a16:creationId xmlns:a16="http://schemas.microsoft.com/office/drawing/2014/main" id="{47A369FF-FB4F-7E32-CCB1-1A7F766ECC9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74756" name="Slide Number Placeholder 4">
            <a:extLst>
              <a:ext uri="{FF2B5EF4-FFF2-40B4-BE49-F238E27FC236}">
                <a16:creationId xmlns:a16="http://schemas.microsoft.com/office/drawing/2014/main" id="{C16DF8EC-3EE6-CED0-EB37-CF18A18F3D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57D7399-E7B0-6B47-85E6-B6CBA725B499}" type="slidenum">
              <a:rPr lang="en-US" altLang="en-US"/>
              <a:pPr/>
              <a:t>36</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a:extLst>
              <a:ext uri="{FF2B5EF4-FFF2-40B4-BE49-F238E27FC236}">
                <a16:creationId xmlns:a16="http://schemas.microsoft.com/office/drawing/2014/main" id="{59A6F4B4-694B-D785-D5F9-836C3240CF3D}"/>
              </a:ext>
            </a:extLst>
          </p:cNvPr>
          <p:cNvSpPr>
            <a:spLocks noGrp="1" noRot="1" noChangeAspect="1" noTextEdit="1"/>
          </p:cNvSpPr>
          <p:nvPr>
            <p:ph type="sldImg"/>
          </p:nvPr>
        </p:nvSpPr>
        <p:spPr>
          <a:ln/>
        </p:spPr>
      </p:sp>
      <p:sp>
        <p:nvSpPr>
          <p:cNvPr id="76802" name="Notes Placeholder 2">
            <a:extLst>
              <a:ext uri="{FF2B5EF4-FFF2-40B4-BE49-F238E27FC236}">
                <a16:creationId xmlns:a16="http://schemas.microsoft.com/office/drawing/2014/main" id="{4925205C-434A-AC36-BE6B-EA77858540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The code does have boilWater and pourInCup in common..so that is good.  That code is encapsulated in one place.</a:t>
            </a:r>
          </a:p>
          <a:p>
            <a:endParaRPr lang="en-US" altLang="en-US">
              <a:latin typeface="Arial" panose="020B0604020202020204" pitchFamily="34" charset="0"/>
            </a:endParaRPr>
          </a:p>
          <a:p>
            <a:r>
              <a:rPr lang="en-US" altLang="en-US">
                <a:latin typeface="Arial" panose="020B0604020202020204" pitchFamily="34" charset="0"/>
              </a:rPr>
              <a:t>What happens if a fifth step is added?  You would have to change both Coffee and Tea.  Is this a good design?</a:t>
            </a:r>
          </a:p>
          <a:p>
            <a:endParaRPr lang="en-US" altLang="en-US">
              <a:latin typeface="Arial" panose="020B0604020202020204" pitchFamily="34" charset="0"/>
            </a:endParaRPr>
          </a:p>
          <a:p>
            <a:r>
              <a:rPr lang="en-US" altLang="en-US">
                <a:latin typeface="Arial" panose="020B0604020202020204" pitchFamily="34" charset="0"/>
              </a:rPr>
              <a:t>Note that the order that these methods are called are not enforced.  You could easily change the order of the four functions of Tea!</a:t>
            </a:r>
          </a:p>
          <a:p>
            <a:r>
              <a:rPr lang="en-US" altLang="en-US">
                <a:latin typeface="Arial" panose="020B0604020202020204" pitchFamily="34" charset="0"/>
              </a:rPr>
              <a:t>What happens if a new developer comes?  Is it apparent that these are the correct order of steps?</a:t>
            </a:r>
          </a:p>
          <a:p>
            <a:endParaRPr lang="en-US" altLang="en-US">
              <a:latin typeface="Arial" panose="020B0604020202020204" pitchFamily="34" charset="0"/>
            </a:endParaRPr>
          </a:p>
        </p:txBody>
      </p:sp>
      <p:sp>
        <p:nvSpPr>
          <p:cNvPr id="76803" name="Date Placeholder 3">
            <a:extLst>
              <a:ext uri="{FF2B5EF4-FFF2-40B4-BE49-F238E27FC236}">
                <a16:creationId xmlns:a16="http://schemas.microsoft.com/office/drawing/2014/main" id="{B8419003-DDC6-3BBE-C366-7859DADE3A2D}"/>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76804" name="Slide Number Placeholder 4">
            <a:extLst>
              <a:ext uri="{FF2B5EF4-FFF2-40B4-BE49-F238E27FC236}">
                <a16:creationId xmlns:a16="http://schemas.microsoft.com/office/drawing/2014/main" id="{9D18FE2F-6186-CEF9-51A5-A5D63A147B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0059BE-745E-9446-BF00-0FD2007C571D}" type="slidenum">
              <a:rPr lang="en-US" altLang="en-US"/>
              <a:pPr/>
              <a:t>37</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a:extLst>
              <a:ext uri="{FF2B5EF4-FFF2-40B4-BE49-F238E27FC236}">
                <a16:creationId xmlns:a16="http://schemas.microsoft.com/office/drawing/2014/main" id="{908FE1C5-1D0A-D261-DA52-A2098A19B706}"/>
              </a:ext>
            </a:extLst>
          </p:cNvPr>
          <p:cNvSpPr>
            <a:spLocks noGrp="1" noRot="1" noChangeAspect="1" noTextEdit="1"/>
          </p:cNvSpPr>
          <p:nvPr>
            <p:ph type="sldImg"/>
          </p:nvPr>
        </p:nvSpPr>
        <p:spPr>
          <a:ln/>
        </p:spPr>
      </p:sp>
      <p:sp>
        <p:nvSpPr>
          <p:cNvPr id="80898" name="Notes Placeholder 2">
            <a:extLst>
              <a:ext uri="{FF2B5EF4-FFF2-40B4-BE49-F238E27FC236}">
                <a16:creationId xmlns:a16="http://schemas.microsoft.com/office/drawing/2014/main" id="{D8680011-A2B1-DDA5-3270-3EC20B06A6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0899" name="Date Placeholder 3">
            <a:extLst>
              <a:ext uri="{FF2B5EF4-FFF2-40B4-BE49-F238E27FC236}">
                <a16:creationId xmlns:a16="http://schemas.microsoft.com/office/drawing/2014/main" id="{51DC57C6-80F4-AE8D-990C-A285230FA77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80900" name="Slide Number Placeholder 4">
            <a:extLst>
              <a:ext uri="{FF2B5EF4-FFF2-40B4-BE49-F238E27FC236}">
                <a16:creationId xmlns:a16="http://schemas.microsoft.com/office/drawing/2014/main" id="{87BB2E30-6F8B-7810-69DA-BA3200340E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31E6B1-FF73-1847-BFBD-7FD3B77C4CAB}" type="slidenum">
              <a:rPr lang="en-US" altLang="en-US"/>
              <a:pPr/>
              <a:t>40</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0299C90-B550-443B-E239-A812B62572E4}"/>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267B6402-8456-618B-F05B-1C7527C3CD12}"/>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LK" altLang="en-LK" sz="2400">
                <a:latin typeface="Times New Roman" panose="02020603050405020304" pitchFamily="18" charset="0"/>
              </a:endParaRPr>
            </a:p>
          </p:txBody>
        </p:sp>
        <p:sp>
          <p:nvSpPr>
            <p:cNvPr id="4" name="Rectangle 4">
              <a:extLst>
                <a:ext uri="{FF2B5EF4-FFF2-40B4-BE49-F238E27FC236}">
                  <a16:creationId xmlns:a16="http://schemas.microsoft.com/office/drawing/2014/main" id="{46433A22-21EE-0F7B-EFCA-A4E9D0CFA7BF}"/>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grpSp>
          <p:nvGrpSpPr>
            <p:cNvPr id="5" name="Group 5">
              <a:extLst>
                <a:ext uri="{FF2B5EF4-FFF2-40B4-BE49-F238E27FC236}">
                  <a16:creationId xmlns:a16="http://schemas.microsoft.com/office/drawing/2014/main" id="{807F6B1A-1E6F-3007-9C4A-A170C3390B84}"/>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E325166D-4589-DF88-1F58-14A2CC0FACFC}"/>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7" name="Rectangle 7">
                <a:extLst>
                  <a:ext uri="{FF2B5EF4-FFF2-40B4-BE49-F238E27FC236}">
                    <a16:creationId xmlns:a16="http://schemas.microsoft.com/office/drawing/2014/main" id="{F705B832-1548-54CF-CE27-107A08D9075C}"/>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8" name="Rectangle 8">
                <a:extLst>
                  <a:ext uri="{FF2B5EF4-FFF2-40B4-BE49-F238E27FC236}">
                    <a16:creationId xmlns:a16="http://schemas.microsoft.com/office/drawing/2014/main" id="{FC52B887-8E98-265D-4D3F-DF7E1734CEC7}"/>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9" name="Rectangle 9">
                <a:extLst>
                  <a:ext uri="{FF2B5EF4-FFF2-40B4-BE49-F238E27FC236}">
                    <a16:creationId xmlns:a16="http://schemas.microsoft.com/office/drawing/2014/main" id="{08392414-F1BB-281E-D0A9-882BA81063D0}"/>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 name="Rectangle 10">
                <a:extLst>
                  <a:ext uri="{FF2B5EF4-FFF2-40B4-BE49-F238E27FC236}">
                    <a16:creationId xmlns:a16="http://schemas.microsoft.com/office/drawing/2014/main" id="{5ACB613F-98EC-B436-514A-A23C8A1C0863}"/>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1" name="Rectangle 11">
                <a:extLst>
                  <a:ext uri="{FF2B5EF4-FFF2-40B4-BE49-F238E27FC236}">
                    <a16:creationId xmlns:a16="http://schemas.microsoft.com/office/drawing/2014/main" id="{0B55DBCD-866C-BE39-F324-3CDC843B69EA}"/>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2" name="Rectangle 12">
                <a:extLst>
                  <a:ext uri="{FF2B5EF4-FFF2-40B4-BE49-F238E27FC236}">
                    <a16:creationId xmlns:a16="http://schemas.microsoft.com/office/drawing/2014/main" id="{DF6270DB-77BE-8C2E-DB34-D515356CDBD5}"/>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3" name="Rectangle 13">
                <a:extLst>
                  <a:ext uri="{FF2B5EF4-FFF2-40B4-BE49-F238E27FC236}">
                    <a16:creationId xmlns:a16="http://schemas.microsoft.com/office/drawing/2014/main" id="{5D35014F-CD65-E7CF-605B-0F59DC5DEA8F}"/>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4" name="Rectangle 14">
                <a:extLst>
                  <a:ext uri="{FF2B5EF4-FFF2-40B4-BE49-F238E27FC236}">
                    <a16:creationId xmlns:a16="http://schemas.microsoft.com/office/drawing/2014/main" id="{A0084322-6F13-58F1-778C-A7ACA23402A6}"/>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5" name="Rectangle 15">
                <a:extLst>
                  <a:ext uri="{FF2B5EF4-FFF2-40B4-BE49-F238E27FC236}">
                    <a16:creationId xmlns:a16="http://schemas.microsoft.com/office/drawing/2014/main" id="{D672E188-3607-E555-9FFC-BC23D49429E9}"/>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grpSp>
      </p:grpSp>
      <p:sp>
        <p:nvSpPr>
          <p:cNvPr id="4712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en-US"/>
              <a:t>Click to edit Master title style</a:t>
            </a:r>
          </a:p>
        </p:txBody>
      </p:sp>
      <p:sp>
        <p:nvSpPr>
          <p:cNvPr id="4712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2600"/>
            </a:lvl1pPr>
          </a:lstStyle>
          <a:p>
            <a:r>
              <a:rPr lang="en-US"/>
              <a:t>Click to edit Master subtitle style</a:t>
            </a:r>
          </a:p>
        </p:txBody>
      </p:sp>
      <p:sp>
        <p:nvSpPr>
          <p:cNvPr id="16" name="Rectangle 16">
            <a:extLst>
              <a:ext uri="{FF2B5EF4-FFF2-40B4-BE49-F238E27FC236}">
                <a16:creationId xmlns:a16="http://schemas.microsoft.com/office/drawing/2014/main" id="{3E1C829C-A338-F246-B820-2DEF6428FB7A}"/>
              </a:ext>
            </a:extLst>
          </p:cNvPr>
          <p:cNvSpPr>
            <a:spLocks noGrp="1" noChangeArrowheads="1"/>
          </p:cNvSpPr>
          <p:nvPr>
            <p:ph type="dt" sz="half" idx="10"/>
          </p:nvPr>
        </p:nvSpPr>
        <p:spPr>
          <a:xfrm>
            <a:off x="457200" y="6248400"/>
            <a:ext cx="2133600" cy="457200"/>
          </a:xfrm>
        </p:spPr>
        <p:txBody>
          <a:bodyPr/>
          <a:lstStyle>
            <a:lvl1pPr>
              <a:defRPr/>
            </a:lvl1pPr>
          </a:lstStyle>
          <a:p>
            <a:pPr>
              <a:defRPr/>
            </a:pPr>
            <a:fld id="{FC4C5536-C261-D444-8AC7-E326933B32B7}" type="datetime1">
              <a:rPr lang="en-US"/>
              <a:pPr>
                <a:defRPr/>
              </a:pPr>
              <a:t>7/17/24</a:t>
            </a:fld>
            <a:endParaRPr lang="en-US"/>
          </a:p>
        </p:txBody>
      </p:sp>
      <p:sp>
        <p:nvSpPr>
          <p:cNvPr id="17" name="Rectangle 17">
            <a:extLst>
              <a:ext uri="{FF2B5EF4-FFF2-40B4-BE49-F238E27FC236}">
                <a16:creationId xmlns:a16="http://schemas.microsoft.com/office/drawing/2014/main" id="{FFF33D3D-E525-3303-562D-3CD1DBD6B3A1}"/>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46FDF780-73EB-3110-BEF5-504BBF46F66E}"/>
              </a:ext>
            </a:extLst>
          </p:cNvPr>
          <p:cNvSpPr>
            <a:spLocks noGrp="1" noChangeArrowheads="1"/>
          </p:cNvSpPr>
          <p:nvPr>
            <p:ph type="sldNum" sz="quarter" idx="12"/>
          </p:nvPr>
        </p:nvSpPr>
        <p:spPr/>
        <p:txBody>
          <a:bodyPr/>
          <a:lstStyle>
            <a:lvl1pPr>
              <a:defRPr sz="1200"/>
            </a:lvl1pPr>
          </a:lstStyle>
          <a:p>
            <a:fld id="{14104F37-C2B7-2848-BEE0-CE5B6262ACD0}" type="slidenum">
              <a:rPr lang="en-US" altLang="en-US"/>
              <a:pPr/>
              <a:t>‹#›</a:t>
            </a:fld>
            <a:endParaRPr lang="en-US" altLang="en-US"/>
          </a:p>
        </p:txBody>
      </p:sp>
    </p:spTree>
    <p:extLst>
      <p:ext uri="{BB962C8B-B14F-4D97-AF65-F5344CB8AC3E}">
        <p14:creationId xmlns:p14="http://schemas.microsoft.com/office/powerpoint/2010/main" val="314920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1B425B48-227A-0F47-8A96-B7122B2FB9C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89AD3295-5F82-A51E-F3C8-129D3325FAB4}"/>
              </a:ext>
            </a:extLst>
          </p:cNvPr>
          <p:cNvSpPr>
            <a:spLocks noGrp="1" noChangeArrowheads="1"/>
          </p:cNvSpPr>
          <p:nvPr>
            <p:ph type="sldNum" sz="quarter" idx="11"/>
          </p:nvPr>
        </p:nvSpPr>
        <p:spPr>
          <a:ln/>
        </p:spPr>
        <p:txBody>
          <a:bodyPr/>
          <a:lstStyle>
            <a:lvl1pPr>
              <a:defRPr/>
            </a:lvl1pPr>
          </a:lstStyle>
          <a:p>
            <a:fld id="{1744E43D-3EF1-8A44-8498-BF9F650A96AD}" type="slidenum">
              <a:rPr lang="en-US" altLang="en-US"/>
              <a:pPr/>
              <a:t>‹#›</a:t>
            </a:fld>
            <a:endParaRPr lang="en-US" altLang="en-US"/>
          </a:p>
        </p:txBody>
      </p:sp>
      <p:sp>
        <p:nvSpPr>
          <p:cNvPr id="6" name="Rectangle 16">
            <a:extLst>
              <a:ext uri="{FF2B5EF4-FFF2-40B4-BE49-F238E27FC236}">
                <a16:creationId xmlns:a16="http://schemas.microsoft.com/office/drawing/2014/main" id="{A9149789-3358-266A-0B2E-7593FD1A1637}"/>
              </a:ext>
            </a:extLst>
          </p:cNvPr>
          <p:cNvSpPr>
            <a:spLocks noGrp="1" noChangeArrowheads="1"/>
          </p:cNvSpPr>
          <p:nvPr>
            <p:ph type="dt" sz="half" idx="12"/>
          </p:nvPr>
        </p:nvSpPr>
        <p:spPr>
          <a:ln/>
        </p:spPr>
        <p:txBody>
          <a:bodyPr/>
          <a:lstStyle>
            <a:lvl1pPr>
              <a:defRPr/>
            </a:lvl1pPr>
          </a:lstStyle>
          <a:p>
            <a:pPr>
              <a:defRPr/>
            </a:pPr>
            <a:fld id="{A21BE3BF-86E5-1040-8D95-6DA4358597C6}" type="datetime1">
              <a:rPr lang="en-US"/>
              <a:pPr>
                <a:defRPr/>
              </a:pPr>
              <a:t>7/17/24</a:t>
            </a:fld>
            <a:endParaRPr lang="en-US"/>
          </a:p>
        </p:txBody>
      </p:sp>
    </p:spTree>
    <p:extLst>
      <p:ext uri="{BB962C8B-B14F-4D97-AF65-F5344CB8AC3E}">
        <p14:creationId xmlns:p14="http://schemas.microsoft.com/office/powerpoint/2010/main" val="3335805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3F4AA769-AE9F-EBA6-0FA3-DBDAF7D9B47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717B2119-F4C6-E947-AD00-D15494DBD942}"/>
              </a:ext>
            </a:extLst>
          </p:cNvPr>
          <p:cNvSpPr>
            <a:spLocks noGrp="1" noChangeArrowheads="1"/>
          </p:cNvSpPr>
          <p:nvPr>
            <p:ph type="sldNum" sz="quarter" idx="11"/>
          </p:nvPr>
        </p:nvSpPr>
        <p:spPr>
          <a:ln/>
        </p:spPr>
        <p:txBody>
          <a:bodyPr/>
          <a:lstStyle>
            <a:lvl1pPr>
              <a:defRPr/>
            </a:lvl1pPr>
          </a:lstStyle>
          <a:p>
            <a:fld id="{2C25D1CC-6A12-9D47-9D7B-2BF222F07E4E}" type="slidenum">
              <a:rPr lang="en-US" altLang="en-US"/>
              <a:pPr/>
              <a:t>‹#›</a:t>
            </a:fld>
            <a:endParaRPr lang="en-US" altLang="en-US"/>
          </a:p>
        </p:txBody>
      </p:sp>
      <p:sp>
        <p:nvSpPr>
          <p:cNvPr id="6" name="Rectangle 16">
            <a:extLst>
              <a:ext uri="{FF2B5EF4-FFF2-40B4-BE49-F238E27FC236}">
                <a16:creationId xmlns:a16="http://schemas.microsoft.com/office/drawing/2014/main" id="{CF726E4F-4E8A-BD2D-E81F-9A128AA04FA5}"/>
              </a:ext>
            </a:extLst>
          </p:cNvPr>
          <p:cNvSpPr>
            <a:spLocks noGrp="1" noChangeArrowheads="1"/>
          </p:cNvSpPr>
          <p:nvPr>
            <p:ph type="dt" sz="half" idx="12"/>
          </p:nvPr>
        </p:nvSpPr>
        <p:spPr>
          <a:ln/>
        </p:spPr>
        <p:txBody>
          <a:bodyPr/>
          <a:lstStyle>
            <a:lvl1pPr>
              <a:defRPr/>
            </a:lvl1pPr>
          </a:lstStyle>
          <a:p>
            <a:pPr>
              <a:defRPr/>
            </a:pPr>
            <a:fld id="{C1432EF9-93B1-C647-8798-8C24EC21156F}" type="datetime1">
              <a:rPr lang="en-US"/>
              <a:pPr>
                <a:defRPr/>
              </a:pPr>
              <a:t>7/17/24</a:t>
            </a:fld>
            <a:endParaRPr lang="en-US"/>
          </a:p>
        </p:txBody>
      </p:sp>
    </p:spTree>
    <p:extLst>
      <p:ext uri="{BB962C8B-B14F-4D97-AF65-F5344CB8AC3E}">
        <p14:creationId xmlns:p14="http://schemas.microsoft.com/office/powerpoint/2010/main" val="1673919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7F8642B8-34BB-25CD-DBED-B76DF9C9F76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0C0CBAC4-4270-045D-2DE2-5F41A251032D}"/>
              </a:ext>
            </a:extLst>
          </p:cNvPr>
          <p:cNvSpPr>
            <a:spLocks noGrp="1" noChangeArrowheads="1"/>
          </p:cNvSpPr>
          <p:nvPr>
            <p:ph type="sldNum" sz="quarter" idx="11"/>
          </p:nvPr>
        </p:nvSpPr>
        <p:spPr>
          <a:ln/>
        </p:spPr>
        <p:txBody>
          <a:bodyPr/>
          <a:lstStyle>
            <a:lvl1pPr>
              <a:defRPr/>
            </a:lvl1pPr>
          </a:lstStyle>
          <a:p>
            <a:fld id="{3280BE85-61BE-964C-8F65-EE491C494344}" type="slidenum">
              <a:rPr lang="en-US" altLang="en-US"/>
              <a:pPr/>
              <a:t>‹#›</a:t>
            </a:fld>
            <a:endParaRPr lang="en-US" altLang="en-US"/>
          </a:p>
        </p:txBody>
      </p:sp>
      <p:sp>
        <p:nvSpPr>
          <p:cNvPr id="7" name="Rectangle 16">
            <a:extLst>
              <a:ext uri="{FF2B5EF4-FFF2-40B4-BE49-F238E27FC236}">
                <a16:creationId xmlns:a16="http://schemas.microsoft.com/office/drawing/2014/main" id="{1B28D7FB-2A55-F762-1F17-9A83BD18D9BF}"/>
              </a:ext>
            </a:extLst>
          </p:cNvPr>
          <p:cNvSpPr>
            <a:spLocks noGrp="1" noChangeArrowheads="1"/>
          </p:cNvSpPr>
          <p:nvPr>
            <p:ph type="dt" sz="half" idx="12"/>
          </p:nvPr>
        </p:nvSpPr>
        <p:spPr>
          <a:ln/>
        </p:spPr>
        <p:txBody>
          <a:bodyPr/>
          <a:lstStyle>
            <a:lvl1pPr>
              <a:defRPr/>
            </a:lvl1pPr>
          </a:lstStyle>
          <a:p>
            <a:pPr>
              <a:defRPr/>
            </a:pPr>
            <a:fld id="{35F5D6D3-A070-9647-A4ED-A7E202C34C96}" type="datetime1">
              <a:rPr lang="en-US"/>
              <a:pPr>
                <a:defRPr/>
              </a:pPr>
              <a:t>7/17/24</a:t>
            </a:fld>
            <a:endParaRPr lang="en-US"/>
          </a:p>
        </p:txBody>
      </p:sp>
    </p:spTree>
    <p:extLst>
      <p:ext uri="{BB962C8B-B14F-4D97-AF65-F5344CB8AC3E}">
        <p14:creationId xmlns:p14="http://schemas.microsoft.com/office/powerpoint/2010/main" val="3672753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51E3FFB6-07A9-3B4E-95FF-895EE2A8E0D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9ADB084F-4F0F-C30A-6DA9-6F54B645CF12}"/>
              </a:ext>
            </a:extLst>
          </p:cNvPr>
          <p:cNvSpPr>
            <a:spLocks noGrp="1" noChangeArrowheads="1"/>
          </p:cNvSpPr>
          <p:nvPr>
            <p:ph type="sldNum" sz="quarter" idx="11"/>
          </p:nvPr>
        </p:nvSpPr>
        <p:spPr>
          <a:ln/>
        </p:spPr>
        <p:txBody>
          <a:bodyPr/>
          <a:lstStyle>
            <a:lvl1pPr>
              <a:defRPr/>
            </a:lvl1pPr>
          </a:lstStyle>
          <a:p>
            <a:fld id="{02B88F00-AFB3-D346-9539-B66404AA7558}" type="slidenum">
              <a:rPr lang="en-US" altLang="en-US"/>
              <a:pPr/>
              <a:t>‹#›</a:t>
            </a:fld>
            <a:endParaRPr lang="en-US" altLang="en-US"/>
          </a:p>
        </p:txBody>
      </p:sp>
      <p:sp>
        <p:nvSpPr>
          <p:cNvPr id="9" name="Rectangle 16">
            <a:extLst>
              <a:ext uri="{FF2B5EF4-FFF2-40B4-BE49-F238E27FC236}">
                <a16:creationId xmlns:a16="http://schemas.microsoft.com/office/drawing/2014/main" id="{2B4EFE34-9C3C-E358-F99C-DF1C514B9A10}"/>
              </a:ext>
            </a:extLst>
          </p:cNvPr>
          <p:cNvSpPr>
            <a:spLocks noGrp="1" noChangeArrowheads="1"/>
          </p:cNvSpPr>
          <p:nvPr>
            <p:ph type="dt" sz="half" idx="12"/>
          </p:nvPr>
        </p:nvSpPr>
        <p:spPr>
          <a:ln/>
        </p:spPr>
        <p:txBody>
          <a:bodyPr/>
          <a:lstStyle>
            <a:lvl1pPr>
              <a:defRPr/>
            </a:lvl1pPr>
          </a:lstStyle>
          <a:p>
            <a:pPr>
              <a:defRPr/>
            </a:pPr>
            <a:fld id="{98557E41-42A8-F642-AD24-C0957707CC4B}" type="datetime1">
              <a:rPr lang="en-US"/>
              <a:pPr>
                <a:defRPr/>
              </a:pPr>
              <a:t>7/17/24</a:t>
            </a:fld>
            <a:endParaRPr lang="en-US"/>
          </a:p>
        </p:txBody>
      </p:sp>
    </p:spTree>
    <p:extLst>
      <p:ext uri="{BB962C8B-B14F-4D97-AF65-F5344CB8AC3E}">
        <p14:creationId xmlns:p14="http://schemas.microsoft.com/office/powerpoint/2010/main" val="315132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D8A79ACE-332C-E927-F477-55FF8DA2268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4CBA9BF7-AF5C-176C-A4C5-BA3E58ADEADC}"/>
              </a:ext>
            </a:extLst>
          </p:cNvPr>
          <p:cNvSpPr>
            <a:spLocks noGrp="1" noChangeArrowheads="1"/>
          </p:cNvSpPr>
          <p:nvPr>
            <p:ph type="sldNum" sz="quarter" idx="11"/>
          </p:nvPr>
        </p:nvSpPr>
        <p:spPr>
          <a:ln/>
        </p:spPr>
        <p:txBody>
          <a:bodyPr/>
          <a:lstStyle>
            <a:lvl1pPr>
              <a:defRPr/>
            </a:lvl1pPr>
          </a:lstStyle>
          <a:p>
            <a:fld id="{ACFD4A9D-8BA2-8442-8CDF-F6A91E76678B}" type="slidenum">
              <a:rPr lang="en-US" altLang="en-US"/>
              <a:pPr/>
              <a:t>‹#›</a:t>
            </a:fld>
            <a:endParaRPr lang="en-US" altLang="en-US"/>
          </a:p>
        </p:txBody>
      </p:sp>
      <p:sp>
        <p:nvSpPr>
          <p:cNvPr id="5" name="Rectangle 16">
            <a:extLst>
              <a:ext uri="{FF2B5EF4-FFF2-40B4-BE49-F238E27FC236}">
                <a16:creationId xmlns:a16="http://schemas.microsoft.com/office/drawing/2014/main" id="{73266FD2-F34C-30E5-FCBA-D0DAA171765A}"/>
              </a:ext>
            </a:extLst>
          </p:cNvPr>
          <p:cNvSpPr>
            <a:spLocks noGrp="1" noChangeArrowheads="1"/>
          </p:cNvSpPr>
          <p:nvPr>
            <p:ph type="dt" sz="half" idx="12"/>
          </p:nvPr>
        </p:nvSpPr>
        <p:spPr>
          <a:ln/>
        </p:spPr>
        <p:txBody>
          <a:bodyPr/>
          <a:lstStyle>
            <a:lvl1pPr>
              <a:defRPr/>
            </a:lvl1pPr>
          </a:lstStyle>
          <a:p>
            <a:pPr>
              <a:defRPr/>
            </a:pPr>
            <a:fld id="{128D4EC6-1975-EE4C-9DF4-7F8FF156BDB2}" type="datetime1">
              <a:rPr lang="en-US"/>
              <a:pPr>
                <a:defRPr/>
              </a:pPr>
              <a:t>7/17/24</a:t>
            </a:fld>
            <a:endParaRPr lang="en-US"/>
          </a:p>
        </p:txBody>
      </p:sp>
    </p:spTree>
    <p:extLst>
      <p:ext uri="{BB962C8B-B14F-4D97-AF65-F5344CB8AC3E}">
        <p14:creationId xmlns:p14="http://schemas.microsoft.com/office/powerpoint/2010/main" val="1127733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45D83FE-E992-B59F-0BFA-BCAF5440F52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7379662A-C076-9267-70B4-8CE68DAEA4E7}"/>
              </a:ext>
            </a:extLst>
          </p:cNvPr>
          <p:cNvSpPr>
            <a:spLocks noGrp="1" noChangeArrowheads="1"/>
          </p:cNvSpPr>
          <p:nvPr>
            <p:ph type="sldNum" sz="quarter" idx="11"/>
          </p:nvPr>
        </p:nvSpPr>
        <p:spPr>
          <a:ln/>
        </p:spPr>
        <p:txBody>
          <a:bodyPr/>
          <a:lstStyle>
            <a:lvl1pPr>
              <a:defRPr/>
            </a:lvl1pPr>
          </a:lstStyle>
          <a:p>
            <a:fld id="{F9E82988-34DE-674C-9221-33E74727B86E}" type="slidenum">
              <a:rPr lang="en-US" altLang="en-US"/>
              <a:pPr/>
              <a:t>‹#›</a:t>
            </a:fld>
            <a:endParaRPr lang="en-US" altLang="en-US"/>
          </a:p>
        </p:txBody>
      </p:sp>
      <p:sp>
        <p:nvSpPr>
          <p:cNvPr id="4" name="Rectangle 16">
            <a:extLst>
              <a:ext uri="{FF2B5EF4-FFF2-40B4-BE49-F238E27FC236}">
                <a16:creationId xmlns:a16="http://schemas.microsoft.com/office/drawing/2014/main" id="{321617E6-A6B9-B221-1E39-0438E615CEFF}"/>
              </a:ext>
            </a:extLst>
          </p:cNvPr>
          <p:cNvSpPr>
            <a:spLocks noGrp="1" noChangeArrowheads="1"/>
          </p:cNvSpPr>
          <p:nvPr>
            <p:ph type="dt" sz="half" idx="12"/>
          </p:nvPr>
        </p:nvSpPr>
        <p:spPr>
          <a:ln/>
        </p:spPr>
        <p:txBody>
          <a:bodyPr/>
          <a:lstStyle>
            <a:lvl1pPr>
              <a:defRPr/>
            </a:lvl1pPr>
          </a:lstStyle>
          <a:p>
            <a:pPr>
              <a:defRPr/>
            </a:pPr>
            <a:fld id="{C6D7378F-2057-2341-8E27-957BF94F1765}" type="datetime1">
              <a:rPr lang="en-US"/>
              <a:pPr>
                <a:defRPr/>
              </a:pPr>
              <a:t>7/17/24</a:t>
            </a:fld>
            <a:endParaRPr lang="en-US"/>
          </a:p>
        </p:txBody>
      </p:sp>
    </p:spTree>
    <p:extLst>
      <p:ext uri="{BB962C8B-B14F-4D97-AF65-F5344CB8AC3E}">
        <p14:creationId xmlns:p14="http://schemas.microsoft.com/office/powerpoint/2010/main" val="3017399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DEE7D017-45F6-D2A7-0169-E147AA75B69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3107DC82-CE6D-C8B7-EDA9-DE978C24A2E8}"/>
              </a:ext>
            </a:extLst>
          </p:cNvPr>
          <p:cNvSpPr>
            <a:spLocks noGrp="1" noChangeArrowheads="1"/>
          </p:cNvSpPr>
          <p:nvPr>
            <p:ph type="sldNum" sz="quarter" idx="11"/>
          </p:nvPr>
        </p:nvSpPr>
        <p:spPr>
          <a:ln/>
        </p:spPr>
        <p:txBody>
          <a:bodyPr/>
          <a:lstStyle>
            <a:lvl1pPr>
              <a:defRPr/>
            </a:lvl1pPr>
          </a:lstStyle>
          <a:p>
            <a:fld id="{36658F19-109E-474F-9804-12F4D25E92BB}" type="slidenum">
              <a:rPr lang="en-US" altLang="en-US"/>
              <a:pPr/>
              <a:t>‹#›</a:t>
            </a:fld>
            <a:endParaRPr lang="en-US" altLang="en-US"/>
          </a:p>
        </p:txBody>
      </p:sp>
      <p:sp>
        <p:nvSpPr>
          <p:cNvPr id="7" name="Rectangle 16">
            <a:extLst>
              <a:ext uri="{FF2B5EF4-FFF2-40B4-BE49-F238E27FC236}">
                <a16:creationId xmlns:a16="http://schemas.microsoft.com/office/drawing/2014/main" id="{8C1489F7-9FAE-B68F-F27A-C8CDF3F16A13}"/>
              </a:ext>
            </a:extLst>
          </p:cNvPr>
          <p:cNvSpPr>
            <a:spLocks noGrp="1" noChangeArrowheads="1"/>
          </p:cNvSpPr>
          <p:nvPr>
            <p:ph type="dt" sz="half" idx="12"/>
          </p:nvPr>
        </p:nvSpPr>
        <p:spPr>
          <a:ln/>
        </p:spPr>
        <p:txBody>
          <a:bodyPr/>
          <a:lstStyle>
            <a:lvl1pPr>
              <a:defRPr/>
            </a:lvl1pPr>
          </a:lstStyle>
          <a:p>
            <a:pPr>
              <a:defRPr/>
            </a:pPr>
            <a:fld id="{4A65C909-9E3A-AA45-9BA7-6FF2B3FDDAED}" type="datetime1">
              <a:rPr lang="en-US"/>
              <a:pPr>
                <a:defRPr/>
              </a:pPr>
              <a:t>7/17/24</a:t>
            </a:fld>
            <a:endParaRPr lang="en-US"/>
          </a:p>
        </p:txBody>
      </p:sp>
    </p:spTree>
    <p:extLst>
      <p:ext uri="{BB962C8B-B14F-4D97-AF65-F5344CB8AC3E}">
        <p14:creationId xmlns:p14="http://schemas.microsoft.com/office/powerpoint/2010/main" val="1333408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0155520F-67E0-8301-1082-BDEE6D831A9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13DD7EE9-6159-6550-E4F5-C821E4F2B69E}"/>
              </a:ext>
            </a:extLst>
          </p:cNvPr>
          <p:cNvSpPr>
            <a:spLocks noGrp="1" noChangeArrowheads="1"/>
          </p:cNvSpPr>
          <p:nvPr>
            <p:ph type="sldNum" sz="quarter" idx="11"/>
          </p:nvPr>
        </p:nvSpPr>
        <p:spPr>
          <a:ln/>
        </p:spPr>
        <p:txBody>
          <a:bodyPr/>
          <a:lstStyle>
            <a:lvl1pPr>
              <a:defRPr/>
            </a:lvl1pPr>
          </a:lstStyle>
          <a:p>
            <a:fld id="{C0496706-E41D-0246-97E7-3E4EAA2371C4}" type="slidenum">
              <a:rPr lang="en-US" altLang="en-US"/>
              <a:pPr/>
              <a:t>‹#›</a:t>
            </a:fld>
            <a:endParaRPr lang="en-US" altLang="en-US"/>
          </a:p>
        </p:txBody>
      </p:sp>
      <p:sp>
        <p:nvSpPr>
          <p:cNvPr id="7" name="Rectangle 16">
            <a:extLst>
              <a:ext uri="{FF2B5EF4-FFF2-40B4-BE49-F238E27FC236}">
                <a16:creationId xmlns:a16="http://schemas.microsoft.com/office/drawing/2014/main" id="{A942ADE9-D25F-AA70-5513-A0F9DC09D6E8}"/>
              </a:ext>
            </a:extLst>
          </p:cNvPr>
          <p:cNvSpPr>
            <a:spLocks noGrp="1" noChangeArrowheads="1"/>
          </p:cNvSpPr>
          <p:nvPr>
            <p:ph type="dt" sz="half" idx="12"/>
          </p:nvPr>
        </p:nvSpPr>
        <p:spPr>
          <a:ln/>
        </p:spPr>
        <p:txBody>
          <a:bodyPr/>
          <a:lstStyle>
            <a:lvl1pPr>
              <a:defRPr/>
            </a:lvl1pPr>
          </a:lstStyle>
          <a:p>
            <a:pPr>
              <a:defRPr/>
            </a:pPr>
            <a:fld id="{AD41D360-1E70-B347-95E4-4276A8DB96B8}" type="datetime1">
              <a:rPr lang="en-US"/>
              <a:pPr>
                <a:defRPr/>
              </a:pPr>
              <a:t>7/17/24</a:t>
            </a:fld>
            <a:endParaRPr lang="en-US"/>
          </a:p>
        </p:txBody>
      </p:sp>
    </p:spTree>
    <p:extLst>
      <p:ext uri="{BB962C8B-B14F-4D97-AF65-F5344CB8AC3E}">
        <p14:creationId xmlns:p14="http://schemas.microsoft.com/office/powerpoint/2010/main" val="4118631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E74FE9F8-EE94-97B2-716E-F6D88451744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EAA10CD5-26DE-B237-DD58-84D5918B2A72}"/>
              </a:ext>
            </a:extLst>
          </p:cNvPr>
          <p:cNvSpPr>
            <a:spLocks noGrp="1" noChangeArrowheads="1"/>
          </p:cNvSpPr>
          <p:nvPr>
            <p:ph type="sldNum" sz="quarter" idx="11"/>
          </p:nvPr>
        </p:nvSpPr>
        <p:spPr>
          <a:ln/>
        </p:spPr>
        <p:txBody>
          <a:bodyPr/>
          <a:lstStyle>
            <a:lvl1pPr>
              <a:defRPr/>
            </a:lvl1pPr>
          </a:lstStyle>
          <a:p>
            <a:fld id="{27008304-C86F-4D48-8DAE-29A0029481D1}" type="slidenum">
              <a:rPr lang="en-US" altLang="en-US"/>
              <a:pPr/>
              <a:t>‹#›</a:t>
            </a:fld>
            <a:endParaRPr lang="en-US" altLang="en-US"/>
          </a:p>
        </p:txBody>
      </p:sp>
      <p:sp>
        <p:nvSpPr>
          <p:cNvPr id="6" name="Rectangle 16">
            <a:extLst>
              <a:ext uri="{FF2B5EF4-FFF2-40B4-BE49-F238E27FC236}">
                <a16:creationId xmlns:a16="http://schemas.microsoft.com/office/drawing/2014/main" id="{50409AEB-FEA3-3538-F041-3F269C4EF53D}"/>
              </a:ext>
            </a:extLst>
          </p:cNvPr>
          <p:cNvSpPr>
            <a:spLocks noGrp="1" noChangeArrowheads="1"/>
          </p:cNvSpPr>
          <p:nvPr>
            <p:ph type="dt" sz="half" idx="12"/>
          </p:nvPr>
        </p:nvSpPr>
        <p:spPr>
          <a:ln/>
        </p:spPr>
        <p:txBody>
          <a:bodyPr/>
          <a:lstStyle>
            <a:lvl1pPr>
              <a:defRPr/>
            </a:lvl1pPr>
          </a:lstStyle>
          <a:p>
            <a:pPr>
              <a:defRPr/>
            </a:pPr>
            <a:fld id="{7F8DFC13-FF9C-524A-BC71-902130B94BF4}" type="datetime1">
              <a:rPr lang="en-US"/>
              <a:pPr>
                <a:defRPr/>
              </a:pPr>
              <a:t>7/17/24</a:t>
            </a:fld>
            <a:endParaRPr lang="en-US"/>
          </a:p>
        </p:txBody>
      </p:sp>
    </p:spTree>
    <p:extLst>
      <p:ext uri="{BB962C8B-B14F-4D97-AF65-F5344CB8AC3E}">
        <p14:creationId xmlns:p14="http://schemas.microsoft.com/office/powerpoint/2010/main" val="2337166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3DA450F1-92F4-538C-5DA7-1BE8EAACD0B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F167DDD5-C916-CD18-36AB-B399445AA6DA}"/>
              </a:ext>
            </a:extLst>
          </p:cNvPr>
          <p:cNvSpPr>
            <a:spLocks noGrp="1" noChangeArrowheads="1"/>
          </p:cNvSpPr>
          <p:nvPr>
            <p:ph type="sldNum" sz="quarter" idx="11"/>
          </p:nvPr>
        </p:nvSpPr>
        <p:spPr>
          <a:ln/>
        </p:spPr>
        <p:txBody>
          <a:bodyPr/>
          <a:lstStyle>
            <a:lvl1pPr>
              <a:defRPr/>
            </a:lvl1pPr>
          </a:lstStyle>
          <a:p>
            <a:fld id="{E91C18CD-12E3-C445-9A28-AB85C1DD93B9}" type="slidenum">
              <a:rPr lang="en-US" altLang="en-US"/>
              <a:pPr/>
              <a:t>‹#›</a:t>
            </a:fld>
            <a:endParaRPr lang="en-US" altLang="en-US"/>
          </a:p>
        </p:txBody>
      </p:sp>
      <p:sp>
        <p:nvSpPr>
          <p:cNvPr id="6" name="Rectangle 16">
            <a:extLst>
              <a:ext uri="{FF2B5EF4-FFF2-40B4-BE49-F238E27FC236}">
                <a16:creationId xmlns:a16="http://schemas.microsoft.com/office/drawing/2014/main" id="{46C177CD-FD0B-39BF-E182-2C2457826A07}"/>
              </a:ext>
            </a:extLst>
          </p:cNvPr>
          <p:cNvSpPr>
            <a:spLocks noGrp="1" noChangeArrowheads="1"/>
          </p:cNvSpPr>
          <p:nvPr>
            <p:ph type="dt" sz="half" idx="12"/>
          </p:nvPr>
        </p:nvSpPr>
        <p:spPr>
          <a:ln/>
        </p:spPr>
        <p:txBody>
          <a:bodyPr/>
          <a:lstStyle>
            <a:lvl1pPr>
              <a:defRPr/>
            </a:lvl1pPr>
          </a:lstStyle>
          <a:p>
            <a:pPr>
              <a:defRPr/>
            </a:pPr>
            <a:fld id="{DE97F3CB-99D8-3E47-BC1C-D9442669EFAE}" type="datetime1">
              <a:rPr lang="en-US"/>
              <a:pPr>
                <a:defRPr/>
              </a:pPr>
              <a:t>7/17/24</a:t>
            </a:fld>
            <a:endParaRPr lang="en-US"/>
          </a:p>
        </p:txBody>
      </p:sp>
    </p:spTree>
    <p:extLst>
      <p:ext uri="{BB962C8B-B14F-4D97-AF65-F5344CB8AC3E}">
        <p14:creationId xmlns:p14="http://schemas.microsoft.com/office/powerpoint/2010/main" val="1797019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63FF6B9-66DF-F448-1601-EAC10ABCAA4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46083" name="Rectangle 3">
            <a:extLst>
              <a:ext uri="{FF2B5EF4-FFF2-40B4-BE49-F238E27FC236}">
                <a16:creationId xmlns:a16="http://schemas.microsoft.com/office/drawing/2014/main" id="{53CCCA76-C597-01E5-D5C0-D68D8560A3F2}"/>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Black" panose="020B0604020202020204" pitchFamily="34" charset="0"/>
              </a:defRPr>
            </a:lvl1pPr>
          </a:lstStyle>
          <a:p>
            <a:fld id="{7C1AE40D-B48B-9D4E-8CFB-094E041E7D75}" type="slidenum">
              <a:rPr lang="en-US" altLang="en-US"/>
              <a:pPr/>
              <a:t>‹#›</a:t>
            </a:fld>
            <a:endParaRPr lang="en-US" altLang="en-US"/>
          </a:p>
        </p:txBody>
      </p:sp>
      <p:grpSp>
        <p:nvGrpSpPr>
          <p:cNvPr id="1028" name="Group 4">
            <a:extLst>
              <a:ext uri="{FF2B5EF4-FFF2-40B4-BE49-F238E27FC236}">
                <a16:creationId xmlns:a16="http://schemas.microsoft.com/office/drawing/2014/main" id="{F0AF71E3-780B-32E0-AF93-BF2956B77F68}"/>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B5559942-0418-0780-DE96-D06AA490271F}"/>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LK" altLang="en-LK" sz="2400">
                <a:latin typeface="Times New Roman" panose="02020603050405020304" pitchFamily="18" charset="0"/>
              </a:endParaRPr>
            </a:p>
          </p:txBody>
        </p:sp>
        <p:sp>
          <p:nvSpPr>
            <p:cNvPr id="1033" name="Rectangle 6">
              <a:extLst>
                <a:ext uri="{FF2B5EF4-FFF2-40B4-BE49-F238E27FC236}">
                  <a16:creationId xmlns:a16="http://schemas.microsoft.com/office/drawing/2014/main" id="{77D918DB-5B23-84EF-7EA8-68E4DEDA1713}"/>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34" name="Rectangle 7">
              <a:extLst>
                <a:ext uri="{FF2B5EF4-FFF2-40B4-BE49-F238E27FC236}">
                  <a16:creationId xmlns:a16="http://schemas.microsoft.com/office/drawing/2014/main" id="{6B8EC5B2-B698-F726-9BDF-3714E3A65D25}"/>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5" name="Rectangle 8">
              <a:extLst>
                <a:ext uri="{FF2B5EF4-FFF2-40B4-BE49-F238E27FC236}">
                  <a16:creationId xmlns:a16="http://schemas.microsoft.com/office/drawing/2014/main" id="{9611F864-B854-6557-4B26-7BABCF01BF5A}"/>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6" name="Rectangle 9">
              <a:extLst>
                <a:ext uri="{FF2B5EF4-FFF2-40B4-BE49-F238E27FC236}">
                  <a16:creationId xmlns:a16="http://schemas.microsoft.com/office/drawing/2014/main" id="{FEDD4BAB-1C86-B487-2091-0C00928081D0}"/>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sp>
          <p:nvSpPr>
            <p:cNvPr id="1037" name="Rectangle 10">
              <a:extLst>
                <a:ext uri="{FF2B5EF4-FFF2-40B4-BE49-F238E27FC236}">
                  <a16:creationId xmlns:a16="http://schemas.microsoft.com/office/drawing/2014/main" id="{295D0774-4607-9664-1B0B-BD78FB781768}"/>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hlink"/>
                </a:solidFill>
              </a:endParaRPr>
            </a:p>
          </p:txBody>
        </p:sp>
        <p:sp>
          <p:nvSpPr>
            <p:cNvPr id="1038" name="Rectangle 11">
              <a:extLst>
                <a:ext uri="{FF2B5EF4-FFF2-40B4-BE49-F238E27FC236}">
                  <a16:creationId xmlns:a16="http://schemas.microsoft.com/office/drawing/2014/main" id="{4A2D830F-C78D-F472-5A74-771C3CEA0E07}"/>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sz="2400">
                <a:latin typeface="Times New Roman" panose="02020603050405020304" pitchFamily="18" charset="0"/>
              </a:endParaRPr>
            </a:p>
          </p:txBody>
        </p:sp>
        <p:sp>
          <p:nvSpPr>
            <p:cNvPr id="1039" name="Rectangle 12">
              <a:extLst>
                <a:ext uri="{FF2B5EF4-FFF2-40B4-BE49-F238E27FC236}">
                  <a16:creationId xmlns:a16="http://schemas.microsoft.com/office/drawing/2014/main" id="{66C4502E-52FD-EBCB-5886-81533D8FECA6}"/>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sp>
          <p:nvSpPr>
            <p:cNvPr id="1040" name="Rectangle 13">
              <a:extLst>
                <a:ext uri="{FF2B5EF4-FFF2-40B4-BE49-F238E27FC236}">
                  <a16:creationId xmlns:a16="http://schemas.microsoft.com/office/drawing/2014/main" id="{99E232B0-3CC8-897A-096C-764E39F3845E}"/>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LK" altLang="en-LK">
                <a:solidFill>
                  <a:schemeClr val="accent2"/>
                </a:solidFill>
              </a:endParaRPr>
            </a:p>
          </p:txBody>
        </p:sp>
      </p:grpSp>
      <p:sp>
        <p:nvSpPr>
          <p:cNvPr id="1029" name="Rectangle 14">
            <a:extLst>
              <a:ext uri="{FF2B5EF4-FFF2-40B4-BE49-F238E27FC236}">
                <a16:creationId xmlns:a16="http://schemas.microsoft.com/office/drawing/2014/main" id="{27CAD28A-CDFF-E4BC-A7E0-DAA1E3F6BD0B}"/>
              </a:ext>
            </a:extLst>
          </p:cNvPr>
          <p:cNvSpPr>
            <a:spLocks noGrp="1" noChangeArrowheads="1"/>
          </p:cNvSpPr>
          <p:nvPr>
            <p:ph type="title"/>
          </p:nvPr>
        </p:nvSpPr>
        <p:spPr bwMode="auto">
          <a:xfrm>
            <a:off x="4572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a:extLst>
              <a:ext uri="{FF2B5EF4-FFF2-40B4-BE49-F238E27FC236}">
                <a16:creationId xmlns:a16="http://schemas.microsoft.com/office/drawing/2014/main" id="{BB1BD15A-12AB-3347-BE08-F6FC3B0BAA86}"/>
              </a:ext>
            </a:extLst>
          </p:cNvPr>
          <p:cNvSpPr>
            <a:spLocks noGrp="1" noChangeArrowheads="1"/>
          </p:cNvSpPr>
          <p:nvPr>
            <p:ph type="body" idx="1"/>
          </p:nvPr>
        </p:nvSpPr>
        <p:spPr bwMode="auto">
          <a:xfrm>
            <a:off x="457200" y="13716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96" name="Rectangle 16">
            <a:extLst>
              <a:ext uri="{FF2B5EF4-FFF2-40B4-BE49-F238E27FC236}">
                <a16:creationId xmlns:a16="http://schemas.microsoft.com/office/drawing/2014/main" id="{79C08934-0DBF-3B2C-CC83-A4CF962F502F}"/>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fld id="{93AC7E03-7E6A-7642-B463-DD0C49BDB5CF}" type="datetime1">
              <a:rPr lang="en-US"/>
              <a:pPr>
                <a:defRPr/>
              </a:pPr>
              <a:t>7/17/24</a:t>
            </a:fld>
            <a:endParaRPr lang="en-US"/>
          </a:p>
        </p:txBody>
      </p:sp>
    </p:spTree>
  </p:cSld>
  <p:clrMap bg1="lt1" tx1="dk1" bg2="lt2" tx2="dk2" accent1="accent1" accent2="accent2" accent3="accent3" accent4="accent4" accent5="accent5" accent6="accent6" hlink="hlink" folHlink="folHlink"/>
  <p:sldLayoutIdLst>
    <p:sldLayoutId id="2147484209" r:id="rId1"/>
    <p:sldLayoutId id="2147484199" r:id="rId2"/>
    <p:sldLayoutId id="2147484200" r:id="rId3"/>
    <p:sldLayoutId id="2147484201" r:id="rId4"/>
    <p:sldLayoutId id="2147484202" r:id="rId5"/>
    <p:sldLayoutId id="2147484203" r:id="rId6"/>
    <p:sldLayoutId id="2147484204" r:id="rId7"/>
    <p:sldLayoutId id="2147484205" r:id="rId8"/>
    <p:sldLayoutId id="2147484206" r:id="rId9"/>
    <p:sldLayoutId id="2147484207" r:id="rId10"/>
    <p:sldLayoutId id="2147484208" r:id="rId11"/>
  </p:sldLayoutIdLst>
  <p:hf hdr="0" ftr="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charset="0"/>
        </a:defRPr>
      </a:lvl2pPr>
      <a:lvl3pPr algn="l" rtl="0" eaLnBrk="0" fontAlgn="base" hangingPunct="0">
        <a:spcBef>
          <a:spcPct val="0"/>
        </a:spcBef>
        <a:spcAft>
          <a:spcPct val="0"/>
        </a:spcAft>
        <a:defRPr sz="3200">
          <a:solidFill>
            <a:schemeClr val="tx1"/>
          </a:solidFill>
          <a:latin typeface="Arial" charset="0"/>
        </a:defRPr>
      </a:lvl3pPr>
      <a:lvl4pPr algn="l" rtl="0" eaLnBrk="0" fontAlgn="base" hangingPunct="0">
        <a:spcBef>
          <a:spcPct val="0"/>
        </a:spcBef>
        <a:spcAft>
          <a:spcPct val="0"/>
        </a:spcAft>
        <a:defRPr sz="3200">
          <a:solidFill>
            <a:schemeClr val="tx1"/>
          </a:solidFill>
          <a:latin typeface="Arial" charset="0"/>
        </a:defRPr>
      </a:lvl4pPr>
      <a:lvl5pPr algn="l" rtl="0" eaLnBrk="0" fontAlgn="base" hangingPunct="0">
        <a:spcBef>
          <a:spcPct val="0"/>
        </a:spcBef>
        <a:spcAft>
          <a:spcPct val="0"/>
        </a:spcAft>
        <a:defRPr sz="3200">
          <a:solidFill>
            <a:schemeClr val="tx1"/>
          </a:solidFill>
          <a:latin typeface="Arial" charset="0"/>
        </a:defRPr>
      </a:lvl5pPr>
      <a:lvl6pPr marL="457200" algn="l" rtl="0" fontAlgn="base">
        <a:spcBef>
          <a:spcPct val="0"/>
        </a:spcBef>
        <a:spcAft>
          <a:spcPct val="0"/>
        </a:spcAft>
        <a:defRPr sz="3200">
          <a:solidFill>
            <a:schemeClr val="tx1"/>
          </a:solidFill>
          <a:latin typeface="Arial" charset="0"/>
        </a:defRPr>
      </a:lvl6pPr>
      <a:lvl7pPr marL="914400" algn="l" rtl="0" fontAlgn="base">
        <a:spcBef>
          <a:spcPct val="0"/>
        </a:spcBef>
        <a:spcAft>
          <a:spcPct val="0"/>
        </a:spcAft>
        <a:defRPr sz="3200">
          <a:solidFill>
            <a:schemeClr val="tx1"/>
          </a:solidFill>
          <a:latin typeface="Arial" charset="0"/>
        </a:defRPr>
      </a:lvl7pPr>
      <a:lvl8pPr marL="1371600" algn="l" rtl="0" fontAlgn="base">
        <a:spcBef>
          <a:spcPct val="0"/>
        </a:spcBef>
        <a:spcAft>
          <a:spcPct val="0"/>
        </a:spcAft>
        <a:defRPr sz="3200">
          <a:solidFill>
            <a:schemeClr val="tx1"/>
          </a:solidFill>
          <a:latin typeface="Arial" charset="0"/>
        </a:defRPr>
      </a:lvl8pPr>
      <a:lvl9pPr marL="1828800" algn="l" rtl="0" fontAlgn="base">
        <a:spcBef>
          <a:spcPct val="0"/>
        </a:spcBef>
        <a:spcAft>
          <a:spcPct val="0"/>
        </a:spcAft>
        <a:defRPr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16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14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6">
            <a:extLst>
              <a:ext uri="{FF2B5EF4-FFF2-40B4-BE49-F238E27FC236}">
                <a16:creationId xmlns:a16="http://schemas.microsoft.com/office/drawing/2014/main" id="{4A0981AB-E499-5F5C-6297-3349E1972AEE}"/>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2F0A669-B850-D64D-85D1-10EB32C3586B}" type="datetime1">
              <a:rPr lang="en-US" altLang="en-US" sz="1200" smtClean="0"/>
              <a:pPr>
                <a:spcBef>
                  <a:spcPct val="0"/>
                </a:spcBef>
                <a:buClrTx/>
                <a:buSzTx/>
                <a:buFontTx/>
                <a:buNone/>
              </a:pPr>
              <a:t>7/17/24</a:t>
            </a:fld>
            <a:endParaRPr lang="en-US" altLang="en-US" sz="1200"/>
          </a:p>
        </p:txBody>
      </p:sp>
      <p:sp>
        <p:nvSpPr>
          <p:cNvPr id="15362" name="Rectangle 18">
            <a:extLst>
              <a:ext uri="{FF2B5EF4-FFF2-40B4-BE49-F238E27FC236}">
                <a16:creationId xmlns:a16="http://schemas.microsoft.com/office/drawing/2014/main" id="{6516A1DC-3317-0836-6A52-90F6E84F1AE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4691F8D-ED38-C749-810E-AFB928C46A9F}" type="slidenum">
              <a:rPr lang="en-US" altLang="en-US" sz="1200">
                <a:latin typeface="Arial Black" panose="020B0604020202020204" pitchFamily="34" charset="0"/>
              </a:rPr>
              <a:pPr>
                <a:spcBef>
                  <a:spcPct val="0"/>
                </a:spcBef>
                <a:buClrTx/>
                <a:buSzTx/>
                <a:buFontTx/>
                <a:buNone/>
              </a:pPr>
              <a:t>1</a:t>
            </a:fld>
            <a:endParaRPr lang="en-US" altLang="en-US" sz="1200">
              <a:latin typeface="Arial Black" panose="020B0604020202020204" pitchFamily="34" charset="0"/>
            </a:endParaRPr>
          </a:p>
        </p:txBody>
      </p:sp>
      <p:sp>
        <p:nvSpPr>
          <p:cNvPr id="15363" name="Rectangle 2">
            <a:extLst>
              <a:ext uri="{FF2B5EF4-FFF2-40B4-BE49-F238E27FC236}">
                <a16:creationId xmlns:a16="http://schemas.microsoft.com/office/drawing/2014/main" id="{6D095818-95BA-5714-43CA-413EAD173703}"/>
              </a:ext>
            </a:extLst>
          </p:cNvPr>
          <p:cNvSpPr>
            <a:spLocks noGrp="1" noChangeArrowheads="1"/>
          </p:cNvSpPr>
          <p:nvPr>
            <p:ph type="ctrTitle"/>
          </p:nvPr>
        </p:nvSpPr>
        <p:spPr/>
        <p:txBody>
          <a:bodyPr/>
          <a:lstStyle/>
          <a:p>
            <a:pPr eaLnBrk="1" hangingPunct="1"/>
            <a:r>
              <a:rPr lang="en-US" altLang="en-US"/>
              <a:t>Design Patterns</a:t>
            </a:r>
          </a:p>
        </p:txBody>
      </p:sp>
      <p:sp>
        <p:nvSpPr>
          <p:cNvPr id="15364" name="TextBox 4">
            <a:extLst>
              <a:ext uri="{FF2B5EF4-FFF2-40B4-BE49-F238E27FC236}">
                <a16:creationId xmlns:a16="http://schemas.microsoft.com/office/drawing/2014/main" id="{21AB2666-E079-4178-E532-098C7CF683F0}"/>
              </a:ext>
            </a:extLst>
          </p:cNvPr>
          <p:cNvSpPr txBox="1">
            <a:spLocks noChangeArrowheads="1"/>
          </p:cNvSpPr>
          <p:nvPr/>
        </p:nvSpPr>
        <p:spPr bwMode="auto">
          <a:xfrm>
            <a:off x="1600200" y="4800600"/>
            <a:ext cx="533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2800" dirty="0"/>
              <a:t>Week 2: Strategy and Template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A918C8A-E126-F09E-40FE-CEBCBD67D93D}"/>
              </a:ext>
            </a:extLst>
          </p:cNvPr>
          <p:cNvSpPr>
            <a:spLocks noGrp="1"/>
          </p:cNvSpPr>
          <p:nvPr>
            <p:ph type="title"/>
          </p:nvPr>
        </p:nvSpPr>
        <p:spPr/>
        <p:txBody>
          <a:bodyPr/>
          <a:lstStyle/>
          <a:p>
            <a:r>
              <a:rPr lang="en-US" altLang="en-US"/>
              <a:t>Agenda</a:t>
            </a:r>
          </a:p>
        </p:txBody>
      </p:sp>
      <p:sp>
        <p:nvSpPr>
          <p:cNvPr id="17410" name="Content Placeholder 2">
            <a:extLst>
              <a:ext uri="{FF2B5EF4-FFF2-40B4-BE49-F238E27FC236}">
                <a16:creationId xmlns:a16="http://schemas.microsoft.com/office/drawing/2014/main" id="{AFD6DD74-1F5B-5002-E211-B9F027A129EB}"/>
              </a:ext>
            </a:extLst>
          </p:cNvPr>
          <p:cNvSpPr>
            <a:spLocks noGrp="1"/>
          </p:cNvSpPr>
          <p:nvPr>
            <p:ph idx="1"/>
          </p:nvPr>
        </p:nvSpPr>
        <p:spPr>
          <a:xfrm>
            <a:off x="457200" y="1143000"/>
            <a:ext cx="8229600" cy="4495800"/>
          </a:xfrm>
        </p:spPr>
        <p:txBody>
          <a:bodyPr/>
          <a:lstStyle/>
          <a:p>
            <a:r>
              <a:rPr lang="en-US" altLang="en-US" dirty="0"/>
              <a:t>Strategy Pattern</a:t>
            </a:r>
          </a:p>
          <a:p>
            <a:pPr lvl="1"/>
            <a:r>
              <a:rPr lang="en-US" altLang="en-US" dirty="0" err="1"/>
              <a:t>SimUDuck</a:t>
            </a:r>
            <a:r>
              <a:rPr lang="en-US" altLang="en-US" dirty="0"/>
              <a:t> Application (Head First)</a:t>
            </a:r>
          </a:p>
          <a:p>
            <a:pPr lvl="1"/>
            <a:r>
              <a:rPr lang="en-US" altLang="en-US" dirty="0"/>
              <a:t>Setting Behavior Dynamically</a:t>
            </a:r>
          </a:p>
          <a:p>
            <a:pPr lvl="1"/>
            <a:r>
              <a:rPr lang="en-US" altLang="en-US" dirty="0"/>
              <a:t>Favor Composition over Inheritance</a:t>
            </a:r>
          </a:p>
          <a:p>
            <a:pPr lvl="1"/>
            <a:r>
              <a:rPr lang="en-US" altLang="en-US" dirty="0"/>
              <a:t>Lab</a:t>
            </a:r>
          </a:p>
          <a:p>
            <a:pPr lvl="1"/>
            <a:r>
              <a:rPr lang="en-US" altLang="en-US"/>
              <a:t>Refactoring /</a:t>
            </a:r>
            <a:r>
              <a:rPr lang="en-US" altLang="en-US" dirty="0"/>
              <a:t>Strategy</a:t>
            </a:r>
          </a:p>
          <a:p>
            <a:pPr lvl="1"/>
            <a:r>
              <a:rPr lang="en-US" altLang="en-US" dirty="0"/>
              <a:t>Dependency Injection</a:t>
            </a:r>
          </a:p>
          <a:p>
            <a:pPr>
              <a:buFont typeface="Wingdings" pitchFamily="2" charset="2"/>
              <a:buNone/>
            </a:pPr>
            <a:endParaRPr lang="en-US" altLang="en-US" dirty="0"/>
          </a:p>
          <a:p>
            <a:r>
              <a:rPr lang="en-US" altLang="en-US" dirty="0"/>
              <a:t>Template Pattern</a:t>
            </a:r>
          </a:p>
          <a:p>
            <a:pPr lvl="1"/>
            <a:r>
              <a:rPr lang="en-US" altLang="en-US" dirty="0"/>
              <a:t>Hooks</a:t>
            </a:r>
          </a:p>
          <a:p>
            <a:pPr lvl="1"/>
            <a:r>
              <a:rPr lang="en-US" altLang="en-US" dirty="0"/>
              <a:t>Hollywood Principle</a:t>
            </a:r>
          </a:p>
        </p:txBody>
      </p:sp>
      <p:sp>
        <p:nvSpPr>
          <p:cNvPr id="17411" name="Slide Number Placeholder 3">
            <a:extLst>
              <a:ext uri="{FF2B5EF4-FFF2-40B4-BE49-F238E27FC236}">
                <a16:creationId xmlns:a16="http://schemas.microsoft.com/office/drawing/2014/main" id="{933CB2EA-A868-095D-9FEC-010EDF83926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963AD14-CF53-2442-8793-0E9D00714AA1}" type="slidenum">
              <a:rPr lang="en-US" altLang="en-US" sz="1000">
                <a:latin typeface="Arial Black" panose="020B0604020202020204" pitchFamily="34" charset="0"/>
              </a:rPr>
              <a:pPr>
                <a:spcBef>
                  <a:spcPct val="0"/>
                </a:spcBef>
                <a:buClrTx/>
                <a:buSzTx/>
                <a:buFontTx/>
                <a:buNone/>
              </a:pPr>
              <a:t>2</a:t>
            </a:fld>
            <a:endParaRPr lang="en-US" altLang="en-US" sz="1000">
              <a:latin typeface="Arial Black" panose="020B0604020202020204" pitchFamily="34" charset="0"/>
            </a:endParaRPr>
          </a:p>
        </p:txBody>
      </p:sp>
      <p:sp>
        <p:nvSpPr>
          <p:cNvPr id="17412" name="Date Placeholder 4">
            <a:extLst>
              <a:ext uri="{FF2B5EF4-FFF2-40B4-BE49-F238E27FC236}">
                <a16:creationId xmlns:a16="http://schemas.microsoft.com/office/drawing/2014/main" id="{81740091-BA58-79DC-F90A-E9E99ECAF4A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6DBD66A-326C-1744-B4EC-4ED5725F3FA6}"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8B896B33-87A8-36A1-69D1-2326AC464131}"/>
              </a:ext>
            </a:extLst>
          </p:cNvPr>
          <p:cNvSpPr>
            <a:spLocks noGrp="1"/>
          </p:cNvSpPr>
          <p:nvPr>
            <p:ph type="title"/>
          </p:nvPr>
        </p:nvSpPr>
        <p:spPr>
          <a:xfrm>
            <a:off x="457200" y="457200"/>
            <a:ext cx="8229600" cy="914400"/>
          </a:xfrm>
        </p:spPr>
        <p:txBody>
          <a:bodyPr/>
          <a:lstStyle/>
          <a:p>
            <a:r>
              <a:rPr lang="en-US" altLang="en-US" sz="2400"/>
              <a:t>SimUDuck Application  (Head First Design Patterns)</a:t>
            </a:r>
          </a:p>
        </p:txBody>
      </p:sp>
      <p:sp>
        <p:nvSpPr>
          <p:cNvPr id="18434" name="Content Placeholder 2">
            <a:extLst>
              <a:ext uri="{FF2B5EF4-FFF2-40B4-BE49-F238E27FC236}">
                <a16:creationId xmlns:a16="http://schemas.microsoft.com/office/drawing/2014/main" id="{B790BB9F-4A5D-225F-BFC3-645FAFA9CAFA}"/>
              </a:ext>
            </a:extLst>
          </p:cNvPr>
          <p:cNvSpPr>
            <a:spLocks noGrp="1"/>
          </p:cNvSpPr>
          <p:nvPr>
            <p:ph idx="1"/>
          </p:nvPr>
        </p:nvSpPr>
        <p:spPr>
          <a:xfrm>
            <a:off x="533400" y="1295400"/>
            <a:ext cx="8229600" cy="4495800"/>
          </a:xfrm>
        </p:spPr>
        <p:txBody>
          <a:bodyPr/>
          <a:lstStyle/>
          <a:p>
            <a:r>
              <a:rPr lang="en-US" altLang="en-US"/>
              <a:t>pg 2 in book.</a:t>
            </a:r>
          </a:p>
          <a:p>
            <a:pPr>
              <a:buFont typeface="Wingdings" pitchFamily="2" charset="2"/>
              <a:buNone/>
            </a:pPr>
            <a:endParaRPr lang="en-US" altLang="en-US"/>
          </a:p>
          <a:p>
            <a:r>
              <a:rPr lang="en-US" altLang="en-US"/>
              <a:t>Duck can </a:t>
            </a:r>
          </a:p>
          <a:p>
            <a:pPr lvl="1"/>
            <a:r>
              <a:rPr lang="en-US" altLang="en-US"/>
              <a:t>Quack</a:t>
            </a:r>
          </a:p>
          <a:p>
            <a:pPr lvl="1"/>
            <a:r>
              <a:rPr lang="en-US" altLang="en-US"/>
              <a:t>Swim</a:t>
            </a:r>
          </a:p>
          <a:p>
            <a:pPr lvl="1"/>
            <a:r>
              <a:rPr lang="en-US" altLang="en-US"/>
              <a:t>Display – handles visual display</a:t>
            </a:r>
          </a:p>
          <a:p>
            <a:pPr lvl="1"/>
            <a:endParaRPr lang="en-US" altLang="en-US"/>
          </a:p>
          <a:p>
            <a:r>
              <a:rPr lang="en-US" altLang="en-US"/>
              <a:t>It is assumed that all Ducks have the same behavior for Quack and Swim.</a:t>
            </a:r>
          </a:p>
          <a:p>
            <a:pPr lvl="1"/>
            <a:endParaRPr lang="en-US" altLang="en-US"/>
          </a:p>
        </p:txBody>
      </p:sp>
      <p:sp>
        <p:nvSpPr>
          <p:cNvPr id="18435" name="Slide Number Placeholder 3">
            <a:extLst>
              <a:ext uri="{FF2B5EF4-FFF2-40B4-BE49-F238E27FC236}">
                <a16:creationId xmlns:a16="http://schemas.microsoft.com/office/drawing/2014/main" id="{5B0C6784-CA39-3AE2-4C86-87C250B6CE8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4C9C124-61F8-C443-8EEA-BC334DAFB61B}" type="slidenum">
              <a:rPr lang="en-US" altLang="en-US" sz="1000">
                <a:latin typeface="Arial Black" panose="020B0604020202020204" pitchFamily="34" charset="0"/>
              </a:rPr>
              <a:pPr>
                <a:spcBef>
                  <a:spcPct val="0"/>
                </a:spcBef>
                <a:buClrTx/>
                <a:buSzTx/>
                <a:buFontTx/>
                <a:buNone/>
              </a:pPr>
              <a:t>3</a:t>
            </a:fld>
            <a:endParaRPr lang="en-US" altLang="en-US" sz="1000">
              <a:latin typeface="Arial Black" panose="020B0604020202020204" pitchFamily="34" charset="0"/>
            </a:endParaRPr>
          </a:p>
        </p:txBody>
      </p:sp>
      <p:sp>
        <p:nvSpPr>
          <p:cNvPr id="18436" name="Date Placeholder 4">
            <a:extLst>
              <a:ext uri="{FF2B5EF4-FFF2-40B4-BE49-F238E27FC236}">
                <a16:creationId xmlns:a16="http://schemas.microsoft.com/office/drawing/2014/main" id="{E8575C0E-973E-5656-A0E1-73B50AF5FD8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E7A2161-1636-1F45-A7BA-09C842732BF2}"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85BDA0B-1CCA-3EDA-1AA6-84B5F01B0048}"/>
              </a:ext>
            </a:extLst>
          </p:cNvPr>
          <p:cNvSpPr>
            <a:spLocks noGrp="1"/>
          </p:cNvSpPr>
          <p:nvPr>
            <p:ph type="title"/>
          </p:nvPr>
        </p:nvSpPr>
        <p:spPr/>
        <p:txBody>
          <a:bodyPr/>
          <a:lstStyle/>
          <a:p>
            <a:r>
              <a:rPr lang="en-US" altLang="en-US"/>
              <a:t>SimUDuck Application</a:t>
            </a:r>
          </a:p>
        </p:txBody>
      </p:sp>
      <p:sp>
        <p:nvSpPr>
          <p:cNvPr id="20482" name="Content Placeholder 2">
            <a:extLst>
              <a:ext uri="{FF2B5EF4-FFF2-40B4-BE49-F238E27FC236}">
                <a16:creationId xmlns:a16="http://schemas.microsoft.com/office/drawing/2014/main" id="{0D61E419-35E6-7F3C-33C5-4D894FF837DA}"/>
              </a:ext>
            </a:extLst>
          </p:cNvPr>
          <p:cNvSpPr>
            <a:spLocks noGrp="1"/>
          </p:cNvSpPr>
          <p:nvPr>
            <p:ph idx="1"/>
          </p:nvPr>
        </p:nvSpPr>
        <p:spPr>
          <a:xfrm>
            <a:off x="381000" y="1295400"/>
            <a:ext cx="8382000" cy="5257800"/>
          </a:xfrm>
        </p:spPr>
        <p:txBody>
          <a:bodyPr/>
          <a:lstStyle/>
          <a:p>
            <a:r>
              <a:rPr lang="en-US" altLang="en-US"/>
              <a:t>pg 3</a:t>
            </a:r>
          </a:p>
          <a:p>
            <a:endParaRPr lang="en-US" altLang="en-US"/>
          </a:p>
          <a:p>
            <a:r>
              <a:rPr lang="en-US" altLang="en-US"/>
              <a:t>Now fly() behavior is added to the superclass.  This is a new requirement!</a:t>
            </a:r>
          </a:p>
          <a:p>
            <a:pPr lvl="1"/>
            <a:r>
              <a:rPr lang="en-US" altLang="en-US"/>
              <a:t>Problem since RubberDucks don’t fly!   </a:t>
            </a:r>
          </a:p>
          <a:p>
            <a:pPr>
              <a:buFont typeface="Wingdings" pitchFamily="2" charset="2"/>
              <a:buNone/>
            </a:pPr>
            <a:endParaRPr lang="en-US" altLang="en-US"/>
          </a:p>
          <a:p>
            <a:r>
              <a:rPr lang="en-US" altLang="en-US"/>
              <a:t>pg 4-5. How can this problem be solved?</a:t>
            </a:r>
          </a:p>
          <a:p>
            <a:pPr lvl="1"/>
            <a:r>
              <a:rPr lang="en-US" altLang="en-US"/>
              <a:t>We could override fly() in RubberDuck to do nothing.</a:t>
            </a:r>
          </a:p>
          <a:p>
            <a:pPr lvl="1"/>
            <a:r>
              <a:rPr lang="en-US" altLang="en-US"/>
              <a:t>Also note that RubberDucks do not quack..they Squeak.</a:t>
            </a:r>
          </a:p>
          <a:p>
            <a:pPr>
              <a:buFont typeface="Wingdings" pitchFamily="2" charset="2"/>
              <a:buNone/>
            </a:pPr>
            <a:endParaRPr lang="en-US" altLang="en-US"/>
          </a:p>
          <a:p>
            <a:r>
              <a:rPr lang="en-US" altLang="en-US"/>
              <a:t>What was good for reuse is bad for maintenance.</a:t>
            </a:r>
          </a:p>
          <a:p>
            <a:pPr lvl="1"/>
            <a:r>
              <a:rPr lang="en-US" altLang="en-US"/>
              <a:t>Note: a change to the superclass unintentionally can affect all subclasses.  You would have to inspect each subclass.</a:t>
            </a:r>
          </a:p>
          <a:p>
            <a:endParaRPr lang="en-US" altLang="en-US"/>
          </a:p>
          <a:p>
            <a:endParaRPr lang="en-US" altLang="en-US"/>
          </a:p>
          <a:p>
            <a:pPr>
              <a:buFont typeface="Wingdings" pitchFamily="2" charset="2"/>
              <a:buNone/>
            </a:pPr>
            <a:endParaRPr lang="en-US" altLang="en-US"/>
          </a:p>
        </p:txBody>
      </p:sp>
      <p:sp>
        <p:nvSpPr>
          <p:cNvPr id="20483" name="Slide Number Placeholder 3">
            <a:extLst>
              <a:ext uri="{FF2B5EF4-FFF2-40B4-BE49-F238E27FC236}">
                <a16:creationId xmlns:a16="http://schemas.microsoft.com/office/drawing/2014/main" id="{93301D27-9750-69A1-54C0-6B790F7989C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8425DE7-0A25-454D-B681-197B20BF0B9C}" type="slidenum">
              <a:rPr lang="en-US" altLang="en-US" sz="1000">
                <a:latin typeface="Arial Black" panose="020B0604020202020204" pitchFamily="34" charset="0"/>
              </a:rPr>
              <a:pPr>
                <a:spcBef>
                  <a:spcPct val="0"/>
                </a:spcBef>
                <a:buClrTx/>
                <a:buSzTx/>
                <a:buFontTx/>
                <a:buNone/>
              </a:pPr>
              <a:t>4</a:t>
            </a:fld>
            <a:endParaRPr lang="en-US" altLang="en-US" sz="1000">
              <a:latin typeface="Arial Black" panose="020B0604020202020204" pitchFamily="34" charset="0"/>
            </a:endParaRPr>
          </a:p>
        </p:txBody>
      </p:sp>
      <p:sp>
        <p:nvSpPr>
          <p:cNvPr id="20484" name="Date Placeholder 4">
            <a:extLst>
              <a:ext uri="{FF2B5EF4-FFF2-40B4-BE49-F238E27FC236}">
                <a16:creationId xmlns:a16="http://schemas.microsoft.com/office/drawing/2014/main" id="{45BCAF96-A913-37AF-592E-1E25C05FA50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DFB8A84-C31B-804A-993E-0CB3E0E0E70C}"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B5383F17-6FB5-8B75-81D0-616B79647A8B}"/>
              </a:ext>
            </a:extLst>
          </p:cNvPr>
          <p:cNvSpPr>
            <a:spLocks noGrp="1"/>
          </p:cNvSpPr>
          <p:nvPr>
            <p:ph type="title"/>
          </p:nvPr>
        </p:nvSpPr>
        <p:spPr/>
        <p:txBody>
          <a:bodyPr/>
          <a:lstStyle/>
          <a:p>
            <a:r>
              <a:rPr lang="en-US" altLang="en-US"/>
              <a:t>Using Interface</a:t>
            </a:r>
          </a:p>
        </p:txBody>
      </p:sp>
      <p:sp>
        <p:nvSpPr>
          <p:cNvPr id="22530" name="Content Placeholder 2">
            <a:extLst>
              <a:ext uri="{FF2B5EF4-FFF2-40B4-BE49-F238E27FC236}">
                <a16:creationId xmlns:a16="http://schemas.microsoft.com/office/drawing/2014/main" id="{2766DBE6-3F5C-6661-A78C-439233CFFCF3}"/>
              </a:ext>
            </a:extLst>
          </p:cNvPr>
          <p:cNvSpPr>
            <a:spLocks noGrp="1"/>
          </p:cNvSpPr>
          <p:nvPr>
            <p:ph idx="1"/>
          </p:nvPr>
        </p:nvSpPr>
        <p:spPr>
          <a:xfrm>
            <a:off x="457200" y="1371600"/>
            <a:ext cx="8229600" cy="5105400"/>
          </a:xfrm>
        </p:spPr>
        <p:txBody>
          <a:bodyPr/>
          <a:lstStyle/>
          <a:p>
            <a:r>
              <a:rPr lang="en-US" altLang="en-US"/>
              <a:t>pg 6 – we learn that the superclass flying and quacking behavior will constantly change (due to changing customer requirements)</a:t>
            </a:r>
          </a:p>
          <a:p>
            <a:pPr lvl="1"/>
            <a:r>
              <a:rPr lang="en-US" altLang="en-US"/>
              <a:t>What would need to happen every time the behavior changed?</a:t>
            </a:r>
          </a:p>
          <a:p>
            <a:endParaRPr lang="en-US" altLang="en-US"/>
          </a:p>
          <a:p>
            <a:r>
              <a:rPr lang="en-US" altLang="en-US"/>
              <a:t>Joe creates a Flyable and Quackable interface and applies it to the classes which has those behaviors. He pulls Fly and Quack out of the superclass.</a:t>
            </a:r>
          </a:p>
          <a:p>
            <a:pPr lvl="1"/>
            <a:r>
              <a:rPr lang="en-US" altLang="en-US"/>
              <a:t>How will each Duck sublcass define those behaviors? </a:t>
            </a:r>
          </a:p>
          <a:p>
            <a:pPr lvl="1"/>
            <a:r>
              <a:rPr lang="en-US" altLang="en-US"/>
              <a:t>Could there be possible duplication of code? Ie, MallardDuck’s implementation of fly() versus RedheadDuck’s implementation.</a:t>
            </a:r>
          </a:p>
          <a:p>
            <a:pPr lvl="1"/>
            <a:r>
              <a:rPr lang="en-US" altLang="en-US"/>
              <a:t>What if there are different variations of flying?</a:t>
            </a:r>
          </a:p>
          <a:p>
            <a:pPr lvl="1"/>
            <a:endParaRPr lang="en-US" altLang="en-US"/>
          </a:p>
          <a:p>
            <a:pPr lvl="1">
              <a:buFont typeface="Wingdings" pitchFamily="2" charset="2"/>
              <a:buNone/>
            </a:pPr>
            <a:endParaRPr lang="en-US" altLang="en-US"/>
          </a:p>
        </p:txBody>
      </p:sp>
      <p:sp>
        <p:nvSpPr>
          <p:cNvPr id="22531" name="Slide Number Placeholder 3">
            <a:extLst>
              <a:ext uri="{FF2B5EF4-FFF2-40B4-BE49-F238E27FC236}">
                <a16:creationId xmlns:a16="http://schemas.microsoft.com/office/drawing/2014/main" id="{50146895-11DA-0DDC-BC5F-048F55F47C6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B6C541A-AF23-CB4E-AE23-AA632CC670E5}" type="slidenum">
              <a:rPr lang="en-US" altLang="en-US" sz="1000">
                <a:latin typeface="Arial Black" panose="020B0604020202020204" pitchFamily="34" charset="0"/>
              </a:rPr>
              <a:pPr>
                <a:spcBef>
                  <a:spcPct val="0"/>
                </a:spcBef>
                <a:buClrTx/>
                <a:buSzTx/>
                <a:buFontTx/>
                <a:buNone/>
              </a:pPr>
              <a:t>5</a:t>
            </a:fld>
            <a:endParaRPr lang="en-US" altLang="en-US" sz="1000">
              <a:latin typeface="Arial Black" panose="020B0604020202020204" pitchFamily="34" charset="0"/>
            </a:endParaRPr>
          </a:p>
        </p:txBody>
      </p:sp>
      <p:sp>
        <p:nvSpPr>
          <p:cNvPr id="22532" name="Date Placeholder 4">
            <a:extLst>
              <a:ext uri="{FF2B5EF4-FFF2-40B4-BE49-F238E27FC236}">
                <a16:creationId xmlns:a16="http://schemas.microsoft.com/office/drawing/2014/main" id="{B10791DA-3A16-F956-F940-0B087681F06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F395511-9326-E545-A11F-E812F3C1C05A}"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18CC218E-330D-3452-C34B-5D218F1CE894}"/>
              </a:ext>
            </a:extLst>
          </p:cNvPr>
          <p:cNvSpPr>
            <a:spLocks noGrp="1"/>
          </p:cNvSpPr>
          <p:nvPr>
            <p:ph type="title"/>
          </p:nvPr>
        </p:nvSpPr>
        <p:spPr/>
        <p:txBody>
          <a:bodyPr/>
          <a:lstStyle/>
          <a:p>
            <a:r>
              <a:rPr lang="en-US" altLang="en-US"/>
              <a:t>The problem…</a:t>
            </a:r>
          </a:p>
        </p:txBody>
      </p:sp>
      <p:sp>
        <p:nvSpPr>
          <p:cNvPr id="24578" name="Content Placeholder 2">
            <a:extLst>
              <a:ext uri="{FF2B5EF4-FFF2-40B4-BE49-F238E27FC236}">
                <a16:creationId xmlns:a16="http://schemas.microsoft.com/office/drawing/2014/main" id="{FE34B8C6-DAE1-E136-BD75-C424B493B462}"/>
              </a:ext>
            </a:extLst>
          </p:cNvPr>
          <p:cNvSpPr>
            <a:spLocks noGrp="1"/>
          </p:cNvSpPr>
          <p:nvPr>
            <p:ph idx="1"/>
          </p:nvPr>
        </p:nvSpPr>
        <p:spPr>
          <a:xfrm>
            <a:off x="381000" y="1143000"/>
            <a:ext cx="8229600" cy="5715000"/>
          </a:xfrm>
        </p:spPr>
        <p:txBody>
          <a:bodyPr/>
          <a:lstStyle/>
          <a:p>
            <a:r>
              <a:rPr lang="en-US" altLang="en-US"/>
              <a:t>Inheritance didn’t work </a:t>
            </a:r>
          </a:p>
          <a:p>
            <a:pPr lvl="1"/>
            <a:r>
              <a:rPr lang="en-US" altLang="en-US"/>
              <a:t>Not all subclasses need to Fly or Quack.  </a:t>
            </a:r>
          </a:p>
          <a:p>
            <a:pPr lvl="1"/>
            <a:r>
              <a:rPr lang="en-US" altLang="en-US"/>
              <a:t>Making a change to superclass will cause a maintenance headache.</a:t>
            </a:r>
          </a:p>
          <a:p>
            <a:endParaRPr lang="en-US" altLang="en-US"/>
          </a:p>
          <a:p>
            <a:r>
              <a:rPr lang="en-US" altLang="en-US"/>
              <a:t>Flyable/Quackable interface didn’t work</a:t>
            </a:r>
          </a:p>
          <a:p>
            <a:pPr lvl="1"/>
            <a:r>
              <a:rPr lang="en-US" altLang="en-US"/>
              <a:t>No code re-use among the different Fly/Quack behaviors.</a:t>
            </a:r>
          </a:p>
          <a:p>
            <a:pPr lvl="1"/>
            <a:r>
              <a:rPr lang="en-US" altLang="en-US"/>
              <a:t>If Fly changed, you would need to track down all subclasses that use the Flyable interface.</a:t>
            </a:r>
          </a:p>
          <a:p>
            <a:endParaRPr lang="en-US" altLang="en-US"/>
          </a:p>
          <a:p>
            <a:r>
              <a:rPr lang="en-US" altLang="en-US" b="1" u="sng"/>
              <a:t>Design Principle</a:t>
            </a:r>
            <a:r>
              <a:rPr lang="en-US" altLang="en-US"/>
              <a:t>: “Identify the aspects of your application that vary and separate them from what stays the same.”</a:t>
            </a:r>
          </a:p>
          <a:p>
            <a:pPr lvl="1"/>
            <a:r>
              <a:rPr lang="en-US" altLang="en-US"/>
              <a:t>You can alter or extend parts that vary without affecting the parts that are static.</a:t>
            </a:r>
          </a:p>
          <a:p>
            <a:pPr lvl="1"/>
            <a:endParaRPr lang="en-US" altLang="en-US"/>
          </a:p>
        </p:txBody>
      </p:sp>
      <p:sp>
        <p:nvSpPr>
          <p:cNvPr id="24579" name="Slide Number Placeholder 3">
            <a:extLst>
              <a:ext uri="{FF2B5EF4-FFF2-40B4-BE49-F238E27FC236}">
                <a16:creationId xmlns:a16="http://schemas.microsoft.com/office/drawing/2014/main" id="{EAC5F057-C797-CB05-C78F-CDA72AE61CD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87C9230-6B1C-5243-86ED-6375DCD92256}" type="slidenum">
              <a:rPr lang="en-US" altLang="en-US" sz="1000">
                <a:latin typeface="Arial Black" panose="020B0604020202020204" pitchFamily="34" charset="0"/>
              </a:rPr>
              <a:pPr>
                <a:spcBef>
                  <a:spcPct val="0"/>
                </a:spcBef>
                <a:buClrTx/>
                <a:buSzTx/>
                <a:buFontTx/>
                <a:buNone/>
              </a:pPr>
              <a:t>6</a:t>
            </a:fld>
            <a:endParaRPr lang="en-US" altLang="en-US" sz="1000">
              <a:latin typeface="Arial Black" panose="020B0604020202020204" pitchFamily="34" charset="0"/>
            </a:endParaRPr>
          </a:p>
        </p:txBody>
      </p:sp>
      <p:sp>
        <p:nvSpPr>
          <p:cNvPr id="24580" name="Date Placeholder 4">
            <a:extLst>
              <a:ext uri="{FF2B5EF4-FFF2-40B4-BE49-F238E27FC236}">
                <a16:creationId xmlns:a16="http://schemas.microsoft.com/office/drawing/2014/main" id="{916B524A-534B-72EA-2F99-AC50824734C1}"/>
              </a:ext>
            </a:extLst>
          </p:cNvPr>
          <p:cNvSpPr>
            <a:spLocks noGrp="1"/>
          </p:cNvSpPr>
          <p:nvPr>
            <p:ph type="dt" sz="quarter" idx="12"/>
          </p:nvPr>
        </p:nvSpPr>
        <p:spPr>
          <a:xfrm>
            <a:off x="0" y="63055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D3A31D4-2E6B-824A-87BF-DED489EB268B}"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0CE27AC8-4132-7676-D68C-1D724CDFC89E}"/>
              </a:ext>
            </a:extLst>
          </p:cNvPr>
          <p:cNvSpPr>
            <a:spLocks noGrp="1"/>
          </p:cNvSpPr>
          <p:nvPr>
            <p:ph type="title"/>
          </p:nvPr>
        </p:nvSpPr>
        <p:spPr/>
        <p:txBody>
          <a:bodyPr/>
          <a:lstStyle/>
          <a:p>
            <a:r>
              <a:rPr lang="en-US" altLang="en-US"/>
              <a:t>Back to SimUDuck</a:t>
            </a:r>
          </a:p>
        </p:txBody>
      </p:sp>
      <p:sp>
        <p:nvSpPr>
          <p:cNvPr id="26626" name="Content Placeholder 2">
            <a:extLst>
              <a:ext uri="{FF2B5EF4-FFF2-40B4-BE49-F238E27FC236}">
                <a16:creationId xmlns:a16="http://schemas.microsoft.com/office/drawing/2014/main" id="{BE12E52F-E983-2D21-E32A-DE2CE5F2A495}"/>
              </a:ext>
            </a:extLst>
          </p:cNvPr>
          <p:cNvSpPr>
            <a:spLocks noGrp="1"/>
          </p:cNvSpPr>
          <p:nvPr>
            <p:ph idx="1"/>
          </p:nvPr>
        </p:nvSpPr>
        <p:spPr>
          <a:xfrm>
            <a:off x="381000" y="1447800"/>
            <a:ext cx="8229600" cy="4495800"/>
          </a:xfrm>
        </p:spPr>
        <p:txBody>
          <a:bodyPr/>
          <a:lstStyle/>
          <a:p>
            <a:r>
              <a:rPr lang="en-US" altLang="en-US"/>
              <a:t>Which part varies?</a:t>
            </a:r>
          </a:p>
          <a:p>
            <a:r>
              <a:rPr lang="en-US" altLang="en-US"/>
              <a:t>What part does not?</a:t>
            </a:r>
          </a:p>
          <a:p>
            <a:endParaRPr lang="en-US" altLang="en-US"/>
          </a:p>
          <a:p>
            <a:r>
              <a:rPr lang="en-US" altLang="en-US"/>
              <a:t>How can we pull out the behavior that varies from the Duck class? </a:t>
            </a:r>
          </a:p>
          <a:p>
            <a:r>
              <a:rPr lang="en-US" altLang="en-US"/>
              <a:t>Also, how can we extend this behavior in the future without having to re-write existing code?</a:t>
            </a:r>
          </a:p>
          <a:p>
            <a:pPr>
              <a:buFont typeface="Wingdings" pitchFamily="2" charset="2"/>
              <a:buNone/>
            </a:pPr>
            <a:endParaRPr lang="en-US" altLang="en-US"/>
          </a:p>
        </p:txBody>
      </p:sp>
      <p:sp>
        <p:nvSpPr>
          <p:cNvPr id="26627" name="Slide Number Placeholder 3">
            <a:extLst>
              <a:ext uri="{FF2B5EF4-FFF2-40B4-BE49-F238E27FC236}">
                <a16:creationId xmlns:a16="http://schemas.microsoft.com/office/drawing/2014/main" id="{0F46665F-8E05-D783-1A89-59BF917715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3DFD546-C2A9-4341-8160-89C0174EA93B}" type="slidenum">
              <a:rPr lang="en-US" altLang="en-US" sz="1000">
                <a:latin typeface="Arial Black" panose="020B0604020202020204" pitchFamily="34" charset="0"/>
              </a:rPr>
              <a:pPr>
                <a:spcBef>
                  <a:spcPct val="0"/>
                </a:spcBef>
                <a:buClrTx/>
                <a:buSzTx/>
                <a:buFontTx/>
                <a:buNone/>
              </a:pPr>
              <a:t>7</a:t>
            </a:fld>
            <a:endParaRPr lang="en-US" altLang="en-US" sz="1000">
              <a:latin typeface="Arial Black" panose="020B0604020202020204" pitchFamily="34" charset="0"/>
            </a:endParaRPr>
          </a:p>
        </p:txBody>
      </p:sp>
      <p:sp>
        <p:nvSpPr>
          <p:cNvPr id="26628" name="Date Placeholder 4">
            <a:extLst>
              <a:ext uri="{FF2B5EF4-FFF2-40B4-BE49-F238E27FC236}">
                <a16:creationId xmlns:a16="http://schemas.microsoft.com/office/drawing/2014/main" id="{0F7FB09C-EF0C-FA55-B6C3-9C9EE50A537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CBC9371-8908-F04D-A69A-B55730F96F25}"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B16F7F51-A034-BD51-0427-10FCDEFD88AC}"/>
              </a:ext>
            </a:extLst>
          </p:cNvPr>
          <p:cNvSpPr>
            <a:spLocks noGrp="1"/>
          </p:cNvSpPr>
          <p:nvPr>
            <p:ph type="title"/>
          </p:nvPr>
        </p:nvSpPr>
        <p:spPr/>
        <p:txBody>
          <a:bodyPr/>
          <a:lstStyle/>
          <a:p>
            <a:r>
              <a:rPr lang="en-US" altLang="en-US"/>
              <a:t>Closer Look at Variable Behavior</a:t>
            </a:r>
          </a:p>
        </p:txBody>
      </p:sp>
      <p:sp>
        <p:nvSpPr>
          <p:cNvPr id="28674" name="Content Placeholder 2">
            <a:extLst>
              <a:ext uri="{FF2B5EF4-FFF2-40B4-BE49-F238E27FC236}">
                <a16:creationId xmlns:a16="http://schemas.microsoft.com/office/drawing/2014/main" id="{268D561C-8EFB-B941-F787-86FFB78A0784}"/>
              </a:ext>
            </a:extLst>
          </p:cNvPr>
          <p:cNvSpPr>
            <a:spLocks noGrp="1"/>
          </p:cNvSpPr>
          <p:nvPr>
            <p:ph idx="1"/>
          </p:nvPr>
        </p:nvSpPr>
        <p:spPr>
          <a:xfrm>
            <a:off x="457200" y="1219200"/>
            <a:ext cx="8229600" cy="5486400"/>
          </a:xfrm>
        </p:spPr>
        <p:txBody>
          <a:bodyPr/>
          <a:lstStyle/>
          <a:p>
            <a:r>
              <a:rPr lang="en-US" altLang="en-US"/>
              <a:t>pg 13: Create two sets of classes (one for Flying and one for Quacking). These two sets of classes represents the behavior that varies.  </a:t>
            </a:r>
          </a:p>
          <a:p>
            <a:pPr>
              <a:buFont typeface="Wingdings" pitchFamily="2" charset="2"/>
              <a:buNone/>
            </a:pPr>
            <a:endParaRPr lang="en-US" altLang="en-US"/>
          </a:p>
          <a:p>
            <a:r>
              <a:rPr lang="en-US" altLang="en-US"/>
              <a:t>We’d like the behaviors to be flexible, for example:</a:t>
            </a:r>
          </a:p>
          <a:p>
            <a:pPr lvl="1"/>
            <a:r>
              <a:rPr lang="en-US" altLang="en-US"/>
              <a:t>Create a MallardDuck that can fly and quack.  But then, by a simple code change, change the MallardDuck so that it cannot fly and that when it quacks, it’s actually the song “Gimme back that Filet-O-Fish.”</a:t>
            </a:r>
          </a:p>
          <a:p>
            <a:pPr lvl="1"/>
            <a:endParaRPr lang="en-US" altLang="en-US"/>
          </a:p>
          <a:p>
            <a:r>
              <a:rPr lang="en-US" altLang="en-US"/>
              <a:t>We don’t want the Duck class to be tied to a specific behavior of Fly or Quack. What if the Duck class was tied to an abstraction of the behavior??</a:t>
            </a:r>
          </a:p>
        </p:txBody>
      </p:sp>
      <p:sp>
        <p:nvSpPr>
          <p:cNvPr id="28675" name="Slide Number Placeholder 3">
            <a:extLst>
              <a:ext uri="{FF2B5EF4-FFF2-40B4-BE49-F238E27FC236}">
                <a16:creationId xmlns:a16="http://schemas.microsoft.com/office/drawing/2014/main" id="{A4FFC762-92DC-5DB3-0BE0-76BFF8DB2C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2760556-CA94-BB4C-8CA4-ACA8B5ED46A0}" type="slidenum">
              <a:rPr lang="en-US" altLang="en-US" sz="1000">
                <a:latin typeface="Arial Black" panose="020B0604020202020204" pitchFamily="34" charset="0"/>
              </a:rPr>
              <a:pPr>
                <a:spcBef>
                  <a:spcPct val="0"/>
                </a:spcBef>
                <a:buClrTx/>
                <a:buSzTx/>
                <a:buFontTx/>
                <a:buNone/>
              </a:pPr>
              <a:t>8</a:t>
            </a:fld>
            <a:endParaRPr lang="en-US" altLang="en-US" sz="1000">
              <a:latin typeface="Arial Black" panose="020B0604020202020204" pitchFamily="34" charset="0"/>
            </a:endParaRPr>
          </a:p>
        </p:txBody>
      </p:sp>
      <p:sp>
        <p:nvSpPr>
          <p:cNvPr id="28676" name="Date Placeholder 4">
            <a:extLst>
              <a:ext uri="{FF2B5EF4-FFF2-40B4-BE49-F238E27FC236}">
                <a16:creationId xmlns:a16="http://schemas.microsoft.com/office/drawing/2014/main" id="{E71DB971-8E18-AC4E-574D-F0D185C0447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422A473-B6C2-BD48-8F3B-C02596D8E5FD}"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FBB6FA23-291F-9D29-5DF1-87064072F989}"/>
              </a:ext>
            </a:extLst>
          </p:cNvPr>
          <p:cNvSpPr>
            <a:spLocks noGrp="1"/>
          </p:cNvSpPr>
          <p:nvPr>
            <p:ph type="title"/>
          </p:nvPr>
        </p:nvSpPr>
        <p:spPr/>
        <p:txBody>
          <a:bodyPr/>
          <a:lstStyle/>
          <a:p>
            <a:r>
              <a:rPr lang="en-US" altLang="en-US"/>
              <a:t>Design Principle #2</a:t>
            </a:r>
          </a:p>
        </p:txBody>
      </p:sp>
      <p:sp>
        <p:nvSpPr>
          <p:cNvPr id="30722" name="Content Placeholder 2">
            <a:extLst>
              <a:ext uri="{FF2B5EF4-FFF2-40B4-BE49-F238E27FC236}">
                <a16:creationId xmlns:a16="http://schemas.microsoft.com/office/drawing/2014/main" id="{2DB84FA1-177F-FCD8-0F84-66ECD4142065}"/>
              </a:ext>
            </a:extLst>
          </p:cNvPr>
          <p:cNvSpPr>
            <a:spLocks noGrp="1"/>
          </p:cNvSpPr>
          <p:nvPr>
            <p:ph idx="1"/>
          </p:nvPr>
        </p:nvSpPr>
        <p:spPr>
          <a:xfrm>
            <a:off x="381000" y="1371600"/>
            <a:ext cx="8229600" cy="4495800"/>
          </a:xfrm>
        </p:spPr>
        <p:txBody>
          <a:bodyPr/>
          <a:lstStyle/>
          <a:p>
            <a:r>
              <a:rPr lang="en-US" altLang="en-US"/>
              <a:t>“Program to an interface, not an implementation.”</a:t>
            </a:r>
          </a:p>
          <a:p>
            <a:pPr lvl="1"/>
            <a:r>
              <a:rPr lang="en-US" altLang="en-US"/>
              <a:t>(I like “program to an abstraction, not an implementation.”)</a:t>
            </a:r>
          </a:p>
          <a:p>
            <a:endParaRPr lang="en-US" altLang="en-US"/>
          </a:p>
          <a:p>
            <a:r>
              <a:rPr lang="en-US" altLang="en-US"/>
              <a:t>Define the interfaces FlyBehavior and QuackBehavior.  The Duck class will be tied to these interfaces, but not a specific implementation.</a:t>
            </a:r>
          </a:p>
          <a:p>
            <a:pPr>
              <a:buFont typeface="Wingdings" pitchFamily="2" charset="2"/>
              <a:buNone/>
            </a:pPr>
            <a:endParaRPr lang="en-US" altLang="en-US"/>
          </a:p>
          <a:p>
            <a:r>
              <a:rPr lang="en-US" altLang="en-US"/>
              <a:t>Each Duck subclass will use a specific implementation of this behavior.  </a:t>
            </a:r>
          </a:p>
          <a:p>
            <a:endParaRPr lang="en-US" altLang="en-US"/>
          </a:p>
        </p:txBody>
      </p:sp>
      <p:sp>
        <p:nvSpPr>
          <p:cNvPr id="30723" name="Slide Number Placeholder 3">
            <a:extLst>
              <a:ext uri="{FF2B5EF4-FFF2-40B4-BE49-F238E27FC236}">
                <a16:creationId xmlns:a16="http://schemas.microsoft.com/office/drawing/2014/main" id="{E4749B3C-D543-50AA-CAD3-EE20E0C2B87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3E15EBF-8228-6A41-BFCA-4487B468C84D}" type="slidenum">
              <a:rPr lang="en-US" altLang="en-US" sz="1000">
                <a:latin typeface="Arial Black" panose="020B0604020202020204" pitchFamily="34" charset="0"/>
              </a:rPr>
              <a:pPr>
                <a:spcBef>
                  <a:spcPct val="0"/>
                </a:spcBef>
                <a:buClrTx/>
                <a:buSzTx/>
                <a:buFontTx/>
                <a:buNone/>
              </a:pPr>
              <a:t>9</a:t>
            </a:fld>
            <a:endParaRPr lang="en-US" altLang="en-US" sz="1000">
              <a:latin typeface="Arial Black" panose="020B0604020202020204" pitchFamily="34" charset="0"/>
            </a:endParaRPr>
          </a:p>
        </p:txBody>
      </p:sp>
      <p:sp>
        <p:nvSpPr>
          <p:cNvPr id="30724" name="Date Placeholder 4">
            <a:extLst>
              <a:ext uri="{FF2B5EF4-FFF2-40B4-BE49-F238E27FC236}">
                <a16:creationId xmlns:a16="http://schemas.microsoft.com/office/drawing/2014/main" id="{E5E34913-BC50-A282-DE59-3DE49AC44CF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D1B0EFA-7D98-8242-8F4D-2FFDD9250727}"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A79F4C11-B0EE-0959-3951-85E0F538D4CD}"/>
              </a:ext>
            </a:extLst>
          </p:cNvPr>
          <p:cNvSpPr>
            <a:spLocks noGrp="1"/>
          </p:cNvSpPr>
          <p:nvPr>
            <p:ph type="title"/>
          </p:nvPr>
        </p:nvSpPr>
        <p:spPr/>
        <p:txBody>
          <a:bodyPr/>
          <a:lstStyle/>
          <a:p>
            <a:r>
              <a:rPr lang="en-US" altLang="en-US"/>
              <a:t>Breaking it down…</a:t>
            </a:r>
          </a:p>
        </p:txBody>
      </p:sp>
      <p:sp>
        <p:nvSpPr>
          <p:cNvPr id="32770" name="Content Placeholder 2">
            <a:extLst>
              <a:ext uri="{FF2B5EF4-FFF2-40B4-BE49-F238E27FC236}">
                <a16:creationId xmlns:a16="http://schemas.microsoft.com/office/drawing/2014/main" id="{7729162A-E27F-428E-6FE1-2403B8B8902B}"/>
              </a:ext>
            </a:extLst>
          </p:cNvPr>
          <p:cNvSpPr>
            <a:spLocks noGrp="1"/>
          </p:cNvSpPr>
          <p:nvPr>
            <p:ph idx="1"/>
          </p:nvPr>
        </p:nvSpPr>
        <p:spPr>
          <a:xfrm>
            <a:off x="457200" y="1295400"/>
            <a:ext cx="8229600" cy="5257800"/>
          </a:xfrm>
        </p:spPr>
        <p:txBody>
          <a:bodyPr/>
          <a:lstStyle/>
          <a:p>
            <a:r>
              <a:rPr lang="en-US" altLang="en-US"/>
              <a:t>pg 13.  FlyBehavior and QuackBehavior</a:t>
            </a:r>
          </a:p>
          <a:p>
            <a:pPr lvl="1"/>
            <a:r>
              <a:rPr lang="en-US" altLang="en-US"/>
              <a:t>The FlyBehavior and QuackBehavior represents an abstraction of the flying and quacking.</a:t>
            </a:r>
          </a:p>
          <a:p>
            <a:pPr lvl="1"/>
            <a:r>
              <a:rPr lang="en-US" altLang="en-US"/>
              <a:t>FlyWithWings, FlyNoWay, Quack, etc are implementations of these behaviors.</a:t>
            </a:r>
          </a:p>
          <a:p>
            <a:pPr lvl="1"/>
            <a:endParaRPr lang="en-US" altLang="en-US"/>
          </a:p>
          <a:p>
            <a:r>
              <a:rPr lang="en-US" altLang="en-US"/>
              <a:t>pg 15.  The Duck class contains instance variables of FlyBehavior and QuackBehavior.</a:t>
            </a:r>
          </a:p>
          <a:p>
            <a:pPr lvl="1"/>
            <a:r>
              <a:rPr lang="en-US" altLang="en-US"/>
              <a:t>Here is an example of programming to an abstraction.  The Duck class (an abstraction itself) is composed of the abstraction of two behaviors.</a:t>
            </a:r>
          </a:p>
          <a:p>
            <a:pPr lvl="1"/>
            <a:endParaRPr lang="en-US" altLang="en-US"/>
          </a:p>
          <a:p>
            <a:r>
              <a:rPr lang="en-US" altLang="en-US"/>
              <a:t>Pg 15. performQuack function()</a:t>
            </a:r>
          </a:p>
          <a:p>
            <a:pPr lvl="1"/>
            <a:r>
              <a:rPr lang="en-US" altLang="en-US"/>
              <a:t>The operation of Quacking is </a:t>
            </a:r>
            <a:r>
              <a:rPr lang="en-US" altLang="en-US" b="1" i="1">
                <a:solidFill>
                  <a:srgbClr val="FF0000"/>
                </a:solidFill>
              </a:rPr>
              <a:t>delegated</a:t>
            </a:r>
            <a:r>
              <a:rPr lang="en-US" altLang="en-US"/>
              <a:t>!  The Duck class does not do it itself.</a:t>
            </a:r>
          </a:p>
        </p:txBody>
      </p:sp>
      <p:sp>
        <p:nvSpPr>
          <p:cNvPr id="32771" name="Slide Number Placeholder 3">
            <a:extLst>
              <a:ext uri="{FF2B5EF4-FFF2-40B4-BE49-F238E27FC236}">
                <a16:creationId xmlns:a16="http://schemas.microsoft.com/office/drawing/2014/main" id="{92D4C982-1221-8752-88FA-FFB31A442E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1FE4FFC-F38E-904C-9282-DC7BE84B0E5C}" type="slidenum">
              <a:rPr lang="en-US" altLang="en-US" sz="1000">
                <a:latin typeface="Arial Black" panose="020B0604020202020204" pitchFamily="34" charset="0"/>
              </a:rPr>
              <a:pPr>
                <a:spcBef>
                  <a:spcPct val="0"/>
                </a:spcBef>
                <a:buClrTx/>
                <a:buSzTx/>
                <a:buFontTx/>
                <a:buNone/>
              </a:pPr>
              <a:t>10</a:t>
            </a:fld>
            <a:endParaRPr lang="en-US" altLang="en-US" sz="1000">
              <a:latin typeface="Arial Black" panose="020B0604020202020204" pitchFamily="34" charset="0"/>
            </a:endParaRPr>
          </a:p>
        </p:txBody>
      </p:sp>
      <p:sp>
        <p:nvSpPr>
          <p:cNvPr id="32772" name="Date Placeholder 4">
            <a:extLst>
              <a:ext uri="{FF2B5EF4-FFF2-40B4-BE49-F238E27FC236}">
                <a16:creationId xmlns:a16="http://schemas.microsoft.com/office/drawing/2014/main" id="{69903BE0-E8A2-83F2-59B1-C4CE7C2D939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11F0BAB-4BAC-5E4A-94F8-5BE7DCD8EEAD}"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6CD1FA13-BCE2-D1BB-6A0C-1BA5EA5AB4B8}"/>
              </a:ext>
            </a:extLst>
          </p:cNvPr>
          <p:cNvSpPr>
            <a:spLocks noGrp="1"/>
          </p:cNvSpPr>
          <p:nvPr>
            <p:ph type="title"/>
          </p:nvPr>
        </p:nvSpPr>
        <p:spPr/>
        <p:txBody>
          <a:bodyPr/>
          <a:lstStyle/>
          <a:p>
            <a:r>
              <a:rPr lang="en-US" altLang="en-US"/>
              <a:t>Breaking it down… (cont)</a:t>
            </a:r>
          </a:p>
        </p:txBody>
      </p:sp>
      <p:sp>
        <p:nvSpPr>
          <p:cNvPr id="33794" name="Content Placeholder 2">
            <a:extLst>
              <a:ext uri="{FF2B5EF4-FFF2-40B4-BE49-F238E27FC236}">
                <a16:creationId xmlns:a16="http://schemas.microsoft.com/office/drawing/2014/main" id="{BA55DA16-90F8-39D5-0678-6A1583E6202E}"/>
              </a:ext>
            </a:extLst>
          </p:cNvPr>
          <p:cNvSpPr>
            <a:spLocks noGrp="1"/>
          </p:cNvSpPr>
          <p:nvPr>
            <p:ph idx="1"/>
          </p:nvPr>
        </p:nvSpPr>
        <p:spPr/>
        <p:txBody>
          <a:bodyPr/>
          <a:lstStyle/>
          <a:p>
            <a:r>
              <a:rPr lang="en-US" altLang="en-US"/>
              <a:t>Pg 16.  In the constructor of MallardDuck, the quack and fly behavior is set up.</a:t>
            </a:r>
          </a:p>
          <a:p>
            <a:pPr lvl="1"/>
            <a:r>
              <a:rPr lang="en-US" altLang="en-US"/>
              <a:t>Note: On pg 17, the book admits that this constructor isn’t an ideal solution. This does violate the principle of “programming to an implementation” since we are tying the MallardDuck to a specific behavior.  </a:t>
            </a:r>
          </a:p>
          <a:p>
            <a:pPr lvl="1"/>
            <a:r>
              <a:rPr lang="en-US" altLang="en-US"/>
              <a:t>However, this can be changed dynamically.</a:t>
            </a:r>
          </a:p>
          <a:p>
            <a:pPr>
              <a:buFont typeface="Wingdings" pitchFamily="2" charset="2"/>
              <a:buNone/>
            </a:pPr>
            <a:endParaRPr lang="en-US" altLang="en-US"/>
          </a:p>
          <a:p>
            <a:r>
              <a:rPr lang="en-US" altLang="en-US"/>
              <a:t>pg 18 Testing the Duck Code</a:t>
            </a:r>
          </a:p>
          <a:p>
            <a:pPr lvl="1">
              <a:buFont typeface="Wingdings" pitchFamily="2" charset="2"/>
              <a:buNone/>
            </a:pPr>
            <a:endParaRPr lang="en-US" altLang="en-US"/>
          </a:p>
          <a:p>
            <a:endParaRPr lang="en-US" altLang="en-US"/>
          </a:p>
        </p:txBody>
      </p:sp>
      <p:sp>
        <p:nvSpPr>
          <p:cNvPr id="33795" name="Slide Number Placeholder 3">
            <a:extLst>
              <a:ext uri="{FF2B5EF4-FFF2-40B4-BE49-F238E27FC236}">
                <a16:creationId xmlns:a16="http://schemas.microsoft.com/office/drawing/2014/main" id="{9CF89E15-CF85-2F2B-3B50-5290B4FBAA0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2019823-D082-F14F-B074-601C98A3F995}" type="slidenum">
              <a:rPr lang="en-US" altLang="en-US" sz="1000">
                <a:latin typeface="Arial Black" panose="020B0604020202020204" pitchFamily="34" charset="0"/>
              </a:rPr>
              <a:pPr>
                <a:spcBef>
                  <a:spcPct val="0"/>
                </a:spcBef>
                <a:buClrTx/>
                <a:buSzTx/>
                <a:buFontTx/>
                <a:buNone/>
              </a:pPr>
              <a:t>11</a:t>
            </a:fld>
            <a:endParaRPr lang="en-US" altLang="en-US" sz="1000">
              <a:latin typeface="Arial Black" panose="020B0604020202020204" pitchFamily="34" charset="0"/>
            </a:endParaRPr>
          </a:p>
        </p:txBody>
      </p:sp>
      <p:sp>
        <p:nvSpPr>
          <p:cNvPr id="33796" name="Date Placeholder 4">
            <a:extLst>
              <a:ext uri="{FF2B5EF4-FFF2-40B4-BE49-F238E27FC236}">
                <a16:creationId xmlns:a16="http://schemas.microsoft.com/office/drawing/2014/main" id="{9D950281-C9FE-375C-AB2C-2D29E9212CC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8A4FFA7-BFED-B74D-8736-33FD36FB58D2}"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57CA864F-3E5D-1663-FFD7-8315DF13C7F5}"/>
              </a:ext>
            </a:extLst>
          </p:cNvPr>
          <p:cNvSpPr>
            <a:spLocks noGrp="1"/>
          </p:cNvSpPr>
          <p:nvPr>
            <p:ph type="title"/>
          </p:nvPr>
        </p:nvSpPr>
        <p:spPr/>
        <p:txBody>
          <a:bodyPr/>
          <a:lstStyle/>
          <a:p>
            <a:r>
              <a:rPr lang="en-US" altLang="en-US"/>
              <a:t>Setting Behavior Dynamically </a:t>
            </a:r>
          </a:p>
        </p:txBody>
      </p:sp>
      <p:sp>
        <p:nvSpPr>
          <p:cNvPr id="35842" name="Content Placeholder 2">
            <a:extLst>
              <a:ext uri="{FF2B5EF4-FFF2-40B4-BE49-F238E27FC236}">
                <a16:creationId xmlns:a16="http://schemas.microsoft.com/office/drawing/2014/main" id="{DA271342-DB0E-6D39-D70E-99C0DC1E032D}"/>
              </a:ext>
            </a:extLst>
          </p:cNvPr>
          <p:cNvSpPr>
            <a:spLocks noGrp="1"/>
          </p:cNvSpPr>
          <p:nvPr>
            <p:ph idx="1"/>
          </p:nvPr>
        </p:nvSpPr>
        <p:spPr/>
        <p:txBody>
          <a:bodyPr/>
          <a:lstStyle/>
          <a:p>
            <a:r>
              <a:rPr lang="en-US" altLang="en-US"/>
              <a:t>pg 20.</a:t>
            </a:r>
          </a:p>
          <a:p>
            <a:endParaRPr lang="en-US" altLang="en-US"/>
          </a:p>
          <a:p>
            <a:pPr>
              <a:buFont typeface="Wingdings" pitchFamily="2" charset="2"/>
              <a:buNone/>
            </a:pPr>
            <a:r>
              <a:rPr lang="en-US" altLang="en-US"/>
              <a:t>1. Add two new methods to Duck class</a:t>
            </a:r>
          </a:p>
          <a:p>
            <a:pPr>
              <a:buFont typeface="Wingdings" pitchFamily="2" charset="2"/>
              <a:buNone/>
            </a:pPr>
            <a:endParaRPr lang="en-US" altLang="en-US"/>
          </a:p>
          <a:p>
            <a:pPr>
              <a:buFont typeface="Wingdings" pitchFamily="2" charset="2"/>
              <a:buNone/>
            </a:pPr>
            <a:r>
              <a:rPr lang="en-US" altLang="en-US"/>
              <a:t>2. ModelDuck is created with some default behavior.</a:t>
            </a:r>
          </a:p>
          <a:p>
            <a:pPr>
              <a:buFont typeface="Wingdings" pitchFamily="2" charset="2"/>
              <a:buNone/>
            </a:pPr>
            <a:endParaRPr lang="en-US" altLang="en-US"/>
          </a:p>
          <a:p>
            <a:pPr>
              <a:buFont typeface="Wingdings" pitchFamily="2" charset="2"/>
              <a:buNone/>
            </a:pPr>
            <a:r>
              <a:rPr lang="en-US" altLang="en-US"/>
              <a:t>3. Create a new fly behavior</a:t>
            </a:r>
          </a:p>
          <a:p>
            <a:pPr>
              <a:buFont typeface="Wingdings" pitchFamily="2" charset="2"/>
              <a:buNone/>
            </a:pPr>
            <a:endParaRPr lang="en-US" altLang="en-US"/>
          </a:p>
          <a:p>
            <a:pPr>
              <a:buFont typeface="Wingdings" pitchFamily="2" charset="2"/>
              <a:buNone/>
            </a:pPr>
            <a:r>
              <a:rPr lang="en-US" altLang="en-US"/>
              <a:t>4. Note that ModelDuck is created..then the behavior is changed.</a:t>
            </a:r>
          </a:p>
          <a:p>
            <a:endParaRPr lang="en-US" altLang="en-US"/>
          </a:p>
        </p:txBody>
      </p:sp>
      <p:sp>
        <p:nvSpPr>
          <p:cNvPr id="35843" name="Slide Number Placeholder 3">
            <a:extLst>
              <a:ext uri="{FF2B5EF4-FFF2-40B4-BE49-F238E27FC236}">
                <a16:creationId xmlns:a16="http://schemas.microsoft.com/office/drawing/2014/main" id="{EF852221-3D7E-7A7D-523F-F6C750F5B6C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9324CD9-18BD-9C4E-810D-740403BD7632}" type="slidenum">
              <a:rPr lang="en-US" altLang="en-US" sz="1000">
                <a:latin typeface="Arial Black" panose="020B0604020202020204" pitchFamily="34" charset="0"/>
              </a:rPr>
              <a:pPr>
                <a:spcBef>
                  <a:spcPct val="0"/>
                </a:spcBef>
                <a:buClrTx/>
                <a:buSzTx/>
                <a:buFontTx/>
                <a:buNone/>
              </a:pPr>
              <a:t>12</a:t>
            </a:fld>
            <a:endParaRPr lang="en-US" altLang="en-US" sz="1000">
              <a:latin typeface="Arial Black" panose="020B0604020202020204" pitchFamily="34" charset="0"/>
            </a:endParaRPr>
          </a:p>
        </p:txBody>
      </p:sp>
      <p:sp>
        <p:nvSpPr>
          <p:cNvPr id="35844" name="Date Placeholder 4">
            <a:extLst>
              <a:ext uri="{FF2B5EF4-FFF2-40B4-BE49-F238E27FC236}">
                <a16:creationId xmlns:a16="http://schemas.microsoft.com/office/drawing/2014/main" id="{01EA95F9-7A9C-8BE3-C48B-4330AA7293D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63B4C1D-9880-D247-953C-C8CD65B8798B}"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91DB1771-1B9D-4584-EA9E-D1F3710AEFF7}"/>
              </a:ext>
            </a:extLst>
          </p:cNvPr>
          <p:cNvSpPr>
            <a:spLocks noGrp="1"/>
          </p:cNvSpPr>
          <p:nvPr>
            <p:ph type="title"/>
          </p:nvPr>
        </p:nvSpPr>
        <p:spPr/>
        <p:txBody>
          <a:bodyPr/>
          <a:lstStyle/>
          <a:p>
            <a:r>
              <a:rPr lang="en-US" altLang="en-US"/>
              <a:t>To Think About</a:t>
            </a:r>
          </a:p>
        </p:txBody>
      </p:sp>
      <p:sp>
        <p:nvSpPr>
          <p:cNvPr id="37890" name="Content Placeholder 2">
            <a:extLst>
              <a:ext uri="{FF2B5EF4-FFF2-40B4-BE49-F238E27FC236}">
                <a16:creationId xmlns:a16="http://schemas.microsoft.com/office/drawing/2014/main" id="{1623087A-BECA-6E33-13F7-DF864E2D9607}"/>
              </a:ext>
            </a:extLst>
          </p:cNvPr>
          <p:cNvSpPr>
            <a:spLocks noGrp="1"/>
          </p:cNvSpPr>
          <p:nvPr>
            <p:ph idx="1"/>
          </p:nvPr>
        </p:nvSpPr>
        <p:spPr/>
        <p:txBody>
          <a:bodyPr/>
          <a:lstStyle/>
          <a:p>
            <a:r>
              <a:rPr lang="en-US" altLang="en-US"/>
              <a:t>If we had used inheritance for Fly(), could you change the Fly behavior at runtime?</a:t>
            </a:r>
          </a:p>
          <a:p>
            <a:endParaRPr lang="en-US" altLang="en-US"/>
          </a:p>
          <a:p>
            <a:r>
              <a:rPr lang="en-US" altLang="en-US"/>
              <a:t>Look at the FlyBehavior classes…what if there is common functionality amongst all of the FlyBehavior classes?</a:t>
            </a:r>
          </a:p>
          <a:p>
            <a:pPr lvl="1"/>
            <a:r>
              <a:rPr lang="en-US" altLang="en-US"/>
              <a:t>Instead of an interface, use an abstract class for FlyBehavior.</a:t>
            </a:r>
          </a:p>
          <a:p>
            <a:pPr lvl="1"/>
            <a:r>
              <a:rPr lang="en-US" altLang="en-US"/>
              <a:t>Think of this as a “family of algorithms”</a:t>
            </a:r>
          </a:p>
          <a:p>
            <a:pPr lvl="1"/>
            <a:endParaRPr lang="en-US" altLang="en-US"/>
          </a:p>
          <a:p>
            <a:pPr>
              <a:buFont typeface="Wingdings" pitchFamily="2" charset="2"/>
              <a:buNone/>
            </a:pPr>
            <a:endParaRPr lang="en-US" altLang="en-US"/>
          </a:p>
        </p:txBody>
      </p:sp>
      <p:sp>
        <p:nvSpPr>
          <p:cNvPr id="37891" name="Slide Number Placeholder 3">
            <a:extLst>
              <a:ext uri="{FF2B5EF4-FFF2-40B4-BE49-F238E27FC236}">
                <a16:creationId xmlns:a16="http://schemas.microsoft.com/office/drawing/2014/main" id="{1DE6C58B-2B9A-A751-5E06-ED92D13BCC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5A0CE95-8C8E-8046-AE16-69C4655CE6C4}" type="slidenum">
              <a:rPr lang="en-US" altLang="en-US" sz="1000">
                <a:latin typeface="Arial Black" panose="020B0604020202020204" pitchFamily="34" charset="0"/>
              </a:rPr>
              <a:pPr>
                <a:spcBef>
                  <a:spcPct val="0"/>
                </a:spcBef>
                <a:buClrTx/>
                <a:buSzTx/>
                <a:buFontTx/>
                <a:buNone/>
              </a:pPr>
              <a:t>13</a:t>
            </a:fld>
            <a:endParaRPr lang="en-US" altLang="en-US" sz="1000">
              <a:latin typeface="Arial Black" panose="020B0604020202020204" pitchFamily="34" charset="0"/>
            </a:endParaRPr>
          </a:p>
        </p:txBody>
      </p:sp>
      <p:sp>
        <p:nvSpPr>
          <p:cNvPr id="37892" name="Date Placeholder 4">
            <a:extLst>
              <a:ext uri="{FF2B5EF4-FFF2-40B4-BE49-F238E27FC236}">
                <a16:creationId xmlns:a16="http://schemas.microsoft.com/office/drawing/2014/main" id="{79047D5E-074B-A5BD-FD7E-1917056816DD}"/>
              </a:ext>
            </a:extLst>
          </p:cNvPr>
          <p:cNvSpPr>
            <a:spLocks noGrp="1"/>
          </p:cNvSpPr>
          <p:nvPr>
            <p:ph type="dt" sz="quarter" idx="12"/>
          </p:nvPr>
        </p:nvSpPr>
        <p:spPr>
          <a:xfrm>
            <a:off x="4572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D53B7F2-CE80-CA4A-BA1D-888BDD41F826}"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AB93A9F-545F-C485-AAAA-8193045E483F}"/>
              </a:ext>
            </a:extLst>
          </p:cNvPr>
          <p:cNvSpPr>
            <a:spLocks noGrp="1"/>
          </p:cNvSpPr>
          <p:nvPr>
            <p:ph type="title"/>
          </p:nvPr>
        </p:nvSpPr>
        <p:spPr/>
        <p:txBody>
          <a:bodyPr/>
          <a:lstStyle/>
          <a:p>
            <a:r>
              <a:rPr lang="en-US" altLang="en-US"/>
              <a:t>Favor Composition over Inheritance</a:t>
            </a:r>
          </a:p>
        </p:txBody>
      </p:sp>
      <p:sp>
        <p:nvSpPr>
          <p:cNvPr id="39938" name="Content Placeholder 2">
            <a:extLst>
              <a:ext uri="{FF2B5EF4-FFF2-40B4-BE49-F238E27FC236}">
                <a16:creationId xmlns:a16="http://schemas.microsoft.com/office/drawing/2014/main" id="{0132C879-ECE8-C5FF-63B1-A99FEA10B136}"/>
              </a:ext>
            </a:extLst>
          </p:cNvPr>
          <p:cNvSpPr>
            <a:spLocks noGrp="1"/>
          </p:cNvSpPr>
          <p:nvPr>
            <p:ph idx="1"/>
          </p:nvPr>
        </p:nvSpPr>
        <p:spPr/>
        <p:txBody>
          <a:bodyPr/>
          <a:lstStyle/>
          <a:p>
            <a:r>
              <a:rPr lang="en-US" altLang="en-US"/>
              <a:t>Pg 23</a:t>
            </a:r>
          </a:p>
          <a:p>
            <a:endParaRPr lang="en-US" altLang="en-US"/>
          </a:p>
          <a:p>
            <a:r>
              <a:rPr lang="en-US" altLang="en-US"/>
              <a:t>With Composition, we were able to dynamically change behavior at runtime.</a:t>
            </a:r>
          </a:p>
          <a:p>
            <a:pPr>
              <a:buFont typeface="Wingdings" pitchFamily="2" charset="2"/>
              <a:buNone/>
            </a:pPr>
            <a:endParaRPr lang="en-US" altLang="en-US"/>
          </a:p>
          <a:p>
            <a:r>
              <a:rPr lang="en-US" altLang="en-US"/>
              <a:t>With Inheritance, behavior was decided a compile time. You could not change at runtime when you use inheritance.</a:t>
            </a:r>
          </a:p>
        </p:txBody>
      </p:sp>
      <p:sp>
        <p:nvSpPr>
          <p:cNvPr id="39939" name="Slide Number Placeholder 3">
            <a:extLst>
              <a:ext uri="{FF2B5EF4-FFF2-40B4-BE49-F238E27FC236}">
                <a16:creationId xmlns:a16="http://schemas.microsoft.com/office/drawing/2014/main" id="{AFADA01B-0224-F75F-F0D7-DA41AAB91A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400B053-BF63-FB46-B4B5-E251A1381990}" type="slidenum">
              <a:rPr lang="en-US" altLang="en-US" sz="1000">
                <a:latin typeface="Arial Black" panose="020B0604020202020204" pitchFamily="34" charset="0"/>
              </a:rPr>
              <a:pPr>
                <a:spcBef>
                  <a:spcPct val="0"/>
                </a:spcBef>
                <a:buClrTx/>
                <a:buSzTx/>
                <a:buFontTx/>
                <a:buNone/>
              </a:pPr>
              <a:t>14</a:t>
            </a:fld>
            <a:endParaRPr lang="en-US" altLang="en-US" sz="1000">
              <a:latin typeface="Arial Black" panose="020B0604020202020204" pitchFamily="34" charset="0"/>
            </a:endParaRPr>
          </a:p>
        </p:txBody>
      </p:sp>
      <p:sp>
        <p:nvSpPr>
          <p:cNvPr id="39940" name="Date Placeholder 4">
            <a:extLst>
              <a:ext uri="{FF2B5EF4-FFF2-40B4-BE49-F238E27FC236}">
                <a16:creationId xmlns:a16="http://schemas.microsoft.com/office/drawing/2014/main" id="{3897156A-2503-6A0D-4FAF-C810170391E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BE40F47-3AC6-FF4F-9D30-88D3189444CA}"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22D51067-2C78-BD76-498F-AB7B6791A74C}"/>
              </a:ext>
            </a:extLst>
          </p:cNvPr>
          <p:cNvSpPr>
            <a:spLocks noGrp="1"/>
          </p:cNvSpPr>
          <p:nvPr>
            <p:ph type="title"/>
          </p:nvPr>
        </p:nvSpPr>
        <p:spPr/>
        <p:txBody>
          <a:bodyPr/>
          <a:lstStyle/>
          <a:p>
            <a:r>
              <a:rPr lang="en-US" altLang="en-US"/>
              <a:t>The Strategy Pattern</a:t>
            </a:r>
          </a:p>
        </p:txBody>
      </p:sp>
      <p:sp>
        <p:nvSpPr>
          <p:cNvPr id="41986" name="Content Placeholder 2">
            <a:extLst>
              <a:ext uri="{FF2B5EF4-FFF2-40B4-BE49-F238E27FC236}">
                <a16:creationId xmlns:a16="http://schemas.microsoft.com/office/drawing/2014/main" id="{879DA30D-CD9D-F7B8-F06B-A353830DD85E}"/>
              </a:ext>
            </a:extLst>
          </p:cNvPr>
          <p:cNvSpPr>
            <a:spLocks noGrp="1"/>
          </p:cNvSpPr>
          <p:nvPr>
            <p:ph idx="1"/>
          </p:nvPr>
        </p:nvSpPr>
        <p:spPr>
          <a:xfrm>
            <a:off x="457200" y="1371600"/>
            <a:ext cx="8229600" cy="1752600"/>
          </a:xfrm>
        </p:spPr>
        <p:txBody>
          <a:bodyPr/>
          <a:lstStyle/>
          <a:p>
            <a:r>
              <a:rPr lang="en-US" altLang="en-US"/>
              <a:t>GoF Intent: “Define a family of algorithms, encapsulate each one, and make them interchangeable.  Strategy lets the algorithm vary independently from clients that use it.”</a:t>
            </a:r>
          </a:p>
        </p:txBody>
      </p:sp>
      <p:sp>
        <p:nvSpPr>
          <p:cNvPr id="41987" name="Slide Number Placeholder 3">
            <a:extLst>
              <a:ext uri="{FF2B5EF4-FFF2-40B4-BE49-F238E27FC236}">
                <a16:creationId xmlns:a16="http://schemas.microsoft.com/office/drawing/2014/main" id="{2758DAC7-8302-0227-5429-B4187383E69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685FFE6-E2A4-B241-BCB7-65CB279CED87}" type="slidenum">
              <a:rPr lang="en-US" altLang="en-US" sz="1000">
                <a:latin typeface="Arial Black" panose="020B0604020202020204" pitchFamily="34" charset="0"/>
              </a:rPr>
              <a:pPr>
                <a:spcBef>
                  <a:spcPct val="0"/>
                </a:spcBef>
                <a:buClrTx/>
                <a:buSzTx/>
                <a:buFontTx/>
                <a:buNone/>
              </a:pPr>
              <a:t>15</a:t>
            </a:fld>
            <a:endParaRPr lang="en-US" altLang="en-US" sz="1000">
              <a:latin typeface="Arial Black" panose="020B0604020202020204" pitchFamily="34" charset="0"/>
            </a:endParaRPr>
          </a:p>
        </p:txBody>
      </p:sp>
      <p:sp>
        <p:nvSpPr>
          <p:cNvPr id="41988" name="Date Placeholder 4">
            <a:extLst>
              <a:ext uri="{FF2B5EF4-FFF2-40B4-BE49-F238E27FC236}">
                <a16:creationId xmlns:a16="http://schemas.microsoft.com/office/drawing/2014/main" id="{975734D1-939A-4797-0BFC-7ABE6273ED4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8E4263B-7FC7-1A4A-A3F0-BE80966074E1}" type="datetime1">
              <a:rPr lang="en-US" altLang="en-US" sz="1200" smtClean="0"/>
              <a:pPr>
                <a:spcBef>
                  <a:spcPct val="0"/>
                </a:spcBef>
                <a:buClrTx/>
                <a:buSzTx/>
                <a:buFontTx/>
                <a:buNone/>
              </a:pPr>
              <a:t>7/17/24</a:t>
            </a:fld>
            <a:endParaRPr lang="en-US" altLang="en-US" sz="1200"/>
          </a:p>
        </p:txBody>
      </p:sp>
      <p:pic>
        <p:nvPicPr>
          <p:cNvPr id="41989" name="Picture 5" descr="strategy_implementation_-_uml_class_diagram.gif">
            <a:extLst>
              <a:ext uri="{FF2B5EF4-FFF2-40B4-BE49-F238E27FC236}">
                <a16:creationId xmlns:a16="http://schemas.microsoft.com/office/drawing/2014/main" id="{C797FF8A-8382-4FF3-32E2-229B0F7217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971800"/>
            <a:ext cx="7467600" cy="324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765BE6F6-DC25-84A0-FCE2-EEB96267436C}"/>
              </a:ext>
            </a:extLst>
          </p:cNvPr>
          <p:cNvSpPr>
            <a:spLocks noGrp="1"/>
          </p:cNvSpPr>
          <p:nvPr>
            <p:ph type="title"/>
          </p:nvPr>
        </p:nvSpPr>
        <p:spPr>
          <a:xfrm>
            <a:off x="228600" y="457200"/>
            <a:ext cx="2514600" cy="533400"/>
          </a:xfrm>
        </p:spPr>
        <p:txBody>
          <a:bodyPr/>
          <a:lstStyle/>
          <a:p>
            <a:r>
              <a:rPr lang="en-US" altLang="en-US"/>
              <a:t>Lab</a:t>
            </a:r>
          </a:p>
        </p:txBody>
      </p:sp>
      <p:sp>
        <p:nvSpPr>
          <p:cNvPr id="43010" name="Content Placeholder 2">
            <a:extLst>
              <a:ext uri="{FF2B5EF4-FFF2-40B4-BE49-F238E27FC236}">
                <a16:creationId xmlns:a16="http://schemas.microsoft.com/office/drawing/2014/main" id="{5549437C-225E-4C21-88FC-E424D808F0B0}"/>
              </a:ext>
            </a:extLst>
          </p:cNvPr>
          <p:cNvSpPr>
            <a:spLocks noGrp="1"/>
          </p:cNvSpPr>
          <p:nvPr>
            <p:ph idx="1"/>
          </p:nvPr>
        </p:nvSpPr>
        <p:spPr>
          <a:xfrm>
            <a:off x="152400" y="990600"/>
            <a:ext cx="8915400" cy="5867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Logger  {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LogMessage(string message, int level) {</a:t>
            </a:r>
          </a:p>
          <a:p>
            <a:pPr>
              <a:buFont typeface="Wingdings" pitchFamily="2" charset="2"/>
              <a:buNone/>
            </a:pPr>
            <a:r>
              <a:rPr lang="en-US" altLang="en-US" sz="1600">
                <a:latin typeface="Courier New" panose="02070309020205020404" pitchFamily="49" charset="0"/>
                <a:cs typeface="Courier New" panose="02070309020205020404" pitchFamily="49" charset="0"/>
              </a:rPr>
              <a:t>            PrintSteam[] files = OpenFiles();</a:t>
            </a:r>
          </a:p>
          <a:p>
            <a:pPr>
              <a:buFont typeface="Wingdings" pitchFamily="2" charset="2"/>
              <a:buNone/>
            </a:pPr>
            <a:r>
              <a:rPr lang="en-US" altLang="en-US" sz="1600">
                <a:latin typeface="Courier New" panose="02070309020205020404" pitchFamily="49" charset="0"/>
                <a:cs typeface="Courier New" panose="02070309020205020404" pitchFamily="49" charset="0"/>
              </a:rPr>
              <a:t>            WriteLogMessage(files, message, int level);</a:t>
            </a:r>
          </a:p>
          <a:p>
            <a:pPr>
              <a:buFont typeface="Wingdings" pitchFamily="2" charset="2"/>
              <a:buNone/>
            </a:pPr>
            <a:r>
              <a:rPr lang="en-US" altLang="en-US" sz="1600">
                <a:latin typeface="Courier New" panose="02070309020205020404" pitchFamily="49" charset="0"/>
                <a:cs typeface="Courier New" panose="02070309020205020404" pitchFamily="49" charset="0"/>
              </a:rPr>
              <a:t>            CloseFiles(intfiles);</a:t>
            </a:r>
          </a:p>
          <a:p>
            <a:pPr>
              <a:buFont typeface="Wingdings" pitchFamily="2" charset="2"/>
              <a:buNone/>
            </a:pPr>
            <a:r>
              <a:rPr lang="en-US" altLang="en-US" sz="1600">
                <a:latin typeface="Courier New" panose="02070309020205020404" pitchFamily="49" charset="0"/>
                <a:cs typeface="Courier New" panose="02070309020205020404" pitchFamily="49" charset="0"/>
              </a:rPr>
              <a:t>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private void WriteLogMessage(PrintStream[] files, </a:t>
            </a:r>
          </a:p>
          <a:p>
            <a:pPr>
              <a:buFont typeface="Wingdings" pitchFamily="2" charset="2"/>
              <a:buNone/>
            </a:pPr>
            <a:r>
              <a:rPr lang="en-US" altLang="en-US" sz="1600">
                <a:latin typeface="Courier New" panose="02070309020205020404" pitchFamily="49" charset="0"/>
                <a:cs typeface="Courier New" panose="02070309020205020404" pitchFamily="49" charset="0"/>
              </a:rPr>
              <a:t>					string message, int level) {</a:t>
            </a:r>
          </a:p>
          <a:p>
            <a:pPr>
              <a:buFont typeface="Wingdings" pitchFamily="2" charset="2"/>
              <a:buNone/>
            </a:pPr>
            <a:r>
              <a:rPr lang="en-US" altLang="en-US" sz="1600">
                <a:latin typeface="Courier New" panose="02070309020205020404" pitchFamily="49" charset="0"/>
                <a:cs typeface="Courier New" panose="02070309020205020404" pitchFamily="49" charset="0"/>
              </a:rPr>
              <a:t>            for (int i=0; i &lt; files.Length; i++)  {</a:t>
            </a:r>
          </a:p>
          <a:p>
            <a:pPr>
              <a:buFont typeface="Wingdings" pitchFamily="2" charset="2"/>
              <a:buNone/>
            </a:pPr>
            <a:r>
              <a:rPr lang="en-US" altLang="en-US" sz="1600">
                <a:latin typeface="Courier New" panose="02070309020205020404" pitchFamily="49" charset="0"/>
                <a:cs typeface="Courier New" panose="02070309020205020404" pitchFamily="49" charset="0"/>
              </a:rPr>
              <a:t>                if (level == 1) {</a:t>
            </a:r>
          </a:p>
          <a:p>
            <a:pPr>
              <a:buFont typeface="Wingdings" pitchFamily="2" charset="2"/>
              <a:buNone/>
            </a:pPr>
            <a:r>
              <a:rPr lang="en-US" altLang="en-US" sz="1600">
                <a:latin typeface="Courier New" panose="02070309020205020404" pitchFamily="49" charset="0"/>
                <a:cs typeface="Courier New" panose="02070309020205020404" pitchFamily="49" charset="0"/>
              </a:rPr>
              <a:t>                    //Write error message to log file.</a:t>
            </a:r>
          </a:p>
          <a:p>
            <a:pPr>
              <a:buFont typeface="Wingdings" pitchFamily="2" charset="2"/>
              <a:buNone/>
            </a:pPr>
            <a:r>
              <a:rPr lang="en-US" altLang="en-US" sz="1600">
                <a:latin typeface="Courier New" panose="02070309020205020404" pitchFamily="49" charset="0"/>
                <a:cs typeface="Courier New" panose="02070309020205020404" pitchFamily="49" charset="0"/>
              </a:rPr>
              <a:t>    		 else if (level == 2)</a:t>
            </a:r>
          </a:p>
          <a:p>
            <a:pPr>
              <a:buFont typeface="Wingdings" pitchFamily="2" charset="2"/>
              <a:buNone/>
            </a:pPr>
            <a:r>
              <a:rPr lang="en-US" altLang="en-US" sz="1600">
                <a:latin typeface="Courier New" panose="02070309020205020404" pitchFamily="49" charset="0"/>
                <a:cs typeface="Courier New" panose="02070309020205020404" pitchFamily="49" charset="0"/>
              </a:rPr>
              <a:t>			      //Write error message to log file + Log the </a:t>
            </a:r>
          </a:p>
          <a:p>
            <a:pPr>
              <a:buFont typeface="Wingdings" pitchFamily="2" charset="2"/>
              <a:buNone/>
            </a:pPr>
            <a:r>
              <a:rPr lang="en-US" altLang="en-US" sz="1600">
                <a:latin typeface="Courier New" panose="02070309020205020404" pitchFamily="49" charset="0"/>
                <a:cs typeface="Courier New" panose="02070309020205020404" pitchFamily="49" charset="0"/>
              </a:rPr>
              <a:t>			      //UserName and IP address.</a:t>
            </a:r>
          </a:p>
          <a:p>
            <a:pPr>
              <a:buFont typeface="Wingdings" pitchFamily="2" charset="2"/>
              <a:buNone/>
            </a:pPr>
            <a:r>
              <a:rPr lang="en-US" altLang="en-US" sz="1600">
                <a:latin typeface="Courier New" panose="02070309020205020404" pitchFamily="49" charset="0"/>
                <a:cs typeface="Courier New" panose="02070309020205020404" pitchFamily="49" charset="0"/>
              </a:rPr>
              <a:t>                else if (level == 3)  </a:t>
            </a:r>
          </a:p>
          <a:p>
            <a:pPr>
              <a:buFont typeface="Wingdings" pitchFamily="2" charset="2"/>
              <a:buNone/>
            </a:pPr>
            <a:r>
              <a:rPr lang="en-US" altLang="en-US" sz="1600">
                <a:latin typeface="Courier New" panose="02070309020205020404" pitchFamily="49" charset="0"/>
                <a:cs typeface="Courier New" panose="02070309020205020404" pitchFamily="49" charset="0"/>
              </a:rPr>
              <a:t>                    //Write error message to log file. + Send email to </a:t>
            </a:r>
          </a:p>
          <a:p>
            <a:pPr>
              <a:buFont typeface="Wingdings" pitchFamily="2" charset="2"/>
              <a:buNone/>
            </a:pPr>
            <a:r>
              <a:rPr lang="en-US" altLang="en-US" sz="1600">
                <a:latin typeface="Courier New" panose="02070309020205020404" pitchFamily="49" charset="0"/>
                <a:cs typeface="Courier New" panose="02070309020205020404" pitchFamily="49" charset="0"/>
              </a:rPr>
              <a:t> 	                 //administrator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43011" name="Slide Number Placeholder 3">
            <a:extLst>
              <a:ext uri="{FF2B5EF4-FFF2-40B4-BE49-F238E27FC236}">
                <a16:creationId xmlns:a16="http://schemas.microsoft.com/office/drawing/2014/main" id="{137717C8-98DB-B816-8704-72BEF907FAE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EA1A54A-610A-294D-83F9-3C5B7D3E4F8B}" type="slidenum">
              <a:rPr lang="en-US" altLang="en-US" sz="1000">
                <a:latin typeface="Arial Black" panose="020B0604020202020204" pitchFamily="34" charset="0"/>
              </a:rPr>
              <a:pPr>
                <a:spcBef>
                  <a:spcPct val="0"/>
                </a:spcBef>
                <a:buClrTx/>
                <a:buSzTx/>
                <a:buFontTx/>
                <a:buNone/>
              </a:pPr>
              <a:t>16</a:t>
            </a:fld>
            <a:endParaRPr lang="en-US" altLang="en-US" sz="1000">
              <a:latin typeface="Arial Black"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FC59EC75-DEF6-A885-7A64-C9F79C51EA32}"/>
              </a:ext>
            </a:extLst>
          </p:cNvPr>
          <p:cNvSpPr>
            <a:spLocks noGrp="1"/>
          </p:cNvSpPr>
          <p:nvPr>
            <p:ph type="title"/>
          </p:nvPr>
        </p:nvSpPr>
        <p:spPr/>
        <p:txBody>
          <a:bodyPr/>
          <a:lstStyle/>
          <a:p>
            <a:r>
              <a:rPr lang="en-US" altLang="en-US"/>
              <a:t>Lab (cont)</a:t>
            </a:r>
          </a:p>
        </p:txBody>
      </p:sp>
      <p:sp>
        <p:nvSpPr>
          <p:cNvPr id="45058" name="Content Placeholder 2">
            <a:extLst>
              <a:ext uri="{FF2B5EF4-FFF2-40B4-BE49-F238E27FC236}">
                <a16:creationId xmlns:a16="http://schemas.microsoft.com/office/drawing/2014/main" id="{57BFB8AE-5DF8-FAB7-9B3C-61FC8D58D59B}"/>
              </a:ext>
            </a:extLst>
          </p:cNvPr>
          <p:cNvSpPr>
            <a:spLocks noGrp="1"/>
          </p:cNvSpPr>
          <p:nvPr>
            <p:ph idx="1"/>
          </p:nvPr>
        </p:nvSpPr>
        <p:spPr>
          <a:xfrm>
            <a:off x="304800" y="1219200"/>
            <a:ext cx="8458200" cy="5105400"/>
          </a:xfrm>
        </p:spPr>
        <p:txBody>
          <a:bodyPr/>
          <a:lstStyle/>
          <a:p>
            <a:pPr>
              <a:buFont typeface="Wingdings" pitchFamily="2" charset="2"/>
              <a:buNone/>
            </a:pPr>
            <a:r>
              <a:rPr lang="en-US" altLang="en-US" sz="2000"/>
              <a:t>Question 1:  Which part of the code varies?</a:t>
            </a:r>
          </a:p>
          <a:p>
            <a:pPr>
              <a:buFont typeface="Wingdings" pitchFamily="2" charset="2"/>
              <a:buNone/>
            </a:pPr>
            <a:r>
              <a:rPr lang="en-US" altLang="en-US" sz="2000"/>
              <a:t>Question 2: What part of the code does not vary?</a:t>
            </a:r>
          </a:p>
          <a:p>
            <a:pPr>
              <a:buFont typeface="Wingdings" pitchFamily="2" charset="2"/>
              <a:buNone/>
            </a:pPr>
            <a:r>
              <a:rPr lang="en-US" altLang="en-US" sz="2000"/>
              <a:t>Question 3: Using inheritance, describe how you could isolate the parts that vary.</a:t>
            </a:r>
          </a:p>
          <a:p>
            <a:pPr>
              <a:buFont typeface="Wingdings" pitchFamily="2" charset="2"/>
              <a:buNone/>
            </a:pPr>
            <a:endParaRPr lang="en-US" altLang="en-US" sz="2000"/>
          </a:p>
          <a:p>
            <a:pPr>
              <a:buFont typeface="Wingdings" pitchFamily="2" charset="2"/>
              <a:buNone/>
            </a:pPr>
            <a:r>
              <a:rPr lang="en-US" altLang="en-US" sz="2000"/>
              <a:t>Question 3a: (Continuing from Question 3 with inheritance) Let’s say we learn that the function OpenFiles has different behavior as well.  This behavior is completely  unrelated to the logging level.  We start by creating if/else statements inside this function.  We get in trouble from our manager for doing this since we know that there will be future change.  Can we use inheritance to fix this problem?</a:t>
            </a:r>
          </a:p>
          <a:p>
            <a:pPr>
              <a:buFont typeface="Wingdings" pitchFamily="2" charset="2"/>
              <a:buNone/>
            </a:pPr>
            <a:endParaRPr lang="en-US" altLang="en-US" sz="2000"/>
          </a:p>
          <a:p>
            <a:pPr>
              <a:buFont typeface="Wingdings" pitchFamily="2" charset="2"/>
              <a:buNone/>
            </a:pPr>
            <a:endParaRPr lang="en-US" altLang="en-US" sz="2000"/>
          </a:p>
        </p:txBody>
      </p:sp>
      <p:sp>
        <p:nvSpPr>
          <p:cNvPr id="45059" name="Slide Number Placeholder 3">
            <a:extLst>
              <a:ext uri="{FF2B5EF4-FFF2-40B4-BE49-F238E27FC236}">
                <a16:creationId xmlns:a16="http://schemas.microsoft.com/office/drawing/2014/main" id="{E8486BCA-9187-FCEE-7617-529AA1B371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F79E878-6715-9245-9096-42FDCEFDA6A6}" type="slidenum">
              <a:rPr lang="en-US" altLang="en-US" sz="1000">
                <a:latin typeface="Arial Black" panose="020B0604020202020204" pitchFamily="34" charset="0"/>
              </a:rPr>
              <a:pPr>
                <a:spcBef>
                  <a:spcPct val="0"/>
                </a:spcBef>
                <a:buClrTx/>
                <a:buSzTx/>
                <a:buFontTx/>
                <a:buNone/>
              </a:pPr>
              <a:t>17</a:t>
            </a:fld>
            <a:endParaRPr lang="en-US" altLang="en-US" sz="1000">
              <a:latin typeface="Arial Black" panose="020B0604020202020204" pitchFamily="34" charset="0"/>
            </a:endParaRPr>
          </a:p>
        </p:txBody>
      </p:sp>
      <p:sp>
        <p:nvSpPr>
          <p:cNvPr id="45060" name="Date Placeholder 4">
            <a:extLst>
              <a:ext uri="{FF2B5EF4-FFF2-40B4-BE49-F238E27FC236}">
                <a16:creationId xmlns:a16="http://schemas.microsoft.com/office/drawing/2014/main" id="{1DF8DB59-A99B-AE9B-2B26-970C354EAAE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44D3C88-58A6-3E41-B6BF-D316595675D2}"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69EEB8A0-CF8D-F4B3-82D1-767B87ED9AC5}"/>
              </a:ext>
            </a:extLst>
          </p:cNvPr>
          <p:cNvSpPr>
            <a:spLocks noGrp="1"/>
          </p:cNvSpPr>
          <p:nvPr>
            <p:ph type="title"/>
          </p:nvPr>
        </p:nvSpPr>
        <p:spPr/>
        <p:txBody>
          <a:bodyPr/>
          <a:lstStyle/>
          <a:p>
            <a:r>
              <a:rPr lang="en-US" altLang="en-US"/>
              <a:t>Lab (cont)</a:t>
            </a:r>
          </a:p>
        </p:txBody>
      </p:sp>
      <p:sp>
        <p:nvSpPr>
          <p:cNvPr id="46082" name="Content Placeholder 2">
            <a:extLst>
              <a:ext uri="{FF2B5EF4-FFF2-40B4-BE49-F238E27FC236}">
                <a16:creationId xmlns:a16="http://schemas.microsoft.com/office/drawing/2014/main" id="{85B093AF-38B0-48E0-553D-9F16E8CBB5C4}"/>
              </a:ext>
            </a:extLst>
          </p:cNvPr>
          <p:cNvSpPr>
            <a:spLocks noGrp="1"/>
          </p:cNvSpPr>
          <p:nvPr>
            <p:ph idx="1"/>
          </p:nvPr>
        </p:nvSpPr>
        <p:spPr>
          <a:xfrm>
            <a:off x="381000" y="1371600"/>
            <a:ext cx="8229600" cy="4495800"/>
          </a:xfrm>
        </p:spPr>
        <p:txBody>
          <a:bodyPr/>
          <a:lstStyle/>
          <a:p>
            <a:pPr>
              <a:buFont typeface="Wingdings" pitchFamily="2" charset="2"/>
              <a:buNone/>
            </a:pPr>
            <a:r>
              <a:rPr lang="en-US" altLang="en-US"/>
              <a:t>Question 4: Using composition, design out how you would isolate the parts that vary. </a:t>
            </a:r>
          </a:p>
          <a:p>
            <a:pPr>
              <a:buFont typeface="Wingdings" pitchFamily="2" charset="2"/>
              <a:buNone/>
            </a:pPr>
            <a:endParaRPr lang="en-US" altLang="en-US"/>
          </a:p>
          <a:p>
            <a:pPr>
              <a:buFont typeface="Wingdings" pitchFamily="2" charset="2"/>
              <a:buNone/>
            </a:pPr>
            <a:r>
              <a:rPr lang="en-US" altLang="en-US"/>
              <a:t>	Hint #1: Create an interface that represents the variable behavior</a:t>
            </a:r>
          </a:p>
          <a:p>
            <a:pPr>
              <a:buFont typeface="Wingdings" pitchFamily="2" charset="2"/>
              <a:buNone/>
            </a:pPr>
            <a:r>
              <a:rPr lang="en-US" altLang="en-US"/>
              <a:t>	Hint #2: Compose Logger with this variable behavior.</a:t>
            </a:r>
          </a:p>
          <a:p>
            <a:pPr>
              <a:buFont typeface="Wingdings" pitchFamily="2" charset="2"/>
              <a:buNone/>
            </a:pPr>
            <a:r>
              <a:rPr lang="en-US" altLang="en-US"/>
              <a:t>	Hint #3: Have Logger delegate to this behavior.</a:t>
            </a:r>
          </a:p>
          <a:p>
            <a:pPr>
              <a:buFont typeface="Wingdings" pitchFamily="2" charset="2"/>
              <a:buNone/>
            </a:pPr>
            <a:r>
              <a:rPr lang="en-US" altLang="en-US"/>
              <a:t>	Question 4a:  How can we change the logging level during runtime?</a:t>
            </a:r>
          </a:p>
          <a:p>
            <a:endParaRPr lang="en-US" altLang="en-US"/>
          </a:p>
        </p:txBody>
      </p:sp>
      <p:sp>
        <p:nvSpPr>
          <p:cNvPr id="46083" name="Slide Number Placeholder 3">
            <a:extLst>
              <a:ext uri="{FF2B5EF4-FFF2-40B4-BE49-F238E27FC236}">
                <a16:creationId xmlns:a16="http://schemas.microsoft.com/office/drawing/2014/main" id="{0F4ED8D6-4408-24B1-B78F-D9114178B6B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93DDF7C-E86D-7E4A-9E29-59EDF2162D24}" type="slidenum">
              <a:rPr lang="en-US" altLang="en-US" sz="1000">
                <a:latin typeface="Arial Black" panose="020B0604020202020204" pitchFamily="34" charset="0"/>
              </a:rPr>
              <a:pPr>
                <a:spcBef>
                  <a:spcPct val="0"/>
                </a:spcBef>
                <a:buClrTx/>
                <a:buSzTx/>
                <a:buFontTx/>
                <a:buNone/>
              </a:pPr>
              <a:t>18</a:t>
            </a:fld>
            <a:endParaRPr lang="en-US" altLang="en-US" sz="1000">
              <a:latin typeface="Arial Black" panose="020B0604020202020204" pitchFamily="34" charset="0"/>
            </a:endParaRPr>
          </a:p>
        </p:txBody>
      </p:sp>
      <p:sp>
        <p:nvSpPr>
          <p:cNvPr id="46084" name="Date Placeholder 4">
            <a:extLst>
              <a:ext uri="{FF2B5EF4-FFF2-40B4-BE49-F238E27FC236}">
                <a16:creationId xmlns:a16="http://schemas.microsoft.com/office/drawing/2014/main" id="{D22A5F48-9C51-9E86-BA67-98CA0B8EBEB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3479160-00B7-4D4A-AB1B-3B95B9C796EF}"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7AA52B60-2551-ACE9-FDB9-094476BE40A5}"/>
              </a:ext>
            </a:extLst>
          </p:cNvPr>
          <p:cNvSpPr>
            <a:spLocks noGrp="1"/>
          </p:cNvSpPr>
          <p:nvPr>
            <p:ph type="title"/>
          </p:nvPr>
        </p:nvSpPr>
        <p:spPr/>
        <p:txBody>
          <a:bodyPr/>
          <a:lstStyle/>
          <a:p>
            <a:r>
              <a:rPr lang="en-US" altLang="en-US"/>
              <a:t>Lab (cont)</a:t>
            </a:r>
          </a:p>
        </p:txBody>
      </p:sp>
      <p:sp>
        <p:nvSpPr>
          <p:cNvPr id="47106" name="Content Placeholder 2">
            <a:extLst>
              <a:ext uri="{FF2B5EF4-FFF2-40B4-BE49-F238E27FC236}">
                <a16:creationId xmlns:a16="http://schemas.microsoft.com/office/drawing/2014/main" id="{14A894AC-0625-1180-6517-ECD19214ABF0}"/>
              </a:ext>
            </a:extLst>
          </p:cNvPr>
          <p:cNvSpPr>
            <a:spLocks noGrp="1"/>
          </p:cNvSpPr>
          <p:nvPr>
            <p:ph idx="1"/>
          </p:nvPr>
        </p:nvSpPr>
        <p:spPr/>
        <p:txBody>
          <a:bodyPr/>
          <a:lstStyle/>
          <a:p>
            <a:pPr>
              <a:buFont typeface="Wingdings" pitchFamily="2" charset="2"/>
              <a:buNone/>
            </a:pPr>
            <a:r>
              <a:rPr lang="en-US" altLang="en-US" sz="1800"/>
              <a:t>Question 4b:  We get some flexibility by changing the behavior during runtime, but this also means that the person who is coding the Context object (i.e., Logger) must be aware of all possible behaviors. For example, to call setLogWriter here, you would need to be aware of LogWriter1 and LogWriter2.</a:t>
            </a:r>
          </a:p>
          <a:p>
            <a:pPr>
              <a:buFont typeface="Wingdings" pitchFamily="2" charset="2"/>
              <a:buNone/>
            </a:pPr>
            <a:endParaRPr lang="en-US" altLang="en-US" sz="1800"/>
          </a:p>
          <a:p>
            <a:pPr>
              <a:buFont typeface="Wingdings" pitchFamily="2" charset="2"/>
              <a:buNone/>
            </a:pPr>
            <a:r>
              <a:rPr lang="en-US" altLang="en-US" sz="1800"/>
              <a:t>Logger logger = new Logger()</a:t>
            </a:r>
          </a:p>
          <a:p>
            <a:pPr>
              <a:buFont typeface="Wingdings" pitchFamily="2" charset="2"/>
              <a:buNone/>
            </a:pPr>
            <a:r>
              <a:rPr lang="en-US" altLang="en-US" sz="1800"/>
              <a:t>Logger.setLogWriter(new LogWriter1());</a:t>
            </a:r>
          </a:p>
          <a:p>
            <a:pPr>
              <a:buFont typeface="Wingdings" pitchFamily="2" charset="2"/>
              <a:buNone/>
            </a:pPr>
            <a:r>
              <a:rPr lang="en-US" altLang="en-US" sz="1800"/>
              <a:t>Logger.setLogWriter(new LogWriter2());</a:t>
            </a:r>
          </a:p>
          <a:p>
            <a:pPr>
              <a:buFont typeface="Wingdings" pitchFamily="2" charset="2"/>
              <a:buNone/>
            </a:pPr>
            <a:endParaRPr lang="en-US" altLang="en-US" sz="1800"/>
          </a:p>
          <a:p>
            <a:pPr>
              <a:buFont typeface="Wingdings" pitchFamily="2" charset="2"/>
              <a:buNone/>
            </a:pPr>
            <a:r>
              <a:rPr lang="en-US" altLang="en-US" sz="1800"/>
              <a:t>Is there an alternative to sending an instance of LogWriter1 or LogWriter2, and yet achieve the same results?</a:t>
            </a:r>
          </a:p>
          <a:p>
            <a:pPr>
              <a:buFont typeface="Wingdings" pitchFamily="2" charset="2"/>
              <a:buNone/>
            </a:pPr>
            <a:endParaRPr lang="en-US" altLang="en-US" sz="1800"/>
          </a:p>
        </p:txBody>
      </p:sp>
      <p:sp>
        <p:nvSpPr>
          <p:cNvPr id="47107" name="Slide Number Placeholder 3">
            <a:extLst>
              <a:ext uri="{FF2B5EF4-FFF2-40B4-BE49-F238E27FC236}">
                <a16:creationId xmlns:a16="http://schemas.microsoft.com/office/drawing/2014/main" id="{EA616534-6EC5-7848-F3B3-B6E40995BE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79BD177-20F2-4E4B-8571-B9A073CE2038}" type="slidenum">
              <a:rPr lang="en-US" altLang="en-US" sz="1000">
                <a:latin typeface="Arial Black" panose="020B0604020202020204" pitchFamily="34" charset="0"/>
              </a:rPr>
              <a:pPr>
                <a:spcBef>
                  <a:spcPct val="0"/>
                </a:spcBef>
                <a:buClrTx/>
                <a:buSzTx/>
                <a:buFontTx/>
                <a:buNone/>
              </a:pPr>
              <a:t>19</a:t>
            </a:fld>
            <a:endParaRPr lang="en-US" altLang="en-US" sz="1000">
              <a:latin typeface="Arial Black" panose="020B0604020202020204" pitchFamily="34" charset="0"/>
            </a:endParaRPr>
          </a:p>
        </p:txBody>
      </p:sp>
      <p:sp>
        <p:nvSpPr>
          <p:cNvPr id="47108" name="Date Placeholder 4">
            <a:extLst>
              <a:ext uri="{FF2B5EF4-FFF2-40B4-BE49-F238E27FC236}">
                <a16:creationId xmlns:a16="http://schemas.microsoft.com/office/drawing/2014/main" id="{5A47733F-E2F1-957F-36EA-94E5FE56863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DE7157F-AFC1-6F49-9319-D6D561DFE157}"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DE0D93A7-42CD-721A-CD67-546C0D01560A}"/>
              </a:ext>
            </a:extLst>
          </p:cNvPr>
          <p:cNvSpPr>
            <a:spLocks noGrp="1"/>
          </p:cNvSpPr>
          <p:nvPr>
            <p:ph type="title"/>
          </p:nvPr>
        </p:nvSpPr>
        <p:spPr/>
        <p:txBody>
          <a:bodyPr/>
          <a:lstStyle/>
          <a:p>
            <a:r>
              <a:rPr lang="en-US" altLang="en-US"/>
              <a:t>Lab (cont)</a:t>
            </a:r>
          </a:p>
        </p:txBody>
      </p:sp>
      <p:sp>
        <p:nvSpPr>
          <p:cNvPr id="48130" name="Content Placeholder 2">
            <a:extLst>
              <a:ext uri="{FF2B5EF4-FFF2-40B4-BE49-F238E27FC236}">
                <a16:creationId xmlns:a16="http://schemas.microsoft.com/office/drawing/2014/main" id="{E0E5C55F-E7C1-D8B8-58DF-D903FAF35D37}"/>
              </a:ext>
            </a:extLst>
          </p:cNvPr>
          <p:cNvSpPr>
            <a:spLocks noGrp="1"/>
          </p:cNvSpPr>
          <p:nvPr>
            <p:ph idx="1"/>
          </p:nvPr>
        </p:nvSpPr>
        <p:spPr/>
        <p:txBody>
          <a:bodyPr/>
          <a:lstStyle/>
          <a:p>
            <a:pPr>
              <a:buFont typeface="Wingdings" pitchFamily="2" charset="2"/>
              <a:buNone/>
            </a:pPr>
            <a:r>
              <a:rPr lang="en-US" altLang="en-US"/>
              <a:t>Question 4c: Let’s say the Logger class contains the properties LoggedInUser and LastTimeLogged.  We know     that most of the log writers (LogWriter1, LogWriter2, etc) need access to these properties.  What can we do?</a:t>
            </a:r>
          </a:p>
          <a:p>
            <a:pPr>
              <a:buFont typeface="Wingdings" pitchFamily="2" charset="2"/>
              <a:buNone/>
            </a:pPr>
            <a:endParaRPr lang="en-US" altLang="en-US"/>
          </a:p>
          <a:p>
            <a:pPr>
              <a:buFont typeface="Wingdings" pitchFamily="2" charset="2"/>
              <a:buNone/>
            </a:pPr>
            <a:endParaRPr lang="en-US" altLang="en-US"/>
          </a:p>
          <a:p>
            <a:pPr>
              <a:buFont typeface="Wingdings" pitchFamily="2" charset="2"/>
              <a:buNone/>
            </a:pPr>
            <a:r>
              <a:rPr lang="en-US" altLang="en-US"/>
              <a:t>Bonus Question: For a Logger implementation (such as LogWriter1), how many instances do we really need?</a:t>
            </a:r>
          </a:p>
          <a:p>
            <a:pPr>
              <a:buFont typeface="Wingdings" pitchFamily="2" charset="2"/>
              <a:buNone/>
            </a:pPr>
            <a:endParaRPr lang="en-US" altLang="en-US"/>
          </a:p>
          <a:p>
            <a:pPr>
              <a:buFont typeface="Wingdings" pitchFamily="2" charset="2"/>
              <a:buNone/>
            </a:pPr>
            <a:endParaRPr lang="en-US" altLang="en-US"/>
          </a:p>
        </p:txBody>
      </p:sp>
      <p:sp>
        <p:nvSpPr>
          <p:cNvPr id="48131" name="Slide Number Placeholder 3">
            <a:extLst>
              <a:ext uri="{FF2B5EF4-FFF2-40B4-BE49-F238E27FC236}">
                <a16:creationId xmlns:a16="http://schemas.microsoft.com/office/drawing/2014/main" id="{70C77F0F-597C-75E8-D2F8-EDB60B2C6AE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5ADEF4D-3FB1-EB46-89C2-AF6456BCB076}" type="slidenum">
              <a:rPr lang="en-US" altLang="en-US" sz="1000">
                <a:latin typeface="Arial Black" panose="020B0604020202020204" pitchFamily="34" charset="0"/>
              </a:rPr>
              <a:pPr>
                <a:spcBef>
                  <a:spcPct val="0"/>
                </a:spcBef>
                <a:buClrTx/>
                <a:buSzTx/>
                <a:buFontTx/>
                <a:buNone/>
              </a:pPr>
              <a:t>20</a:t>
            </a:fld>
            <a:endParaRPr lang="en-US" altLang="en-US" sz="1000">
              <a:latin typeface="Arial Black" panose="020B0604020202020204" pitchFamily="34" charset="0"/>
            </a:endParaRPr>
          </a:p>
        </p:txBody>
      </p:sp>
      <p:sp>
        <p:nvSpPr>
          <p:cNvPr id="48132" name="Date Placeholder 4">
            <a:extLst>
              <a:ext uri="{FF2B5EF4-FFF2-40B4-BE49-F238E27FC236}">
                <a16:creationId xmlns:a16="http://schemas.microsoft.com/office/drawing/2014/main" id="{82A22A51-0D6E-3F92-3E2E-CE7BD334D12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3490ECB-703F-3741-963A-8086928B4874}"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DE0A115E-A65D-4AFF-E957-40D477064097}"/>
              </a:ext>
            </a:extLst>
          </p:cNvPr>
          <p:cNvSpPr>
            <a:spLocks noGrp="1"/>
          </p:cNvSpPr>
          <p:nvPr>
            <p:ph type="title"/>
          </p:nvPr>
        </p:nvSpPr>
        <p:spPr/>
        <p:txBody>
          <a:bodyPr/>
          <a:lstStyle/>
          <a:p>
            <a:r>
              <a:rPr lang="en-US" altLang="en-US"/>
              <a:t>Lab Answers</a:t>
            </a:r>
          </a:p>
        </p:txBody>
      </p:sp>
      <p:sp>
        <p:nvSpPr>
          <p:cNvPr id="49154" name="Content Placeholder 2">
            <a:extLst>
              <a:ext uri="{FF2B5EF4-FFF2-40B4-BE49-F238E27FC236}">
                <a16:creationId xmlns:a16="http://schemas.microsoft.com/office/drawing/2014/main" id="{29354074-FEF1-F534-5C27-508A5CD18524}"/>
              </a:ext>
            </a:extLst>
          </p:cNvPr>
          <p:cNvSpPr>
            <a:spLocks noGrp="1"/>
          </p:cNvSpPr>
          <p:nvPr>
            <p:ph idx="1"/>
          </p:nvPr>
        </p:nvSpPr>
        <p:spPr/>
        <p:txBody>
          <a:bodyPr/>
          <a:lstStyle/>
          <a:p>
            <a:r>
              <a:rPr lang="en-US" altLang="en-US"/>
              <a:t>Question 1 - In WriteLogMessage function, the if/else statement with the three different options.</a:t>
            </a:r>
          </a:p>
          <a:p>
            <a:endParaRPr lang="en-US" altLang="en-US"/>
          </a:p>
          <a:p>
            <a:r>
              <a:rPr lang="en-US" altLang="en-US"/>
              <a:t>Question 2:</a:t>
            </a:r>
          </a:p>
          <a:p>
            <a:pPr lvl="1"/>
            <a:r>
              <a:rPr lang="en-US" altLang="en-US"/>
              <a:t>The three lines of code in function LogMessage</a:t>
            </a:r>
          </a:p>
          <a:p>
            <a:pPr lvl="1"/>
            <a:r>
              <a:rPr lang="en-US" altLang="en-US"/>
              <a:t>The for loop declaration in function WriteLogMessage</a:t>
            </a:r>
          </a:p>
          <a:p>
            <a:pPr lvl="1"/>
            <a:endParaRPr lang="en-US" altLang="en-US"/>
          </a:p>
          <a:p>
            <a:pPr lvl="1">
              <a:buFont typeface="Wingdings" pitchFamily="2" charset="2"/>
              <a:buNone/>
            </a:pPr>
            <a:endParaRPr lang="en-US" altLang="en-US"/>
          </a:p>
        </p:txBody>
      </p:sp>
      <p:sp>
        <p:nvSpPr>
          <p:cNvPr id="49155" name="Slide Number Placeholder 3">
            <a:extLst>
              <a:ext uri="{FF2B5EF4-FFF2-40B4-BE49-F238E27FC236}">
                <a16:creationId xmlns:a16="http://schemas.microsoft.com/office/drawing/2014/main" id="{2D149F6B-62F1-9826-36EE-B629E24F72F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C0CCC89-D756-A64B-A85A-5B2DC494DACD}" type="slidenum">
              <a:rPr lang="en-US" altLang="en-US" sz="1000">
                <a:latin typeface="Arial Black" panose="020B0604020202020204" pitchFamily="34" charset="0"/>
              </a:rPr>
              <a:pPr>
                <a:spcBef>
                  <a:spcPct val="0"/>
                </a:spcBef>
                <a:buClrTx/>
                <a:buSzTx/>
                <a:buFontTx/>
                <a:buNone/>
              </a:pPr>
              <a:t>21</a:t>
            </a:fld>
            <a:endParaRPr lang="en-US" altLang="en-US" sz="1000">
              <a:latin typeface="Arial Black" panose="020B0604020202020204" pitchFamily="34" charset="0"/>
            </a:endParaRPr>
          </a:p>
        </p:txBody>
      </p:sp>
      <p:sp>
        <p:nvSpPr>
          <p:cNvPr id="49156" name="Date Placeholder 4">
            <a:extLst>
              <a:ext uri="{FF2B5EF4-FFF2-40B4-BE49-F238E27FC236}">
                <a16:creationId xmlns:a16="http://schemas.microsoft.com/office/drawing/2014/main" id="{E9C652E6-E298-8E28-C21E-7BF50D82377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3591E93-200F-0346-9606-E7FEA7F72ADD}"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6F63C1E6-959C-046D-7FD8-CB740932D034}"/>
              </a:ext>
            </a:extLst>
          </p:cNvPr>
          <p:cNvSpPr>
            <a:spLocks noGrp="1"/>
          </p:cNvSpPr>
          <p:nvPr>
            <p:ph type="title"/>
          </p:nvPr>
        </p:nvSpPr>
        <p:spPr/>
        <p:txBody>
          <a:bodyPr/>
          <a:lstStyle/>
          <a:p>
            <a:r>
              <a:rPr lang="en-US" altLang="en-US"/>
              <a:t>Lab Answers</a:t>
            </a:r>
          </a:p>
        </p:txBody>
      </p:sp>
      <p:sp>
        <p:nvSpPr>
          <p:cNvPr id="51202" name="Content Placeholder 2">
            <a:extLst>
              <a:ext uri="{FF2B5EF4-FFF2-40B4-BE49-F238E27FC236}">
                <a16:creationId xmlns:a16="http://schemas.microsoft.com/office/drawing/2014/main" id="{9001ACA4-6571-4CE1-34F6-F284BF683ADC}"/>
              </a:ext>
            </a:extLst>
          </p:cNvPr>
          <p:cNvSpPr>
            <a:spLocks noGrp="1"/>
          </p:cNvSpPr>
          <p:nvPr>
            <p:ph idx="1"/>
          </p:nvPr>
        </p:nvSpPr>
        <p:spPr>
          <a:xfrm>
            <a:off x="457200" y="1219200"/>
            <a:ext cx="8229600" cy="4572000"/>
          </a:xfrm>
        </p:spPr>
        <p:txBody>
          <a:bodyPr/>
          <a:lstStyle/>
          <a:p>
            <a:pPr>
              <a:buFont typeface="Wingdings" pitchFamily="2" charset="2"/>
              <a:buNone/>
            </a:pPr>
            <a:r>
              <a:rPr lang="en-US" altLang="en-US"/>
              <a:t>Question 3</a:t>
            </a:r>
          </a:p>
          <a:p>
            <a:endParaRPr lang="en-US" altLang="en-US"/>
          </a:p>
          <a:p>
            <a:pPr>
              <a:buFont typeface="Wingdings" pitchFamily="2" charset="2"/>
              <a:buNone/>
            </a:pPr>
            <a:r>
              <a:rPr lang="en-US" altLang="en-US" sz="1400">
                <a:latin typeface="Courier New" panose="02070309020205020404" pitchFamily="49" charset="0"/>
                <a:cs typeface="Courier New" panose="02070309020205020404" pitchFamily="49" charset="0"/>
              </a:rPr>
              <a:t>public </a:t>
            </a:r>
            <a:r>
              <a:rPr lang="en-US" altLang="en-US" sz="1400" b="1">
                <a:solidFill>
                  <a:srgbClr val="FF0000"/>
                </a:solidFill>
                <a:latin typeface="Courier New" panose="02070309020205020404" pitchFamily="49" charset="0"/>
                <a:cs typeface="Courier New" panose="02070309020205020404" pitchFamily="49" charset="0"/>
              </a:rPr>
              <a:t>abstract</a:t>
            </a:r>
            <a:r>
              <a:rPr lang="en-US" altLang="en-US" sz="1400">
                <a:latin typeface="Courier New" panose="02070309020205020404" pitchFamily="49" charset="0"/>
                <a:cs typeface="Courier New" panose="02070309020205020404" pitchFamily="49" charset="0"/>
              </a:rPr>
              <a:t> class Logger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      public void LogMessage(string message)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      private void WriteLogMessage(PrintStream[] files, string message) {</a:t>
            </a:r>
          </a:p>
          <a:p>
            <a:pPr>
              <a:buFont typeface="Wingdings" pitchFamily="2" charset="2"/>
              <a:buNone/>
            </a:pPr>
            <a:r>
              <a:rPr lang="en-US" altLang="en-US" sz="1400">
                <a:latin typeface="Courier New" panose="02070309020205020404" pitchFamily="49" charset="0"/>
                <a:cs typeface="Courier New" panose="02070309020205020404" pitchFamily="49" charset="0"/>
              </a:rPr>
              <a:t>          for (int i=0; i &lt; files.Length; i++)  {</a:t>
            </a: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WriteLogMessageImpl(PrintStream file, message);</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protected abstract WriteLogMessageImpl(PrintStream file, string msg);</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a:t>
            </a:r>
          </a:p>
          <a:p>
            <a:pPr>
              <a:buFont typeface="Wingdings" pitchFamily="2" charset="2"/>
              <a:buNone/>
            </a:pPr>
            <a:endParaRPr lang="en-US" altLang="en-US"/>
          </a:p>
          <a:p>
            <a:pPr>
              <a:buFont typeface="Wingdings" pitchFamily="2" charset="2"/>
              <a:buNone/>
            </a:pPr>
            <a:endParaRPr lang="en-US" altLang="en-US"/>
          </a:p>
          <a:p>
            <a:pPr>
              <a:buFont typeface="Wingdings" pitchFamily="2" charset="2"/>
              <a:buNone/>
            </a:pPr>
            <a:endParaRPr lang="en-US" altLang="en-US"/>
          </a:p>
          <a:p>
            <a:pPr>
              <a:buFont typeface="Wingdings" pitchFamily="2" charset="2"/>
              <a:buNone/>
            </a:pPr>
            <a:endParaRPr lang="en-US" altLang="en-US"/>
          </a:p>
          <a:p>
            <a:pPr>
              <a:buFont typeface="Wingdings" pitchFamily="2" charset="2"/>
              <a:buNone/>
            </a:pPr>
            <a:endParaRPr lang="en-US" altLang="en-US"/>
          </a:p>
        </p:txBody>
      </p:sp>
      <p:sp>
        <p:nvSpPr>
          <p:cNvPr id="51203" name="Slide Number Placeholder 3">
            <a:extLst>
              <a:ext uri="{FF2B5EF4-FFF2-40B4-BE49-F238E27FC236}">
                <a16:creationId xmlns:a16="http://schemas.microsoft.com/office/drawing/2014/main" id="{7C77B859-F505-A165-CE76-380119D63EC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941F003-B840-8543-B83D-B8C843C23A4B}" type="slidenum">
              <a:rPr lang="en-US" altLang="en-US" sz="1000">
                <a:latin typeface="Arial Black" panose="020B0604020202020204" pitchFamily="34" charset="0"/>
              </a:rPr>
              <a:pPr>
                <a:spcBef>
                  <a:spcPct val="0"/>
                </a:spcBef>
                <a:buClrTx/>
                <a:buSzTx/>
                <a:buFontTx/>
                <a:buNone/>
              </a:pPr>
              <a:t>22</a:t>
            </a:fld>
            <a:endParaRPr lang="en-US" altLang="en-US" sz="1000">
              <a:latin typeface="Arial Black" panose="020B0604020202020204" pitchFamily="34" charset="0"/>
            </a:endParaRPr>
          </a:p>
        </p:txBody>
      </p:sp>
      <p:sp>
        <p:nvSpPr>
          <p:cNvPr id="51204" name="Date Placeholder 4">
            <a:extLst>
              <a:ext uri="{FF2B5EF4-FFF2-40B4-BE49-F238E27FC236}">
                <a16:creationId xmlns:a16="http://schemas.microsoft.com/office/drawing/2014/main" id="{D98412AE-7172-D7C2-DAD5-E77391B6751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E97755B-C603-B941-8424-18A296A86B23}" type="datetime1">
              <a:rPr lang="en-US" altLang="en-US" sz="1200" smtClean="0"/>
              <a:pPr>
                <a:spcBef>
                  <a:spcPct val="0"/>
                </a:spcBef>
                <a:buClrTx/>
                <a:buSzTx/>
                <a:buFontTx/>
                <a:buNone/>
              </a:pPr>
              <a:t>7/17/24</a:t>
            </a:fld>
            <a:endParaRPr lang="en-US" altLang="en-US" sz="1200"/>
          </a:p>
        </p:txBody>
      </p:sp>
      <p:sp>
        <p:nvSpPr>
          <p:cNvPr id="51205" name="TextBox 5">
            <a:extLst>
              <a:ext uri="{FF2B5EF4-FFF2-40B4-BE49-F238E27FC236}">
                <a16:creationId xmlns:a16="http://schemas.microsoft.com/office/drawing/2014/main" id="{06A7170A-F9CB-6509-F573-6F3E650FA6B7}"/>
              </a:ext>
            </a:extLst>
          </p:cNvPr>
          <p:cNvSpPr txBox="1">
            <a:spLocks noChangeArrowheads="1"/>
          </p:cNvSpPr>
          <p:nvPr/>
        </p:nvSpPr>
        <p:spPr bwMode="auto">
          <a:xfrm>
            <a:off x="533400" y="586740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Question 3a: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1AEE4933-F4E5-9659-C332-9B580F695742}"/>
              </a:ext>
            </a:extLst>
          </p:cNvPr>
          <p:cNvSpPr>
            <a:spLocks noGrp="1"/>
          </p:cNvSpPr>
          <p:nvPr>
            <p:ph type="title"/>
          </p:nvPr>
        </p:nvSpPr>
        <p:spPr/>
        <p:txBody>
          <a:bodyPr/>
          <a:lstStyle/>
          <a:p>
            <a:r>
              <a:rPr lang="en-US" altLang="en-US"/>
              <a:t>Lab Answers</a:t>
            </a:r>
          </a:p>
        </p:txBody>
      </p:sp>
      <p:sp>
        <p:nvSpPr>
          <p:cNvPr id="53250" name="Content Placeholder 2">
            <a:extLst>
              <a:ext uri="{FF2B5EF4-FFF2-40B4-BE49-F238E27FC236}">
                <a16:creationId xmlns:a16="http://schemas.microsoft.com/office/drawing/2014/main" id="{C0E2A51D-4907-35B9-4D49-6E934276973A}"/>
              </a:ext>
            </a:extLst>
          </p:cNvPr>
          <p:cNvSpPr>
            <a:spLocks noGrp="1"/>
          </p:cNvSpPr>
          <p:nvPr>
            <p:ph idx="1"/>
          </p:nvPr>
        </p:nvSpPr>
        <p:spPr>
          <a:xfrm>
            <a:off x="533400" y="1295400"/>
            <a:ext cx="8305800" cy="4495800"/>
          </a:xfrm>
        </p:spPr>
        <p:txBody>
          <a:bodyPr/>
          <a:lstStyle/>
          <a:p>
            <a:pPr>
              <a:buFont typeface="Wingdings" pitchFamily="2" charset="2"/>
              <a:buNone/>
            </a:pPr>
            <a:r>
              <a:rPr lang="en-US" altLang="en-US" sz="2000">
                <a:cs typeface="Courier New" panose="02070309020205020404" pitchFamily="49" charset="0"/>
              </a:rPr>
              <a:t>Question 4</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public interface ILogWriter {</a:t>
            </a:r>
          </a:p>
          <a:p>
            <a:pPr>
              <a:buFont typeface="Wingdings" pitchFamily="2" charset="2"/>
              <a:buNone/>
            </a:pPr>
            <a:r>
              <a:rPr lang="en-US" altLang="en-US" sz="1400">
                <a:latin typeface="Courier New" panose="02070309020205020404" pitchFamily="49" charset="0"/>
                <a:cs typeface="Courier New" panose="02070309020205020404" pitchFamily="49" charset="0"/>
              </a:rPr>
              <a:t>     void Write(PrintStream file, string message);</a:t>
            </a:r>
          </a:p>
          <a:p>
            <a:pPr>
              <a:buFont typeface="Wingdings" pitchFamily="2" charset="2"/>
              <a:buNone/>
            </a:pPr>
            <a:r>
              <a:rPr lang="en-US" altLang="en-US" sz="1400">
                <a:latin typeface="Courier New" panose="02070309020205020404" pitchFamily="49" charset="0"/>
                <a:cs typeface="Courier New" panose="02070309020205020404" pitchFamily="49" charset="0"/>
              </a:rPr>
              <a:t>}</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public class Logger {</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public ILogWriter logWriter;</a:t>
            </a:r>
          </a:p>
          <a:p>
            <a:pPr>
              <a:buFont typeface="Wingdings" pitchFamily="2" charset="2"/>
              <a:buNone/>
            </a:pPr>
            <a:endParaRPr lang="en-US" altLang="en-US" sz="1400">
              <a:latin typeface="Courier New" panose="02070309020205020404" pitchFamily="49" charset="0"/>
              <a:cs typeface="Courier New" panose="02070309020205020404" pitchFamily="49" charset="0"/>
            </a:endParaRPr>
          </a:p>
          <a:p>
            <a:pPr>
              <a:buFont typeface="Wingdings" pitchFamily="2" charset="2"/>
              <a:buNone/>
            </a:pPr>
            <a:r>
              <a:rPr lang="en-US" altLang="en-US" sz="1400">
                <a:latin typeface="Courier New" panose="02070309020205020404" pitchFamily="49" charset="0"/>
                <a:cs typeface="Courier New" panose="02070309020205020404" pitchFamily="49" charset="0"/>
              </a:rPr>
              <a:t>      private void WriteLogMessage(PrintStream[] files, string message) {</a:t>
            </a:r>
          </a:p>
          <a:p>
            <a:pPr>
              <a:buFont typeface="Wingdings" pitchFamily="2" charset="2"/>
              <a:buNone/>
            </a:pPr>
            <a:r>
              <a:rPr lang="en-US" altLang="en-US" sz="1400">
                <a:latin typeface="Courier New" panose="02070309020205020404" pitchFamily="49" charset="0"/>
                <a:cs typeface="Courier New" panose="02070309020205020404" pitchFamily="49" charset="0"/>
              </a:rPr>
              <a:t>          for (int i=0; i &lt; files.Length; i++)  {</a:t>
            </a:r>
          </a:p>
          <a:p>
            <a:pPr>
              <a:buFont typeface="Wingdings" pitchFamily="2" charset="2"/>
              <a:buNone/>
            </a:pPr>
            <a:r>
              <a:rPr lang="en-US" altLang="en-US" sz="1400" b="1">
                <a:solidFill>
                  <a:srgbClr val="FF0000"/>
                </a:solidFill>
                <a:latin typeface="Courier New" panose="02070309020205020404" pitchFamily="49" charset="0"/>
                <a:cs typeface="Courier New" panose="02070309020205020404" pitchFamily="49" charset="0"/>
              </a:rPr>
              <a:t>                logWriter.Write(file, message);</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r>
              <a:rPr lang="en-US" altLang="en-US" sz="1400">
                <a:latin typeface="Courier New" panose="02070309020205020404" pitchFamily="49" charset="0"/>
                <a:cs typeface="Courier New" panose="02070309020205020404" pitchFamily="49" charset="0"/>
              </a:rPr>
              <a:t>      }    </a:t>
            </a:r>
          </a:p>
          <a:p>
            <a:pPr>
              <a:buFont typeface="Wingdings" pitchFamily="2" charset="2"/>
              <a:buNone/>
            </a:pPr>
            <a:r>
              <a:rPr lang="en-US" altLang="en-US" sz="1400">
                <a:latin typeface="Courier New" panose="02070309020205020404" pitchFamily="49" charset="0"/>
                <a:cs typeface="Courier New" panose="02070309020205020404" pitchFamily="49" charset="0"/>
              </a:rPr>
              <a:t>}</a:t>
            </a:r>
          </a:p>
          <a:p>
            <a:pPr>
              <a:buFont typeface="Wingdings" pitchFamily="2" charset="2"/>
              <a:buNone/>
            </a:pPr>
            <a:endParaRPr lang="en-US" altLang="en-US" sz="1400"/>
          </a:p>
        </p:txBody>
      </p:sp>
      <p:sp>
        <p:nvSpPr>
          <p:cNvPr id="53251" name="Slide Number Placeholder 3">
            <a:extLst>
              <a:ext uri="{FF2B5EF4-FFF2-40B4-BE49-F238E27FC236}">
                <a16:creationId xmlns:a16="http://schemas.microsoft.com/office/drawing/2014/main" id="{0729D838-3F17-F54E-F88B-C6E419356FEC}"/>
              </a:ext>
            </a:extLst>
          </p:cNvPr>
          <p:cNvSpPr>
            <a:spLocks noGrp="1"/>
          </p:cNvSpPr>
          <p:nvPr>
            <p:ph type="sldNum" sz="quarter" idx="11"/>
          </p:nvPr>
        </p:nvSpPr>
        <p:spPr>
          <a:xfrm>
            <a:off x="6477000" y="64008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50AE146-44E3-414D-BC14-7291E18F7D20}" type="slidenum">
              <a:rPr lang="en-US" altLang="en-US" sz="1000">
                <a:latin typeface="Arial Black" panose="020B0604020202020204" pitchFamily="34" charset="0"/>
              </a:rPr>
              <a:pPr>
                <a:spcBef>
                  <a:spcPct val="0"/>
                </a:spcBef>
                <a:buClrTx/>
                <a:buSzTx/>
                <a:buFontTx/>
                <a:buNone/>
              </a:pPr>
              <a:t>23</a:t>
            </a:fld>
            <a:endParaRPr lang="en-US" altLang="en-US" sz="1000">
              <a:latin typeface="Arial Black" panose="020B0604020202020204" pitchFamily="34" charset="0"/>
            </a:endParaRPr>
          </a:p>
        </p:txBody>
      </p:sp>
      <p:sp>
        <p:nvSpPr>
          <p:cNvPr id="53252" name="Date Placeholder 4">
            <a:extLst>
              <a:ext uri="{FF2B5EF4-FFF2-40B4-BE49-F238E27FC236}">
                <a16:creationId xmlns:a16="http://schemas.microsoft.com/office/drawing/2014/main" id="{F9014227-5BD1-77F7-B8DC-27BA317BCD8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1A62E56-AC52-4E4F-B98E-92E8F2C0DEA3}"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AD1B334B-BFCB-2DFF-4BD5-15D92D766C45}"/>
              </a:ext>
            </a:extLst>
          </p:cNvPr>
          <p:cNvSpPr>
            <a:spLocks noGrp="1"/>
          </p:cNvSpPr>
          <p:nvPr>
            <p:ph type="title"/>
          </p:nvPr>
        </p:nvSpPr>
        <p:spPr/>
        <p:txBody>
          <a:bodyPr/>
          <a:lstStyle/>
          <a:p>
            <a:r>
              <a:rPr lang="en-US" altLang="en-US"/>
              <a:t>Question 4a</a:t>
            </a:r>
          </a:p>
        </p:txBody>
      </p:sp>
      <p:sp>
        <p:nvSpPr>
          <p:cNvPr id="55298" name="Content Placeholder 2">
            <a:extLst>
              <a:ext uri="{FF2B5EF4-FFF2-40B4-BE49-F238E27FC236}">
                <a16:creationId xmlns:a16="http://schemas.microsoft.com/office/drawing/2014/main" id="{C7AA201E-8859-537E-6663-B372322702F6}"/>
              </a:ext>
            </a:extLst>
          </p:cNvPr>
          <p:cNvSpPr>
            <a:spLocks noGrp="1"/>
          </p:cNvSpPr>
          <p:nvPr>
            <p:ph idx="1"/>
          </p:nvPr>
        </p:nvSpPr>
        <p:spPr/>
        <p:txBody>
          <a:bodyPr/>
          <a:lstStyle/>
          <a:p>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public void setLogWriter(ILogWriter writer) {</a:t>
            </a:r>
          </a:p>
          <a:p>
            <a:pPr>
              <a:buFont typeface="Wingdings" pitchFamily="2" charset="2"/>
              <a:buNone/>
            </a:pPr>
            <a:r>
              <a:rPr lang="en-US" altLang="en-US" sz="1600">
                <a:latin typeface="Courier New" panose="02070309020205020404" pitchFamily="49" charset="0"/>
                <a:cs typeface="Courier New" panose="02070309020205020404" pitchFamily="49" charset="0"/>
              </a:rPr>
              <a:t>		this.logWriter = writer;</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endParaRPr lang="en-US" altLang="en-US" sz="1600">
              <a:latin typeface="Courier New" panose="02070309020205020404" pitchFamily="49" charset="0"/>
              <a:cs typeface="Courier New" panose="02070309020205020404" pitchFamily="49" charset="0"/>
            </a:endParaRPr>
          </a:p>
        </p:txBody>
      </p:sp>
      <p:sp>
        <p:nvSpPr>
          <p:cNvPr id="55299" name="Slide Number Placeholder 3">
            <a:extLst>
              <a:ext uri="{FF2B5EF4-FFF2-40B4-BE49-F238E27FC236}">
                <a16:creationId xmlns:a16="http://schemas.microsoft.com/office/drawing/2014/main" id="{AAB51E24-6FC3-54BC-E71B-0A3842D8B98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3D700C8-31E2-3148-B6D0-B4F768472FAD}" type="slidenum">
              <a:rPr lang="en-US" altLang="en-US" sz="1000">
                <a:latin typeface="Arial Black" panose="020B0604020202020204" pitchFamily="34" charset="0"/>
              </a:rPr>
              <a:pPr>
                <a:spcBef>
                  <a:spcPct val="0"/>
                </a:spcBef>
                <a:buClrTx/>
                <a:buSzTx/>
                <a:buFontTx/>
                <a:buNone/>
              </a:pPr>
              <a:t>24</a:t>
            </a:fld>
            <a:endParaRPr lang="en-US" altLang="en-US" sz="1000">
              <a:latin typeface="Arial Black" panose="020B0604020202020204" pitchFamily="34" charset="0"/>
            </a:endParaRPr>
          </a:p>
        </p:txBody>
      </p:sp>
      <p:sp>
        <p:nvSpPr>
          <p:cNvPr id="55300" name="Date Placeholder 4">
            <a:extLst>
              <a:ext uri="{FF2B5EF4-FFF2-40B4-BE49-F238E27FC236}">
                <a16:creationId xmlns:a16="http://schemas.microsoft.com/office/drawing/2014/main" id="{635E265C-EEC7-862F-0DBB-2F0CEE04539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F1F2C63-5D48-0B47-8FD3-EA9645244CF9}"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C3BB871D-4216-4601-B23D-AD387A2096A3}"/>
              </a:ext>
            </a:extLst>
          </p:cNvPr>
          <p:cNvSpPr>
            <a:spLocks noGrp="1"/>
          </p:cNvSpPr>
          <p:nvPr>
            <p:ph type="title"/>
          </p:nvPr>
        </p:nvSpPr>
        <p:spPr/>
        <p:txBody>
          <a:bodyPr/>
          <a:lstStyle/>
          <a:p>
            <a:r>
              <a:rPr lang="en-US" altLang="en-US">
                <a:cs typeface="Courier New" panose="02070309020205020404" pitchFamily="49" charset="0"/>
              </a:rPr>
              <a:t>Question 4b</a:t>
            </a:r>
          </a:p>
        </p:txBody>
      </p:sp>
      <p:sp>
        <p:nvSpPr>
          <p:cNvPr id="57346" name="Content Placeholder 2">
            <a:extLst>
              <a:ext uri="{FF2B5EF4-FFF2-40B4-BE49-F238E27FC236}">
                <a16:creationId xmlns:a16="http://schemas.microsoft.com/office/drawing/2014/main" id="{16D95381-7970-0AF7-4A81-AAF462920D47}"/>
              </a:ext>
            </a:extLst>
          </p:cNvPr>
          <p:cNvSpPr>
            <a:spLocks noGrp="1"/>
          </p:cNvSpPr>
          <p:nvPr>
            <p:ph idx="1"/>
          </p:nvPr>
        </p:nvSpPr>
        <p:spPr>
          <a:xfrm>
            <a:off x="381000" y="1219200"/>
            <a:ext cx="8153400" cy="54102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enum LogWriterEnum {</a:t>
            </a:r>
          </a:p>
          <a:p>
            <a:pPr>
              <a:buFont typeface="Wingdings" pitchFamily="2" charset="2"/>
              <a:buNone/>
            </a:pPr>
            <a:r>
              <a:rPr lang="en-US" altLang="en-US" sz="1600">
                <a:latin typeface="Courier New" panose="02070309020205020404" pitchFamily="49" charset="0"/>
                <a:cs typeface="Courier New" panose="02070309020205020404" pitchFamily="49" charset="0"/>
              </a:rPr>
              <a:t>     Simple, </a:t>
            </a:r>
          </a:p>
          <a:p>
            <a:pPr>
              <a:buFont typeface="Wingdings" pitchFamily="2" charset="2"/>
              <a:buNone/>
            </a:pPr>
            <a:r>
              <a:rPr lang="en-US" altLang="en-US" sz="1600">
                <a:latin typeface="Courier New" panose="02070309020205020404" pitchFamily="49" charset="0"/>
                <a:cs typeface="Courier New" panose="02070309020205020404" pitchFamily="49" charset="0"/>
              </a:rPr>
              <a:t>     Medium,</a:t>
            </a:r>
          </a:p>
          <a:p>
            <a:pPr>
              <a:buFont typeface="Wingdings" pitchFamily="2" charset="2"/>
              <a:buNone/>
            </a:pPr>
            <a:r>
              <a:rPr lang="en-US" altLang="en-US" sz="1600">
                <a:latin typeface="Courier New" panose="02070309020205020404" pitchFamily="49" charset="0"/>
                <a:cs typeface="Courier New" panose="02070309020205020404" pitchFamily="49" charset="0"/>
              </a:rPr>
              <a:t>     Hard</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public void setLogWriter(LogWriterEnum logEnum)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if (logEnum == Simple)</a:t>
            </a:r>
          </a:p>
          <a:p>
            <a:pPr>
              <a:buFont typeface="Wingdings" pitchFamily="2" charset="2"/>
              <a:buNone/>
            </a:pPr>
            <a:r>
              <a:rPr lang="en-US" altLang="en-US" sz="1600">
                <a:latin typeface="Courier New" panose="02070309020205020404" pitchFamily="49" charset="0"/>
                <a:cs typeface="Courier New" panose="02070309020205020404" pitchFamily="49" charset="0"/>
              </a:rPr>
              <a:t>         this.logWriter = LogWriter1();</a:t>
            </a:r>
          </a:p>
          <a:p>
            <a:pPr>
              <a:buFont typeface="Wingdings" pitchFamily="2" charset="2"/>
              <a:buNone/>
            </a:pPr>
            <a:r>
              <a:rPr lang="en-US" altLang="en-US" sz="1600">
                <a:latin typeface="Courier New" panose="02070309020205020404" pitchFamily="49" charset="0"/>
                <a:cs typeface="Courier New" panose="02070309020205020404" pitchFamily="49" charset="0"/>
              </a:rPr>
              <a:t>     else if (logEnum == Medium) </a:t>
            </a:r>
          </a:p>
          <a:p>
            <a:pPr>
              <a:buFont typeface="Wingdings" pitchFamily="2" charset="2"/>
              <a:buNone/>
            </a:pPr>
            <a:r>
              <a:rPr lang="en-US" altLang="en-US" sz="1600">
                <a:latin typeface="Courier New" panose="02070309020205020404" pitchFamily="49" charset="0"/>
                <a:cs typeface="Courier New" panose="02070309020205020404" pitchFamily="49" charset="0"/>
              </a:rPr>
              <a:t>         this.logWriter = LogWriter2();</a:t>
            </a:r>
          </a:p>
          <a:p>
            <a:pPr>
              <a:buFont typeface="Wingdings" pitchFamily="2" charset="2"/>
              <a:buNone/>
            </a:pPr>
            <a:r>
              <a:rPr lang="en-US" altLang="en-US" sz="1600">
                <a:latin typeface="Courier New" panose="02070309020205020404" pitchFamily="49" charset="0"/>
                <a:cs typeface="Courier New" panose="02070309020205020404" pitchFamily="49" charset="0"/>
              </a:rPr>
              <a:t>     …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u="sng">
                <a:latin typeface="Courier New" panose="02070309020205020404" pitchFamily="49" charset="0"/>
                <a:cs typeface="Courier New" panose="02070309020205020404" pitchFamily="49" charset="0"/>
              </a:rPr>
              <a:t>Alternative Design:</a:t>
            </a:r>
          </a:p>
          <a:p>
            <a:pPr>
              <a:buFont typeface="Wingdings" pitchFamily="2" charset="2"/>
              <a:buNone/>
            </a:pPr>
            <a:r>
              <a:rPr lang="en-US" altLang="en-US" sz="1600">
                <a:latin typeface="Courier New" panose="02070309020205020404" pitchFamily="49" charset="0"/>
                <a:cs typeface="Courier New" panose="02070309020205020404" pitchFamily="49" charset="0"/>
              </a:rPr>
              <a:t>http://www.codeproject.com/KB/architecture/FactoryStrategyDesignPatt.aspx</a:t>
            </a:r>
          </a:p>
          <a:p>
            <a:pPr>
              <a:buFont typeface="Wingdings" pitchFamily="2" charset="2"/>
              <a:buNone/>
            </a:pPr>
            <a:endParaRPr lang="en-US" altLang="en-US" sz="1600"/>
          </a:p>
        </p:txBody>
      </p:sp>
      <p:sp>
        <p:nvSpPr>
          <p:cNvPr id="57347" name="Slide Number Placeholder 3">
            <a:extLst>
              <a:ext uri="{FF2B5EF4-FFF2-40B4-BE49-F238E27FC236}">
                <a16:creationId xmlns:a16="http://schemas.microsoft.com/office/drawing/2014/main" id="{54407DFA-98E9-90B8-B570-6E5B27D27B5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163FB40-FEDE-144E-83AF-22398957FB38}" type="slidenum">
              <a:rPr lang="en-US" altLang="en-US" sz="1000">
                <a:latin typeface="Arial Black" panose="020B0604020202020204" pitchFamily="34" charset="0"/>
              </a:rPr>
              <a:pPr>
                <a:spcBef>
                  <a:spcPct val="0"/>
                </a:spcBef>
                <a:buClrTx/>
                <a:buSzTx/>
                <a:buFontTx/>
                <a:buNone/>
              </a:pPr>
              <a:t>25</a:t>
            </a:fld>
            <a:endParaRPr lang="en-US" altLang="en-US" sz="1000">
              <a:latin typeface="Arial Black" panose="020B0604020202020204" pitchFamily="34" charset="0"/>
            </a:endParaRPr>
          </a:p>
        </p:txBody>
      </p:sp>
      <p:sp>
        <p:nvSpPr>
          <p:cNvPr id="57348" name="Date Placeholder 4">
            <a:extLst>
              <a:ext uri="{FF2B5EF4-FFF2-40B4-BE49-F238E27FC236}">
                <a16:creationId xmlns:a16="http://schemas.microsoft.com/office/drawing/2014/main" id="{94C8780B-BD33-9E3B-DB9D-D9D43C58CA5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9544777-871C-AE47-9FA9-AE0F5F53C8A8}" type="datetime1">
              <a:rPr lang="en-US" altLang="en-US" sz="1200" smtClean="0"/>
              <a:pPr>
                <a:spcBef>
                  <a:spcPct val="0"/>
                </a:spcBef>
                <a:buClrTx/>
                <a:buSzTx/>
                <a:buFontTx/>
                <a:buNone/>
              </a:pPr>
              <a:t>7/17/24</a:t>
            </a:fld>
            <a:endParaRPr lang="en-US" altLang="en-US" sz="1200"/>
          </a:p>
        </p:txBody>
      </p:sp>
      <p:sp>
        <p:nvSpPr>
          <p:cNvPr id="57349" name="TextBox 5">
            <a:extLst>
              <a:ext uri="{FF2B5EF4-FFF2-40B4-BE49-F238E27FC236}">
                <a16:creationId xmlns:a16="http://schemas.microsoft.com/office/drawing/2014/main" id="{D1BF6212-6E9E-9447-FA98-A21B1BB616D6}"/>
              </a:ext>
            </a:extLst>
          </p:cNvPr>
          <p:cNvSpPr txBox="1">
            <a:spLocks noChangeArrowheads="1"/>
          </p:cNvSpPr>
          <p:nvPr/>
        </p:nvSpPr>
        <p:spPr bwMode="auto">
          <a:xfrm>
            <a:off x="5638800" y="1600200"/>
            <a:ext cx="2514600" cy="64611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So what if we created an enum…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4DBFEAC4-6CAB-6006-0355-E582D97B904D}"/>
              </a:ext>
            </a:extLst>
          </p:cNvPr>
          <p:cNvSpPr>
            <a:spLocks noGrp="1"/>
          </p:cNvSpPr>
          <p:nvPr>
            <p:ph type="title"/>
          </p:nvPr>
        </p:nvSpPr>
        <p:spPr/>
        <p:txBody>
          <a:bodyPr/>
          <a:lstStyle/>
          <a:p>
            <a:r>
              <a:rPr lang="en-US" altLang="en-US"/>
              <a:t>Question 4c</a:t>
            </a:r>
          </a:p>
        </p:txBody>
      </p:sp>
      <p:sp>
        <p:nvSpPr>
          <p:cNvPr id="59394" name="Content Placeholder 2">
            <a:extLst>
              <a:ext uri="{FF2B5EF4-FFF2-40B4-BE49-F238E27FC236}">
                <a16:creationId xmlns:a16="http://schemas.microsoft.com/office/drawing/2014/main" id="{5A5B3C5D-A78B-EB0B-5A3C-333CD38396F8}"/>
              </a:ext>
            </a:extLst>
          </p:cNvPr>
          <p:cNvSpPr>
            <a:spLocks noGrp="1"/>
          </p:cNvSpPr>
          <p:nvPr>
            <p:ph idx="1"/>
          </p:nvPr>
        </p:nvSpPr>
        <p:spPr>
          <a:xfrm>
            <a:off x="457200" y="1371600"/>
            <a:ext cx="8458200" cy="4495800"/>
          </a:xfrm>
        </p:spPr>
        <p:txBody>
          <a:bodyPr/>
          <a:lstStyle/>
          <a:p>
            <a:r>
              <a:rPr lang="en-US" altLang="en-US"/>
              <a:t>Option 1</a:t>
            </a:r>
          </a:p>
          <a:p>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public interface ILogWriter {</a:t>
            </a:r>
          </a:p>
          <a:p>
            <a:pPr>
              <a:buFont typeface="Wingdings" pitchFamily="2" charset="2"/>
              <a:buNone/>
            </a:pPr>
            <a:r>
              <a:rPr lang="en-US" altLang="en-US" sz="1600">
                <a:latin typeface="Courier New" panose="02070309020205020404" pitchFamily="49" charset="0"/>
                <a:cs typeface="Courier New" panose="02070309020205020404" pitchFamily="49" charset="0"/>
              </a:rPr>
              <a:t>     void Write(PrintStream file, string message,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string LoggedInUser, string LastTimeLogged</a:t>
            </a:r>
            <a:r>
              <a:rPr lang="en-US" altLang="en-US" sz="1600">
                <a:latin typeface="Courier New" panose="02070309020205020404" pitchFamily="49" charset="0"/>
                <a:cs typeface="Courier New" panose="02070309020205020404" pitchFamily="49" charset="0"/>
              </a:rPr>
              <a:t>);</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a:p>
          <a:p>
            <a:pPr>
              <a:buFont typeface="Wingdings" pitchFamily="2" charset="2"/>
              <a:buNone/>
            </a:pPr>
            <a:r>
              <a:rPr lang="en-US" altLang="en-US"/>
              <a:t>We can send the information in the method call itself.  The disadvantage is that we may be sending more information than needed.</a:t>
            </a:r>
          </a:p>
          <a:p>
            <a:pPr>
              <a:buFont typeface="Wingdings" pitchFamily="2" charset="2"/>
              <a:buNone/>
            </a:pPr>
            <a:endParaRPr lang="en-US" altLang="en-US"/>
          </a:p>
          <a:p>
            <a:pPr>
              <a:buFont typeface="Wingdings" pitchFamily="2" charset="2"/>
              <a:buNone/>
            </a:pPr>
            <a:endParaRPr lang="en-US" altLang="en-US"/>
          </a:p>
        </p:txBody>
      </p:sp>
      <p:sp>
        <p:nvSpPr>
          <p:cNvPr id="59395" name="Slide Number Placeholder 3">
            <a:extLst>
              <a:ext uri="{FF2B5EF4-FFF2-40B4-BE49-F238E27FC236}">
                <a16:creationId xmlns:a16="http://schemas.microsoft.com/office/drawing/2014/main" id="{91008A74-2C62-0FDD-13B4-B42859FF8E2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89F5497-0C35-6442-B017-67ADBA647850}" type="slidenum">
              <a:rPr lang="en-US" altLang="en-US" sz="1000">
                <a:latin typeface="Arial Black" panose="020B0604020202020204" pitchFamily="34" charset="0"/>
              </a:rPr>
              <a:pPr>
                <a:spcBef>
                  <a:spcPct val="0"/>
                </a:spcBef>
                <a:buClrTx/>
                <a:buSzTx/>
                <a:buFontTx/>
                <a:buNone/>
              </a:pPr>
              <a:t>26</a:t>
            </a:fld>
            <a:endParaRPr lang="en-US" altLang="en-US" sz="1000">
              <a:latin typeface="Arial Black" panose="020B0604020202020204" pitchFamily="34" charset="0"/>
            </a:endParaRPr>
          </a:p>
        </p:txBody>
      </p:sp>
      <p:sp>
        <p:nvSpPr>
          <p:cNvPr id="59396" name="Date Placeholder 4">
            <a:extLst>
              <a:ext uri="{FF2B5EF4-FFF2-40B4-BE49-F238E27FC236}">
                <a16:creationId xmlns:a16="http://schemas.microsoft.com/office/drawing/2014/main" id="{84F1B3D3-EE53-A4E0-7128-3FE7E8C7AEA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5D24932-2067-3B48-AC2C-00EF91E5B0A5}"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B34E529C-83CD-89CE-DEAA-B6581AEE97CF}"/>
              </a:ext>
            </a:extLst>
          </p:cNvPr>
          <p:cNvSpPr>
            <a:spLocks noGrp="1"/>
          </p:cNvSpPr>
          <p:nvPr>
            <p:ph type="title"/>
          </p:nvPr>
        </p:nvSpPr>
        <p:spPr/>
        <p:txBody>
          <a:bodyPr/>
          <a:lstStyle/>
          <a:p>
            <a:r>
              <a:rPr lang="en-US" altLang="en-US"/>
              <a:t>Question 4c</a:t>
            </a:r>
          </a:p>
        </p:txBody>
      </p:sp>
      <p:sp>
        <p:nvSpPr>
          <p:cNvPr id="60418" name="Content Placeholder 2">
            <a:extLst>
              <a:ext uri="{FF2B5EF4-FFF2-40B4-BE49-F238E27FC236}">
                <a16:creationId xmlns:a16="http://schemas.microsoft.com/office/drawing/2014/main" id="{092ED257-2841-A658-C65B-9473FDED82E9}"/>
              </a:ext>
            </a:extLst>
          </p:cNvPr>
          <p:cNvSpPr>
            <a:spLocks noGrp="1"/>
          </p:cNvSpPr>
          <p:nvPr>
            <p:ph idx="1"/>
          </p:nvPr>
        </p:nvSpPr>
        <p:spPr>
          <a:xfrm>
            <a:off x="457200" y="1371600"/>
            <a:ext cx="8534400" cy="4648200"/>
          </a:xfrm>
        </p:spPr>
        <p:txBody>
          <a:bodyPr/>
          <a:lstStyle/>
          <a:p>
            <a:r>
              <a:rPr lang="en-US" altLang="en-US"/>
              <a:t>Option 2 – We can pass a reference of Context (Logger) itself</a:t>
            </a:r>
          </a:p>
          <a:p>
            <a:endParaRPr lang="en-US" altLang="en-US"/>
          </a:p>
          <a:p>
            <a:pPr>
              <a:buFont typeface="Wingdings" pitchFamily="2" charset="2"/>
              <a:buNone/>
            </a:pPr>
            <a:r>
              <a:rPr lang="en-US" altLang="en-US" sz="1800">
                <a:latin typeface="Courier New" panose="02070309020205020404" pitchFamily="49" charset="0"/>
                <a:cs typeface="Courier New" panose="02070309020205020404" pitchFamily="49" charset="0"/>
              </a:rPr>
              <a:t>public interface ILogWriter {</a:t>
            </a:r>
          </a:p>
          <a:p>
            <a:pPr>
              <a:buFont typeface="Wingdings" pitchFamily="2" charset="2"/>
              <a:buNone/>
            </a:pPr>
            <a:r>
              <a:rPr lang="en-US" altLang="en-US" sz="1800">
                <a:latin typeface="Courier New" panose="02070309020205020404" pitchFamily="49" charset="0"/>
                <a:cs typeface="Courier New" panose="02070309020205020404" pitchFamily="49" charset="0"/>
              </a:rPr>
              <a:t>  void Write(PrintStream file, string message, </a:t>
            </a:r>
            <a:r>
              <a:rPr lang="en-US" altLang="en-US" sz="1800" b="1">
                <a:solidFill>
                  <a:srgbClr val="FF0000"/>
                </a:solidFill>
                <a:latin typeface="Courier New" panose="02070309020205020404" pitchFamily="49" charset="0"/>
                <a:cs typeface="Courier New" panose="02070309020205020404" pitchFamily="49" charset="0"/>
              </a:rPr>
              <a:t>Logger log</a:t>
            </a:r>
            <a:r>
              <a:rPr lang="en-US" altLang="en-US" sz="1800">
                <a:latin typeface="Courier New" panose="02070309020205020404" pitchFamily="49" charset="0"/>
                <a:cs typeface="Courier New" panose="02070309020205020404" pitchFamily="49" charset="0"/>
              </a:rPr>
              <a:t>);</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a:t>Advantage  - The strategy can ask the Logger class for information that it needs. (and it may not need anything!)</a:t>
            </a:r>
          </a:p>
          <a:p>
            <a:pPr>
              <a:buFont typeface="Wingdings" pitchFamily="2" charset="2"/>
              <a:buNone/>
            </a:pPr>
            <a:endParaRPr lang="en-US" altLang="en-US"/>
          </a:p>
          <a:p>
            <a:pPr>
              <a:buFont typeface="Wingdings" pitchFamily="2" charset="2"/>
              <a:buNone/>
            </a:pPr>
            <a:r>
              <a:rPr lang="en-US" altLang="en-US"/>
              <a:t>Disadvantage – The strategy becomes more tightly coupled with the Context object.</a:t>
            </a:r>
          </a:p>
        </p:txBody>
      </p:sp>
      <p:sp>
        <p:nvSpPr>
          <p:cNvPr id="60419" name="Slide Number Placeholder 3">
            <a:extLst>
              <a:ext uri="{FF2B5EF4-FFF2-40B4-BE49-F238E27FC236}">
                <a16:creationId xmlns:a16="http://schemas.microsoft.com/office/drawing/2014/main" id="{E05F635E-BE71-7175-5CE5-CDBAA6AD1B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B4BDC48-D2BD-1A44-9993-8B2F18411772}" type="slidenum">
              <a:rPr lang="en-US" altLang="en-US" sz="1000">
                <a:latin typeface="Arial Black" panose="020B0604020202020204" pitchFamily="34" charset="0"/>
              </a:rPr>
              <a:pPr>
                <a:spcBef>
                  <a:spcPct val="0"/>
                </a:spcBef>
                <a:buClrTx/>
                <a:buSzTx/>
                <a:buFontTx/>
                <a:buNone/>
              </a:pPr>
              <a:t>27</a:t>
            </a:fld>
            <a:endParaRPr lang="en-US" altLang="en-US" sz="1000">
              <a:latin typeface="Arial Black" panose="020B0604020202020204" pitchFamily="34" charset="0"/>
            </a:endParaRPr>
          </a:p>
        </p:txBody>
      </p:sp>
      <p:sp>
        <p:nvSpPr>
          <p:cNvPr id="60420" name="Date Placeholder 4">
            <a:extLst>
              <a:ext uri="{FF2B5EF4-FFF2-40B4-BE49-F238E27FC236}">
                <a16:creationId xmlns:a16="http://schemas.microsoft.com/office/drawing/2014/main" id="{5BA328BA-2B2B-7A6F-FC90-26F47C559F3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23553F5-2212-224E-A59B-32B8B2F05D2B}"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50E50590-63A0-B837-B815-6CDDAA70771D}"/>
              </a:ext>
            </a:extLst>
          </p:cNvPr>
          <p:cNvSpPr>
            <a:spLocks noGrp="1"/>
          </p:cNvSpPr>
          <p:nvPr>
            <p:ph type="title"/>
          </p:nvPr>
        </p:nvSpPr>
        <p:spPr/>
        <p:txBody>
          <a:bodyPr/>
          <a:lstStyle/>
          <a:p>
            <a:r>
              <a:rPr lang="en-US" altLang="en-US"/>
              <a:t>Bonus Question</a:t>
            </a:r>
          </a:p>
        </p:txBody>
      </p:sp>
      <p:sp>
        <p:nvSpPr>
          <p:cNvPr id="61442" name="Content Placeholder 2">
            <a:extLst>
              <a:ext uri="{FF2B5EF4-FFF2-40B4-BE49-F238E27FC236}">
                <a16:creationId xmlns:a16="http://schemas.microsoft.com/office/drawing/2014/main" id="{61D27874-B01E-51D7-9E8B-5BC48874157B}"/>
              </a:ext>
            </a:extLst>
          </p:cNvPr>
          <p:cNvSpPr>
            <a:spLocks noGrp="1"/>
          </p:cNvSpPr>
          <p:nvPr>
            <p:ph idx="1"/>
          </p:nvPr>
        </p:nvSpPr>
        <p:spPr>
          <a:xfrm>
            <a:off x="457200" y="1371600"/>
            <a:ext cx="8229600" cy="5029200"/>
          </a:xfrm>
        </p:spPr>
        <p:txBody>
          <a:bodyPr/>
          <a:lstStyle/>
          <a:p>
            <a:pPr>
              <a:buFont typeface="Wingdings" pitchFamily="2" charset="2"/>
              <a:buNone/>
            </a:pPr>
            <a:r>
              <a:rPr lang="en-US" altLang="en-US"/>
              <a:t>We can use Singletons!</a:t>
            </a:r>
          </a:p>
          <a:p>
            <a:pPr>
              <a:buFont typeface="Wingdings" pitchFamily="2" charset="2"/>
              <a:buNone/>
            </a:pPr>
            <a:endParaRPr lang="en-US" altLang="en-US"/>
          </a:p>
          <a:p>
            <a:pPr>
              <a:buFont typeface="Wingdings" pitchFamily="2" charset="2"/>
              <a:buNone/>
            </a:pPr>
            <a:r>
              <a:rPr lang="en-US" altLang="en-US"/>
              <a:t>Instead of this code:</a:t>
            </a:r>
          </a:p>
          <a:p>
            <a:pPr>
              <a:buFont typeface="Wingdings" pitchFamily="2" charset="2"/>
              <a:buNone/>
            </a:pPr>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Logger.setLogWriter(new LogWriter1());</a:t>
            </a:r>
          </a:p>
          <a:p>
            <a:pPr>
              <a:buFont typeface="Wingdings" pitchFamily="2" charset="2"/>
              <a:buNone/>
            </a:pPr>
            <a:r>
              <a:rPr lang="en-US" altLang="en-US" sz="1600">
                <a:latin typeface="Courier New" panose="02070309020205020404" pitchFamily="49" charset="0"/>
                <a:cs typeface="Courier New" panose="02070309020205020404" pitchFamily="49" charset="0"/>
              </a:rPr>
              <a:t>Logger.setLogWriter(new LogWriter2());</a:t>
            </a:r>
          </a:p>
          <a:p>
            <a:pPr>
              <a:buFont typeface="Wingdings" pitchFamily="2" charset="2"/>
              <a:buNone/>
            </a:pPr>
            <a:endParaRPr lang="en-US" altLang="en-US"/>
          </a:p>
          <a:p>
            <a:pPr>
              <a:buFont typeface="Wingdings" pitchFamily="2" charset="2"/>
              <a:buNone/>
            </a:pPr>
            <a:r>
              <a:rPr lang="en-US" altLang="en-US"/>
              <a:t>We can use this code:</a:t>
            </a:r>
          </a:p>
          <a:p>
            <a:pPr>
              <a:buFont typeface="Wingdings" pitchFamily="2" charset="2"/>
              <a:buNone/>
            </a:pPr>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Logger logger = new Logger()</a:t>
            </a:r>
          </a:p>
          <a:p>
            <a:pPr>
              <a:buFont typeface="Wingdings" pitchFamily="2" charset="2"/>
              <a:buNone/>
            </a:pPr>
            <a:r>
              <a:rPr lang="en-US" altLang="en-US" sz="1600">
                <a:latin typeface="Courier New" panose="02070309020205020404" pitchFamily="49" charset="0"/>
                <a:cs typeface="Courier New" panose="02070309020205020404" pitchFamily="49" charset="0"/>
              </a:rPr>
              <a:t>Logger.setLogWriter(LogWriter1.TheInstance);</a:t>
            </a:r>
          </a:p>
          <a:p>
            <a:pPr>
              <a:buFont typeface="Wingdings" pitchFamily="2" charset="2"/>
              <a:buNone/>
            </a:pPr>
            <a:r>
              <a:rPr lang="en-US" altLang="en-US" sz="1600">
                <a:latin typeface="Courier New" panose="02070309020205020404" pitchFamily="49" charset="0"/>
                <a:cs typeface="Courier New" panose="02070309020205020404" pitchFamily="49" charset="0"/>
              </a:rPr>
              <a:t>Logger.setLogWriter(LogWriter2.TheInstance);</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61443" name="Slide Number Placeholder 3">
            <a:extLst>
              <a:ext uri="{FF2B5EF4-FFF2-40B4-BE49-F238E27FC236}">
                <a16:creationId xmlns:a16="http://schemas.microsoft.com/office/drawing/2014/main" id="{CCC49D80-42D9-F3B1-C827-1F5E9429B03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ACCEAF4-E3DB-6142-9D66-6BAC82627CBF}" type="slidenum">
              <a:rPr lang="en-US" altLang="en-US" sz="1000">
                <a:latin typeface="Arial Black" panose="020B0604020202020204" pitchFamily="34" charset="0"/>
              </a:rPr>
              <a:pPr>
                <a:spcBef>
                  <a:spcPct val="0"/>
                </a:spcBef>
                <a:buClrTx/>
                <a:buSzTx/>
                <a:buFontTx/>
                <a:buNone/>
              </a:pPr>
              <a:t>28</a:t>
            </a:fld>
            <a:endParaRPr lang="en-US" altLang="en-US" sz="1000">
              <a:latin typeface="Arial Black" panose="020B0604020202020204" pitchFamily="34" charset="0"/>
            </a:endParaRPr>
          </a:p>
        </p:txBody>
      </p:sp>
      <p:sp>
        <p:nvSpPr>
          <p:cNvPr id="61444" name="Date Placeholder 4">
            <a:extLst>
              <a:ext uri="{FF2B5EF4-FFF2-40B4-BE49-F238E27FC236}">
                <a16:creationId xmlns:a16="http://schemas.microsoft.com/office/drawing/2014/main" id="{4E1EA577-CE8E-22FB-91C6-494AA6DB407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8DA2DC1-7251-8B45-837E-586DE6C7661A}"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1E92465B-2D9A-2C73-6833-9BA78856B4B9}"/>
              </a:ext>
            </a:extLst>
          </p:cNvPr>
          <p:cNvSpPr>
            <a:spLocks noGrp="1"/>
          </p:cNvSpPr>
          <p:nvPr>
            <p:ph type="title"/>
          </p:nvPr>
        </p:nvSpPr>
        <p:spPr/>
        <p:txBody>
          <a:bodyPr/>
          <a:lstStyle/>
          <a:p>
            <a:r>
              <a:rPr lang="en-US" altLang="en-US"/>
              <a:t>Advantage: Unit Testing</a:t>
            </a:r>
          </a:p>
        </p:txBody>
      </p:sp>
      <p:sp>
        <p:nvSpPr>
          <p:cNvPr id="62466" name="Content Placeholder 2">
            <a:extLst>
              <a:ext uri="{FF2B5EF4-FFF2-40B4-BE49-F238E27FC236}">
                <a16:creationId xmlns:a16="http://schemas.microsoft.com/office/drawing/2014/main" id="{2F911462-D81D-6377-9C9B-B2948F2CB7C8}"/>
              </a:ext>
            </a:extLst>
          </p:cNvPr>
          <p:cNvSpPr>
            <a:spLocks noGrp="1"/>
          </p:cNvSpPr>
          <p:nvPr>
            <p:ph idx="1"/>
          </p:nvPr>
        </p:nvSpPr>
        <p:spPr>
          <a:xfrm>
            <a:off x="381000" y="1447800"/>
            <a:ext cx="8229600" cy="4495800"/>
          </a:xfrm>
        </p:spPr>
        <p:txBody>
          <a:bodyPr/>
          <a:lstStyle/>
          <a:p>
            <a:r>
              <a:rPr lang="en-US" altLang="en-US"/>
              <a:t>What if a new behavior is needed?</a:t>
            </a:r>
          </a:p>
          <a:p>
            <a:pPr lvl="1"/>
            <a:r>
              <a:rPr lang="en-US" altLang="en-US"/>
              <a:t>Ie, new FlyBehavior, new QuackBehavior, new LogWriter, etc</a:t>
            </a:r>
          </a:p>
          <a:p>
            <a:endParaRPr lang="en-US" altLang="en-US"/>
          </a:p>
          <a:p>
            <a:r>
              <a:rPr lang="en-US" altLang="en-US"/>
              <a:t>The new class can be created and unit tested on its own (in complete isolation of the infrastructure that uses it).</a:t>
            </a:r>
          </a:p>
          <a:p>
            <a:endParaRPr lang="en-US" altLang="en-US"/>
          </a:p>
          <a:p>
            <a:r>
              <a:rPr lang="en-US" altLang="en-US"/>
              <a:t>Another developer who does not know the “Big Picture” can easily be given direction to create the new behavior and unit test it.</a:t>
            </a:r>
          </a:p>
        </p:txBody>
      </p:sp>
      <p:sp>
        <p:nvSpPr>
          <p:cNvPr id="62467" name="Slide Number Placeholder 3">
            <a:extLst>
              <a:ext uri="{FF2B5EF4-FFF2-40B4-BE49-F238E27FC236}">
                <a16:creationId xmlns:a16="http://schemas.microsoft.com/office/drawing/2014/main" id="{7650D5AE-2B31-B94F-86F2-BC43A7B6777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48528C9-B2CB-3D42-9172-EE58907BF4DC}" type="slidenum">
              <a:rPr lang="en-US" altLang="en-US" sz="1000">
                <a:latin typeface="Arial Black" panose="020B0604020202020204" pitchFamily="34" charset="0"/>
              </a:rPr>
              <a:pPr>
                <a:spcBef>
                  <a:spcPct val="0"/>
                </a:spcBef>
                <a:buClrTx/>
                <a:buSzTx/>
                <a:buFontTx/>
                <a:buNone/>
              </a:pPr>
              <a:t>29</a:t>
            </a:fld>
            <a:endParaRPr lang="en-US" altLang="en-US" sz="1000">
              <a:latin typeface="Arial Black" panose="020B0604020202020204" pitchFamily="34" charset="0"/>
            </a:endParaRPr>
          </a:p>
        </p:txBody>
      </p:sp>
      <p:sp>
        <p:nvSpPr>
          <p:cNvPr id="62468" name="Date Placeholder 4">
            <a:extLst>
              <a:ext uri="{FF2B5EF4-FFF2-40B4-BE49-F238E27FC236}">
                <a16:creationId xmlns:a16="http://schemas.microsoft.com/office/drawing/2014/main" id="{F9A90943-A9EE-8E75-6E0C-412C90B916B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65F29D9-BC79-1E4C-8B46-6D25C6E9F013}"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3187D9D3-FD42-66EB-A817-4D8DC27C8786}"/>
              </a:ext>
            </a:extLst>
          </p:cNvPr>
          <p:cNvSpPr>
            <a:spLocks noGrp="1"/>
          </p:cNvSpPr>
          <p:nvPr>
            <p:ph type="title"/>
          </p:nvPr>
        </p:nvSpPr>
        <p:spPr/>
        <p:txBody>
          <a:bodyPr/>
          <a:lstStyle/>
          <a:p>
            <a:r>
              <a:rPr lang="en-US" altLang="en-US"/>
              <a:t>Refactoring w/Strategy</a:t>
            </a:r>
          </a:p>
        </p:txBody>
      </p:sp>
      <p:sp>
        <p:nvSpPr>
          <p:cNvPr id="64514" name="Content Placeholder 2">
            <a:extLst>
              <a:ext uri="{FF2B5EF4-FFF2-40B4-BE49-F238E27FC236}">
                <a16:creationId xmlns:a16="http://schemas.microsoft.com/office/drawing/2014/main" id="{13171060-CC5D-CD19-75B4-E7EC7D5687C2}"/>
              </a:ext>
            </a:extLst>
          </p:cNvPr>
          <p:cNvSpPr>
            <a:spLocks noGrp="1"/>
          </p:cNvSpPr>
          <p:nvPr>
            <p:ph idx="1"/>
          </p:nvPr>
        </p:nvSpPr>
        <p:spPr>
          <a:xfrm>
            <a:off x="457200" y="1371600"/>
            <a:ext cx="8229600" cy="4800600"/>
          </a:xfrm>
        </p:spPr>
        <p:txBody>
          <a:bodyPr/>
          <a:lstStyle/>
          <a:p>
            <a:pPr>
              <a:buFont typeface="Wingdings" pitchFamily="2" charset="2"/>
              <a:buNone/>
            </a:pPr>
            <a:endParaRPr lang="en-US" altLang="en-US"/>
          </a:p>
          <a:p>
            <a:pPr lvl="1">
              <a:buFont typeface="Wingdings" pitchFamily="2" charset="2"/>
              <a:buNone/>
            </a:pPr>
            <a:r>
              <a:rPr lang="en-US" altLang="en-US" sz="1600">
                <a:latin typeface="Courier New" panose="02070309020205020404" pitchFamily="49" charset="0"/>
                <a:cs typeface="Courier New" panose="02070309020205020404" pitchFamily="49" charset="0"/>
              </a:rPr>
              <a:t>public class SomeClass() {</a:t>
            </a:r>
          </a:p>
          <a:p>
            <a:pPr lvl="1">
              <a:buFont typeface="Wingdings" pitchFamily="2" charset="2"/>
              <a:buNone/>
            </a:pPr>
            <a:endParaRPr lang="en-US" altLang="en-US" sz="1600">
              <a:latin typeface="Courier New" panose="02070309020205020404" pitchFamily="49" charset="0"/>
              <a:cs typeface="Courier New" panose="02070309020205020404" pitchFamily="49" charset="0"/>
            </a:endParaRPr>
          </a:p>
          <a:p>
            <a:pPr lvl="1">
              <a:buFont typeface="Wingdings" pitchFamily="2" charset="2"/>
              <a:buNone/>
            </a:pPr>
            <a:r>
              <a:rPr lang="en-US" altLang="en-US" sz="1600">
                <a:latin typeface="Courier New" panose="02070309020205020404" pitchFamily="49" charset="0"/>
                <a:cs typeface="Courier New" panose="02070309020205020404" pitchFamily="49" charset="0"/>
              </a:rPr>
              <a:t>       public void Function1() {              </a:t>
            </a:r>
          </a:p>
          <a:p>
            <a:pPr lvl="1">
              <a:buFont typeface="Wingdings" pitchFamily="2" charset="2"/>
              <a:buNone/>
            </a:pPr>
            <a:r>
              <a:rPr lang="en-US" altLang="en-US" sz="1600">
                <a:latin typeface="Courier New" panose="02070309020205020404" pitchFamily="49" charset="0"/>
                <a:cs typeface="Courier New" panose="02070309020205020404" pitchFamily="49" charset="0"/>
              </a:rPr>
              <a:t>            //section of code that does not vary    </a:t>
            </a:r>
          </a:p>
          <a:p>
            <a:pPr lvl="1">
              <a:buFont typeface="Wingdings" pitchFamily="2" charset="2"/>
              <a:buNone/>
            </a:pPr>
            <a:r>
              <a:rPr lang="en-US" altLang="en-US" sz="1600">
                <a:latin typeface="Courier New" panose="02070309020205020404" pitchFamily="49" charset="0"/>
                <a:cs typeface="Courier New" panose="02070309020205020404" pitchFamily="49" charset="0"/>
              </a:rPr>
              <a:t>         </a:t>
            </a:r>
          </a:p>
          <a:p>
            <a:pPr lvl="1">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//The next line of code will vary</a:t>
            </a:r>
          </a:p>
          <a:p>
            <a:pPr lvl="1">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int i = (SOME_CONST*50)+100;</a:t>
            </a:r>
          </a:p>
          <a:p>
            <a:pPr lvl="1">
              <a:buFont typeface="Wingdings" pitchFamily="2" charset="2"/>
              <a:buNone/>
            </a:pPr>
            <a:endParaRPr lang="en-US" altLang="en-US" sz="1600">
              <a:latin typeface="Courier New" panose="02070309020205020404" pitchFamily="49" charset="0"/>
              <a:cs typeface="Courier New" panose="02070309020205020404" pitchFamily="49" charset="0"/>
            </a:endParaRPr>
          </a:p>
          <a:p>
            <a:pPr lvl="1">
              <a:buFont typeface="Wingdings" pitchFamily="2" charset="2"/>
              <a:buNone/>
            </a:pPr>
            <a:r>
              <a:rPr lang="en-US" altLang="en-US" sz="1600">
                <a:latin typeface="Courier New" panose="02070309020205020404" pitchFamily="49" charset="0"/>
                <a:cs typeface="Courier New" panose="02070309020205020404" pitchFamily="49" charset="0"/>
              </a:rPr>
              <a:t>		        //section of code that does not vary</a:t>
            </a:r>
          </a:p>
          <a:p>
            <a:pPr lvl="1">
              <a:buFont typeface="Wingdings" pitchFamily="2" charset="2"/>
              <a:buNone/>
            </a:pPr>
            <a:r>
              <a:rPr lang="en-US" altLang="en-US" sz="1600">
                <a:latin typeface="Courier New" panose="02070309020205020404" pitchFamily="49" charset="0"/>
                <a:cs typeface="Courier New" panose="02070309020205020404" pitchFamily="49" charset="0"/>
              </a:rPr>
              <a:t>       }</a:t>
            </a:r>
          </a:p>
          <a:p>
            <a:pPr lvl="1">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64515" name="Slide Number Placeholder 3">
            <a:extLst>
              <a:ext uri="{FF2B5EF4-FFF2-40B4-BE49-F238E27FC236}">
                <a16:creationId xmlns:a16="http://schemas.microsoft.com/office/drawing/2014/main" id="{16559038-6C0B-D43C-9647-A2E80898E3B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AA235FC-2342-D949-A8DE-FEBD54EA7369}" type="slidenum">
              <a:rPr lang="en-US" altLang="en-US" sz="1000">
                <a:latin typeface="Arial Black" panose="020B0604020202020204" pitchFamily="34" charset="0"/>
              </a:rPr>
              <a:pPr>
                <a:spcBef>
                  <a:spcPct val="0"/>
                </a:spcBef>
                <a:buClrTx/>
                <a:buSzTx/>
                <a:buFontTx/>
                <a:buNone/>
              </a:pPr>
              <a:t>30</a:t>
            </a:fld>
            <a:endParaRPr lang="en-US" altLang="en-US" sz="1000">
              <a:latin typeface="Arial Black" panose="020B0604020202020204" pitchFamily="34" charset="0"/>
            </a:endParaRPr>
          </a:p>
        </p:txBody>
      </p:sp>
      <p:sp>
        <p:nvSpPr>
          <p:cNvPr id="64516" name="Date Placeholder 4">
            <a:extLst>
              <a:ext uri="{FF2B5EF4-FFF2-40B4-BE49-F238E27FC236}">
                <a16:creationId xmlns:a16="http://schemas.microsoft.com/office/drawing/2014/main" id="{EC3C4409-1196-CC2A-5DCB-6B100B93529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064E410-7F14-9D45-901E-893161EA57F0}" type="datetime1">
              <a:rPr lang="en-US" altLang="en-US" sz="1200" smtClean="0"/>
              <a:pPr>
                <a:spcBef>
                  <a:spcPct val="0"/>
                </a:spcBef>
                <a:buClrTx/>
                <a:buSzTx/>
                <a:buFontTx/>
                <a:buNone/>
              </a:pPr>
              <a:t>7/17/24</a:t>
            </a:fld>
            <a:endParaRPr lang="en-US" altLang="en-US" sz="1200"/>
          </a:p>
        </p:txBody>
      </p:sp>
      <p:sp>
        <p:nvSpPr>
          <p:cNvPr id="64517" name="TextBox 5">
            <a:extLst>
              <a:ext uri="{FF2B5EF4-FFF2-40B4-BE49-F238E27FC236}">
                <a16:creationId xmlns:a16="http://schemas.microsoft.com/office/drawing/2014/main" id="{BE9889B4-90CE-E1F3-8C96-E3A075D350BB}"/>
              </a:ext>
            </a:extLst>
          </p:cNvPr>
          <p:cNvSpPr txBox="1">
            <a:spLocks noChangeArrowheads="1"/>
          </p:cNvSpPr>
          <p:nvPr/>
        </p:nvSpPr>
        <p:spPr bwMode="auto">
          <a:xfrm>
            <a:off x="381000" y="6030913"/>
            <a:ext cx="815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First question you need to ask yourself: use inheritance or composition?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740EB904-169C-90ED-53EF-4F933CBF39C3}"/>
              </a:ext>
            </a:extLst>
          </p:cNvPr>
          <p:cNvSpPr>
            <a:spLocks noGrp="1"/>
          </p:cNvSpPr>
          <p:nvPr>
            <p:ph type="title"/>
          </p:nvPr>
        </p:nvSpPr>
        <p:spPr/>
        <p:txBody>
          <a:bodyPr/>
          <a:lstStyle/>
          <a:p>
            <a:r>
              <a:rPr lang="en-US" altLang="en-US"/>
              <a:t>Refactoring (cont)</a:t>
            </a:r>
          </a:p>
        </p:txBody>
      </p:sp>
      <p:sp>
        <p:nvSpPr>
          <p:cNvPr id="65538" name="Content Placeholder 2">
            <a:extLst>
              <a:ext uri="{FF2B5EF4-FFF2-40B4-BE49-F238E27FC236}">
                <a16:creationId xmlns:a16="http://schemas.microsoft.com/office/drawing/2014/main" id="{3A97D79B-7FEF-34BB-238E-69266562034D}"/>
              </a:ext>
            </a:extLst>
          </p:cNvPr>
          <p:cNvSpPr>
            <a:spLocks noGrp="1"/>
          </p:cNvSpPr>
          <p:nvPr>
            <p:ph idx="1"/>
          </p:nvPr>
        </p:nvSpPr>
        <p:spPr>
          <a:xfrm>
            <a:off x="457200" y="1371600"/>
            <a:ext cx="8229600" cy="50292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interface IComputeStrategy {</a:t>
            </a:r>
          </a:p>
          <a:p>
            <a:pPr>
              <a:buFont typeface="Wingdings" pitchFamily="2" charset="2"/>
              <a:buNone/>
            </a:pPr>
            <a:r>
              <a:rPr lang="en-US" altLang="en-US" sz="1600">
                <a:latin typeface="Courier New" panose="02070309020205020404" pitchFamily="49" charset="0"/>
                <a:cs typeface="Courier New" panose="02070309020205020404" pitchFamily="49" charset="0"/>
              </a:rPr>
              <a:t>     int Compute();</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endParaRPr lang="en-US" altLang="en-US" sz="1600"/>
          </a:p>
          <a:p>
            <a:pPr>
              <a:buFont typeface="Wingdings" pitchFamily="2" charset="2"/>
              <a:buNone/>
            </a:pPr>
            <a:endParaRPr lang="en-US" altLang="en-US" sz="1600"/>
          </a:p>
          <a:p>
            <a:pPr>
              <a:buFont typeface="Wingdings" pitchFamily="2" charset="2"/>
              <a:buNone/>
            </a:pPr>
            <a:r>
              <a:rPr lang="en-US" altLang="en-US" sz="1600">
                <a:latin typeface="Courier New" panose="02070309020205020404" pitchFamily="49" charset="0"/>
                <a:cs typeface="Courier New" panose="02070309020205020404" pitchFamily="49" charset="0"/>
              </a:rPr>
              <a:t>public class DefaultComputeStrategy implements IComputeStrategy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int Compute() {</a:t>
            </a:r>
          </a:p>
          <a:p>
            <a:pPr>
              <a:buFont typeface="Wingdings" pitchFamily="2" charset="2"/>
              <a:buNone/>
            </a:pPr>
            <a:r>
              <a:rPr lang="en-US" altLang="en-US" sz="1600">
                <a:latin typeface="Courier New" panose="02070309020205020404" pitchFamily="49" charset="0"/>
                <a:cs typeface="Courier New" panose="02070309020205020404" pitchFamily="49" charset="0"/>
              </a:rPr>
              <a:t>	       return (SOME_CONST*50)+100;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65539" name="Slide Number Placeholder 3">
            <a:extLst>
              <a:ext uri="{FF2B5EF4-FFF2-40B4-BE49-F238E27FC236}">
                <a16:creationId xmlns:a16="http://schemas.microsoft.com/office/drawing/2014/main" id="{0A79E3D9-30F9-218E-BD26-EDA17B0A16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B467D0A-BE2B-CA49-BB3D-B7DD3C0599E4}" type="slidenum">
              <a:rPr lang="en-US" altLang="en-US" sz="1000">
                <a:latin typeface="Arial Black" panose="020B0604020202020204" pitchFamily="34" charset="0"/>
              </a:rPr>
              <a:pPr>
                <a:spcBef>
                  <a:spcPct val="0"/>
                </a:spcBef>
                <a:buClrTx/>
                <a:buSzTx/>
                <a:buFontTx/>
                <a:buNone/>
              </a:pPr>
              <a:t>31</a:t>
            </a:fld>
            <a:endParaRPr lang="en-US" altLang="en-US" sz="1000">
              <a:latin typeface="Arial Black" panose="020B0604020202020204" pitchFamily="34" charset="0"/>
            </a:endParaRPr>
          </a:p>
        </p:txBody>
      </p:sp>
      <p:sp>
        <p:nvSpPr>
          <p:cNvPr id="65540" name="Date Placeholder 4">
            <a:extLst>
              <a:ext uri="{FF2B5EF4-FFF2-40B4-BE49-F238E27FC236}">
                <a16:creationId xmlns:a16="http://schemas.microsoft.com/office/drawing/2014/main" id="{3DD96278-9FBA-1AA2-8C4A-91F47A6993F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F85E5E3-FB0C-E24A-B2E6-706C5F58CBC2}"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8C8E1583-42A3-A815-7ECF-4F4FC599E046}"/>
              </a:ext>
            </a:extLst>
          </p:cNvPr>
          <p:cNvSpPr>
            <a:spLocks noGrp="1"/>
          </p:cNvSpPr>
          <p:nvPr>
            <p:ph type="title"/>
          </p:nvPr>
        </p:nvSpPr>
        <p:spPr/>
        <p:txBody>
          <a:bodyPr/>
          <a:lstStyle/>
          <a:p>
            <a:r>
              <a:rPr lang="en-US" altLang="en-US"/>
              <a:t>Refactoring (cont)</a:t>
            </a:r>
          </a:p>
        </p:txBody>
      </p:sp>
      <p:sp>
        <p:nvSpPr>
          <p:cNvPr id="67586" name="Content Placeholder 2">
            <a:extLst>
              <a:ext uri="{FF2B5EF4-FFF2-40B4-BE49-F238E27FC236}">
                <a16:creationId xmlns:a16="http://schemas.microsoft.com/office/drawing/2014/main" id="{1E144636-92E8-FD3E-542D-69D567E08AC6}"/>
              </a:ext>
            </a:extLst>
          </p:cNvPr>
          <p:cNvSpPr>
            <a:spLocks noGrp="1"/>
          </p:cNvSpPr>
          <p:nvPr>
            <p:ph idx="1"/>
          </p:nvPr>
        </p:nvSpPr>
        <p:spPr>
          <a:xfrm>
            <a:off x="457200" y="1371600"/>
            <a:ext cx="8229600" cy="50292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class SomeClass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private IComputeStrategy strategy;</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SomeClass() {</a:t>
            </a:r>
          </a:p>
          <a:p>
            <a:pPr>
              <a:buFont typeface="Wingdings" pitchFamily="2" charset="2"/>
              <a:buNone/>
            </a:pPr>
            <a:r>
              <a:rPr lang="en-US" altLang="en-US" sz="1800" b="1">
                <a:solidFill>
                  <a:srgbClr val="FF0000"/>
                </a:solidFill>
                <a:latin typeface="Courier New" panose="02070309020205020404" pitchFamily="49" charset="0"/>
                <a:cs typeface="Courier New" panose="02070309020205020404" pitchFamily="49" charset="0"/>
              </a:rPr>
              <a:t>           this.strategy = new DefaultComputeStrategy();</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void Function1() {              </a:t>
            </a:r>
          </a:p>
          <a:p>
            <a:pPr>
              <a:buFont typeface="Wingdings" pitchFamily="2" charset="2"/>
              <a:buNone/>
            </a:pPr>
            <a:r>
              <a:rPr lang="en-US" altLang="en-US" sz="1800">
                <a:latin typeface="Courier New" panose="02070309020205020404" pitchFamily="49" charset="0"/>
                <a:cs typeface="Courier New" panose="02070309020205020404" pitchFamily="49" charset="0"/>
              </a:rPr>
              <a:t>            //section of code that does not vary</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r>
              <a:rPr lang="en-US" altLang="en-US" sz="1800" b="1">
                <a:solidFill>
                  <a:srgbClr val="FF0000"/>
                </a:solidFill>
                <a:latin typeface="Courier New" panose="02070309020205020404" pitchFamily="49" charset="0"/>
                <a:cs typeface="Courier New" panose="02070309020205020404" pitchFamily="49" charset="0"/>
              </a:rPr>
              <a:t>int i = strategy.Compute();</a:t>
            </a:r>
          </a:p>
          <a:p>
            <a:pPr>
              <a:buFont typeface="Wingdings" pitchFamily="2" charset="2"/>
              <a:buNone/>
            </a:pPr>
            <a:r>
              <a:rPr lang="en-US" altLang="en-US" sz="1800">
                <a:latin typeface="Courier New" panose="02070309020205020404" pitchFamily="49" charset="0"/>
                <a:cs typeface="Courier New" panose="02070309020205020404" pitchFamily="49" charset="0"/>
              </a:rPr>
              <a:t>		     //section of code that does not vary</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p:txBody>
      </p:sp>
      <p:sp>
        <p:nvSpPr>
          <p:cNvPr id="67587" name="Slide Number Placeholder 3">
            <a:extLst>
              <a:ext uri="{FF2B5EF4-FFF2-40B4-BE49-F238E27FC236}">
                <a16:creationId xmlns:a16="http://schemas.microsoft.com/office/drawing/2014/main" id="{342C0639-D2F9-86F2-2337-D984A5A945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5F7357C-D17C-DA4C-A4BB-BDF2695CC9DE}" type="slidenum">
              <a:rPr lang="en-US" altLang="en-US" sz="1000">
                <a:latin typeface="Arial Black" panose="020B0604020202020204" pitchFamily="34" charset="0"/>
              </a:rPr>
              <a:pPr>
                <a:spcBef>
                  <a:spcPct val="0"/>
                </a:spcBef>
                <a:buClrTx/>
                <a:buSzTx/>
                <a:buFontTx/>
                <a:buNone/>
              </a:pPr>
              <a:t>32</a:t>
            </a:fld>
            <a:endParaRPr lang="en-US" altLang="en-US" sz="1000">
              <a:latin typeface="Arial Black" panose="020B0604020202020204" pitchFamily="34" charset="0"/>
            </a:endParaRPr>
          </a:p>
        </p:txBody>
      </p:sp>
      <p:sp>
        <p:nvSpPr>
          <p:cNvPr id="67588" name="Date Placeholder 4">
            <a:extLst>
              <a:ext uri="{FF2B5EF4-FFF2-40B4-BE49-F238E27FC236}">
                <a16:creationId xmlns:a16="http://schemas.microsoft.com/office/drawing/2014/main" id="{7E93DC9B-B4D0-74CC-2635-EEF7A301DAF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A665ED4-8305-F04A-B9B7-B35F72B192B9}"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48A48E5C-167E-386F-A888-D8D75951EF73}"/>
              </a:ext>
            </a:extLst>
          </p:cNvPr>
          <p:cNvSpPr>
            <a:spLocks noGrp="1"/>
          </p:cNvSpPr>
          <p:nvPr>
            <p:ph type="title"/>
          </p:nvPr>
        </p:nvSpPr>
        <p:spPr>
          <a:xfrm>
            <a:off x="304800" y="457200"/>
            <a:ext cx="8229600" cy="762000"/>
          </a:xfrm>
        </p:spPr>
        <p:txBody>
          <a:bodyPr/>
          <a:lstStyle/>
          <a:p>
            <a:r>
              <a:rPr lang="en-US" altLang="en-US"/>
              <a:t>Dependency Injection</a:t>
            </a:r>
          </a:p>
        </p:txBody>
      </p:sp>
      <p:sp>
        <p:nvSpPr>
          <p:cNvPr id="69634" name="Content Placeholder 2">
            <a:extLst>
              <a:ext uri="{FF2B5EF4-FFF2-40B4-BE49-F238E27FC236}">
                <a16:creationId xmlns:a16="http://schemas.microsoft.com/office/drawing/2014/main" id="{E736F233-3C54-1CDA-D24B-C2DED6CCE4D0}"/>
              </a:ext>
            </a:extLst>
          </p:cNvPr>
          <p:cNvSpPr>
            <a:spLocks noGrp="1"/>
          </p:cNvSpPr>
          <p:nvPr>
            <p:ph idx="1"/>
          </p:nvPr>
        </p:nvSpPr>
        <p:spPr>
          <a:xfrm>
            <a:off x="228600" y="1143000"/>
            <a:ext cx="8686800" cy="5410200"/>
          </a:xfrm>
        </p:spPr>
        <p:txBody>
          <a:bodyPr/>
          <a:lstStyle/>
          <a:p>
            <a:pPr>
              <a:buFont typeface="Wingdings" pitchFamily="2" charset="2"/>
              <a:buNone/>
            </a:pPr>
            <a:r>
              <a:rPr lang="en-US" altLang="en-US"/>
              <a:t>Technique for providing an external dependency to a software component.</a:t>
            </a:r>
          </a:p>
          <a:p>
            <a:pPr>
              <a:buFont typeface="Wingdings" pitchFamily="2" charset="2"/>
              <a:buNone/>
            </a:pPr>
            <a:endParaRPr lang="en-US" altLang="en-US"/>
          </a:p>
          <a:p>
            <a:pPr>
              <a:buFont typeface="Wingdings" pitchFamily="2" charset="2"/>
              <a:buNone/>
            </a:pPr>
            <a:r>
              <a:rPr lang="en-US" altLang="en-US"/>
              <a:t>In the Refactoring example, SomeClass is dependent upon a concrete implementation:</a:t>
            </a:r>
          </a:p>
          <a:p>
            <a:pPr>
              <a:buFont typeface="Wingdings" pitchFamily="2" charset="2"/>
              <a:buNone/>
            </a:pPr>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       public SomeClass() {</a:t>
            </a:r>
          </a:p>
          <a:p>
            <a:pPr>
              <a:buFont typeface="Wingdings" pitchFamily="2" charset="2"/>
              <a:buNone/>
            </a:pPr>
            <a:r>
              <a:rPr lang="en-US" altLang="en-US" sz="1600">
                <a:latin typeface="Courier New" panose="02070309020205020404" pitchFamily="49" charset="0"/>
                <a:cs typeface="Courier New" panose="02070309020205020404" pitchFamily="49" charset="0"/>
              </a:rPr>
              <a:t>           this.strategy = new DefaultComputeStrategy();</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a:p>
          <a:p>
            <a:pPr>
              <a:buFont typeface="Wingdings" pitchFamily="2" charset="2"/>
              <a:buNone/>
            </a:pPr>
            <a:r>
              <a:rPr lang="en-US" altLang="en-US"/>
              <a:t>But what if we did this…</a:t>
            </a:r>
          </a:p>
          <a:p>
            <a:pPr>
              <a:buFont typeface="Wingdings" pitchFamily="2" charset="2"/>
              <a:buNone/>
            </a:pPr>
            <a:r>
              <a:rPr lang="en-US" altLang="en-US"/>
              <a:t>          </a:t>
            </a:r>
            <a:r>
              <a:rPr lang="en-US" altLang="en-US" sz="1400">
                <a:latin typeface="Courier New" panose="02070309020205020404" pitchFamily="49" charset="0"/>
                <a:cs typeface="Courier New" panose="02070309020205020404" pitchFamily="49" charset="0"/>
              </a:rPr>
              <a:t>public SomeClass(IComputerStrategy strategy) {</a:t>
            </a:r>
          </a:p>
          <a:p>
            <a:pPr>
              <a:buFont typeface="Wingdings" pitchFamily="2" charset="2"/>
              <a:buNone/>
            </a:pPr>
            <a:r>
              <a:rPr lang="en-US" altLang="en-US" sz="1400">
                <a:latin typeface="Courier New" panose="02070309020205020404" pitchFamily="49" charset="0"/>
                <a:cs typeface="Courier New" panose="02070309020205020404" pitchFamily="49" charset="0"/>
              </a:rPr>
              <a:t>           this.strategy = strategy;</a:t>
            </a:r>
          </a:p>
          <a:p>
            <a:pPr>
              <a:buFont typeface="Wingdings" pitchFamily="2" charset="2"/>
              <a:buNone/>
            </a:pPr>
            <a:r>
              <a:rPr lang="en-US" altLang="en-US" sz="1400">
                <a:latin typeface="Courier New" panose="02070309020205020404" pitchFamily="49" charset="0"/>
                <a:cs typeface="Courier New" panose="02070309020205020404" pitchFamily="49" charset="0"/>
              </a:rPr>
              <a:t>       }</a:t>
            </a:r>
          </a:p>
          <a:p>
            <a:pPr>
              <a:buFont typeface="Wingdings" pitchFamily="2" charset="2"/>
              <a:buNone/>
            </a:pPr>
            <a:endParaRPr lang="en-US" altLang="en-US"/>
          </a:p>
          <a:p>
            <a:pPr>
              <a:buFont typeface="Wingdings" pitchFamily="2" charset="2"/>
              <a:buNone/>
            </a:pPr>
            <a:endParaRPr lang="en-US" altLang="en-US"/>
          </a:p>
        </p:txBody>
      </p:sp>
      <p:sp>
        <p:nvSpPr>
          <p:cNvPr id="69635" name="Slide Number Placeholder 3">
            <a:extLst>
              <a:ext uri="{FF2B5EF4-FFF2-40B4-BE49-F238E27FC236}">
                <a16:creationId xmlns:a16="http://schemas.microsoft.com/office/drawing/2014/main" id="{A304D487-9298-532D-8950-C89AFB1D652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8C96845-EA5A-9A46-8BBC-063F6092F946}" type="slidenum">
              <a:rPr lang="en-US" altLang="en-US" sz="1000">
                <a:latin typeface="Arial Black" panose="020B0604020202020204" pitchFamily="34" charset="0"/>
              </a:rPr>
              <a:pPr>
                <a:spcBef>
                  <a:spcPct val="0"/>
                </a:spcBef>
                <a:buClrTx/>
                <a:buSzTx/>
                <a:buFontTx/>
                <a:buNone/>
              </a:pPr>
              <a:t>33</a:t>
            </a:fld>
            <a:endParaRPr lang="en-US" altLang="en-US" sz="1000">
              <a:latin typeface="Arial Black" panose="020B0604020202020204" pitchFamily="34" charset="0"/>
            </a:endParaRPr>
          </a:p>
        </p:txBody>
      </p:sp>
      <p:sp>
        <p:nvSpPr>
          <p:cNvPr id="69636" name="Date Placeholder 4">
            <a:extLst>
              <a:ext uri="{FF2B5EF4-FFF2-40B4-BE49-F238E27FC236}">
                <a16:creationId xmlns:a16="http://schemas.microsoft.com/office/drawing/2014/main" id="{31549164-392B-E570-6A18-AA8B44C13F63}"/>
              </a:ext>
            </a:extLst>
          </p:cNvPr>
          <p:cNvSpPr>
            <a:spLocks noGrp="1"/>
          </p:cNvSpPr>
          <p:nvPr>
            <p:ph type="dt" sz="quarter" idx="12"/>
          </p:nvPr>
        </p:nvSpPr>
        <p:spPr>
          <a:xfrm>
            <a:off x="5334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B7934D9-FCA7-DE47-8EDD-E6C5F836330E}"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D8137805-5D07-803F-3F81-E4859A33863D}"/>
              </a:ext>
            </a:extLst>
          </p:cNvPr>
          <p:cNvSpPr>
            <a:spLocks noGrp="1"/>
          </p:cNvSpPr>
          <p:nvPr>
            <p:ph type="title"/>
          </p:nvPr>
        </p:nvSpPr>
        <p:spPr/>
        <p:txBody>
          <a:bodyPr/>
          <a:lstStyle/>
          <a:p>
            <a:r>
              <a:rPr lang="en-US" altLang="en-US"/>
              <a:t>Injection References</a:t>
            </a:r>
          </a:p>
        </p:txBody>
      </p:sp>
      <p:sp>
        <p:nvSpPr>
          <p:cNvPr id="71682" name="Content Placeholder 2">
            <a:extLst>
              <a:ext uri="{FF2B5EF4-FFF2-40B4-BE49-F238E27FC236}">
                <a16:creationId xmlns:a16="http://schemas.microsoft.com/office/drawing/2014/main" id="{AD7B1A12-98DA-4627-0BAE-F1C79370079C}"/>
              </a:ext>
            </a:extLst>
          </p:cNvPr>
          <p:cNvSpPr>
            <a:spLocks noGrp="1"/>
          </p:cNvSpPr>
          <p:nvPr>
            <p:ph idx="1"/>
          </p:nvPr>
        </p:nvSpPr>
        <p:spPr/>
        <p:txBody>
          <a:bodyPr/>
          <a:lstStyle/>
          <a:p>
            <a:pPr>
              <a:buFont typeface="Wingdings" pitchFamily="2" charset="2"/>
              <a:buNone/>
            </a:pPr>
            <a:endParaRPr lang="en-US" altLang="en-US" dirty="0"/>
          </a:p>
          <a:p>
            <a:r>
              <a:rPr lang="en-US" altLang="en-US" dirty="0"/>
              <a:t>http://</a:t>
            </a:r>
            <a:r>
              <a:rPr lang="en-US" altLang="en-US" dirty="0" err="1"/>
              <a:t>martinfowler.com</a:t>
            </a:r>
            <a:r>
              <a:rPr lang="en-US" altLang="en-US" dirty="0"/>
              <a:t>/articles/</a:t>
            </a:r>
            <a:r>
              <a:rPr lang="en-US" altLang="en-US" dirty="0" err="1"/>
              <a:t>injection.html</a:t>
            </a:r>
            <a:endParaRPr lang="en-US" altLang="en-US" dirty="0"/>
          </a:p>
          <a:p>
            <a:r>
              <a:rPr lang="en-US" altLang="en-US" dirty="0"/>
              <a:t>http://</a:t>
            </a:r>
            <a:r>
              <a:rPr lang="en-US" altLang="en-US" dirty="0" err="1"/>
              <a:t>msdn.microsoft.com</a:t>
            </a:r>
            <a:r>
              <a:rPr lang="en-US" altLang="en-US" dirty="0"/>
              <a:t>/</a:t>
            </a:r>
            <a:r>
              <a:rPr lang="en-US" altLang="en-US" dirty="0" err="1"/>
              <a:t>en</a:t>
            </a:r>
            <a:r>
              <a:rPr lang="en-US" altLang="en-US" dirty="0"/>
              <a:t>-us/magazine/cc163739.aspx</a:t>
            </a:r>
          </a:p>
          <a:p>
            <a:endParaRPr lang="en-US" altLang="en-US" dirty="0"/>
          </a:p>
        </p:txBody>
      </p:sp>
      <p:sp>
        <p:nvSpPr>
          <p:cNvPr id="71683" name="Slide Number Placeholder 3">
            <a:extLst>
              <a:ext uri="{FF2B5EF4-FFF2-40B4-BE49-F238E27FC236}">
                <a16:creationId xmlns:a16="http://schemas.microsoft.com/office/drawing/2014/main" id="{8AFB7AFF-E9F7-8D1E-1493-6045DF9A9AC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D1896A3-86B2-704D-8677-C24AF1F970C9}" type="slidenum">
              <a:rPr lang="en-US" altLang="en-US" sz="1000">
                <a:latin typeface="Arial Black" panose="020B0604020202020204" pitchFamily="34" charset="0"/>
              </a:rPr>
              <a:pPr>
                <a:spcBef>
                  <a:spcPct val="0"/>
                </a:spcBef>
                <a:buClrTx/>
                <a:buSzTx/>
                <a:buFontTx/>
                <a:buNone/>
              </a:pPr>
              <a:t>34</a:t>
            </a:fld>
            <a:endParaRPr lang="en-US" altLang="en-US" sz="1000">
              <a:latin typeface="Arial Black" panose="020B0604020202020204" pitchFamily="34" charset="0"/>
            </a:endParaRPr>
          </a:p>
        </p:txBody>
      </p:sp>
      <p:sp>
        <p:nvSpPr>
          <p:cNvPr id="71684" name="Date Placeholder 4">
            <a:extLst>
              <a:ext uri="{FF2B5EF4-FFF2-40B4-BE49-F238E27FC236}">
                <a16:creationId xmlns:a16="http://schemas.microsoft.com/office/drawing/2014/main" id="{CA2E0083-029A-6FB1-23B8-4CD3C005C50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B7F7FC3-6C99-E54B-A4DD-541545587EF6}"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CD9C8B80-A0EA-C653-4F75-8794C9E45882}"/>
              </a:ext>
            </a:extLst>
          </p:cNvPr>
          <p:cNvSpPr>
            <a:spLocks noGrp="1"/>
          </p:cNvSpPr>
          <p:nvPr>
            <p:ph type="title"/>
          </p:nvPr>
        </p:nvSpPr>
        <p:spPr/>
        <p:txBody>
          <a:bodyPr/>
          <a:lstStyle/>
          <a:p>
            <a:r>
              <a:rPr lang="en-US" altLang="en-US"/>
              <a:t>Summary</a:t>
            </a:r>
          </a:p>
        </p:txBody>
      </p:sp>
      <p:sp>
        <p:nvSpPr>
          <p:cNvPr id="72706" name="Content Placeholder 2">
            <a:extLst>
              <a:ext uri="{FF2B5EF4-FFF2-40B4-BE49-F238E27FC236}">
                <a16:creationId xmlns:a16="http://schemas.microsoft.com/office/drawing/2014/main" id="{4539D3D5-9EF8-A6E3-82A7-1E757257CCC7}"/>
              </a:ext>
            </a:extLst>
          </p:cNvPr>
          <p:cNvSpPr>
            <a:spLocks noGrp="1"/>
          </p:cNvSpPr>
          <p:nvPr>
            <p:ph idx="1"/>
          </p:nvPr>
        </p:nvSpPr>
        <p:spPr>
          <a:xfrm>
            <a:off x="457200" y="1371600"/>
            <a:ext cx="8229600" cy="5486400"/>
          </a:xfrm>
        </p:spPr>
        <p:txBody>
          <a:bodyPr/>
          <a:lstStyle/>
          <a:p>
            <a:pPr eaLnBrk="1" hangingPunct="1"/>
            <a:r>
              <a:rPr lang="en-US" altLang="en-US" b="1" i="1"/>
              <a:t>Pattern Name </a:t>
            </a:r>
            <a:r>
              <a:rPr lang="en-US" altLang="en-US"/>
              <a:t>– Strategy</a:t>
            </a:r>
          </a:p>
          <a:p>
            <a:pPr eaLnBrk="1" hangingPunct="1"/>
            <a:r>
              <a:rPr lang="en-US" altLang="en-US" b="1" i="1"/>
              <a:t>Problem</a:t>
            </a:r>
            <a:r>
              <a:rPr lang="en-US" altLang="en-US"/>
              <a:t> – Different algorithms will be appropriate at different times.  Need a way for an object to use different algorithms at runtime.</a:t>
            </a:r>
          </a:p>
          <a:p>
            <a:pPr eaLnBrk="1" hangingPunct="1"/>
            <a:r>
              <a:rPr lang="en-US" altLang="en-US" b="1" i="1"/>
              <a:t>Solution</a:t>
            </a:r>
            <a:endParaRPr lang="en-US" altLang="en-US"/>
          </a:p>
          <a:p>
            <a:pPr lvl="1" eaLnBrk="1" hangingPunct="1"/>
            <a:r>
              <a:rPr lang="en-US" altLang="en-US"/>
              <a:t>Define a family of classes that use the same interface</a:t>
            </a:r>
          </a:p>
          <a:p>
            <a:pPr lvl="1" eaLnBrk="1" hangingPunct="1"/>
            <a:r>
              <a:rPr lang="en-US" altLang="en-US"/>
              <a:t>Provide a set method so that the behavior can be set (and changed)  at runtime.</a:t>
            </a:r>
          </a:p>
          <a:p>
            <a:pPr eaLnBrk="1" hangingPunct="1"/>
            <a:r>
              <a:rPr lang="en-US" altLang="en-US" b="1" i="1"/>
              <a:t>Consequences</a:t>
            </a:r>
          </a:p>
          <a:p>
            <a:pPr lvl="1" eaLnBrk="1" hangingPunct="1"/>
            <a:r>
              <a:rPr lang="en-US" altLang="en-US" sz="1800"/>
              <a:t>Hierarchy of strategy classes</a:t>
            </a:r>
          </a:p>
          <a:p>
            <a:pPr lvl="1" eaLnBrk="1" hangingPunct="1"/>
            <a:r>
              <a:rPr lang="en-US" altLang="en-US" sz="1800"/>
              <a:t>Alternative to subclassing</a:t>
            </a:r>
          </a:p>
          <a:p>
            <a:pPr lvl="1" eaLnBrk="1" hangingPunct="1"/>
            <a:r>
              <a:rPr lang="en-US" altLang="en-US" sz="1800"/>
              <a:t>Eliminates conditional statements</a:t>
            </a:r>
          </a:p>
          <a:p>
            <a:pPr lvl="1" eaLnBrk="1" hangingPunct="1"/>
            <a:r>
              <a:rPr lang="en-US" altLang="en-US" sz="1800"/>
              <a:t>Clients must be aware of strategies</a:t>
            </a:r>
          </a:p>
          <a:p>
            <a:pPr lvl="1" eaLnBrk="1" hangingPunct="1"/>
            <a:r>
              <a:rPr lang="en-US" altLang="en-US" sz="1800"/>
              <a:t>Communication between Context and Strategy</a:t>
            </a:r>
          </a:p>
          <a:p>
            <a:pPr>
              <a:buFont typeface="Wingdings" pitchFamily="2" charset="2"/>
              <a:buNone/>
            </a:pPr>
            <a:endParaRPr lang="en-US" altLang="en-US"/>
          </a:p>
        </p:txBody>
      </p:sp>
      <p:sp>
        <p:nvSpPr>
          <p:cNvPr id="72707" name="Slide Number Placeholder 3">
            <a:extLst>
              <a:ext uri="{FF2B5EF4-FFF2-40B4-BE49-F238E27FC236}">
                <a16:creationId xmlns:a16="http://schemas.microsoft.com/office/drawing/2014/main" id="{902E863F-CF26-E713-21F4-FF7B4D9D5C6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DA350CD-ECC5-0647-8C8C-8D0CD204B791}" type="slidenum">
              <a:rPr lang="en-US" altLang="en-US" sz="1000">
                <a:latin typeface="Arial Black" panose="020B0604020202020204" pitchFamily="34" charset="0"/>
              </a:rPr>
              <a:pPr>
                <a:spcBef>
                  <a:spcPct val="0"/>
                </a:spcBef>
                <a:buClrTx/>
                <a:buSzTx/>
                <a:buFontTx/>
                <a:buNone/>
              </a:pPr>
              <a:t>35</a:t>
            </a:fld>
            <a:endParaRPr lang="en-US" altLang="en-US" sz="1000">
              <a:latin typeface="Arial Black" panose="020B0604020202020204" pitchFamily="34" charset="0"/>
            </a:endParaRPr>
          </a:p>
        </p:txBody>
      </p:sp>
      <p:sp>
        <p:nvSpPr>
          <p:cNvPr id="72708" name="Date Placeholder 4">
            <a:extLst>
              <a:ext uri="{FF2B5EF4-FFF2-40B4-BE49-F238E27FC236}">
                <a16:creationId xmlns:a16="http://schemas.microsoft.com/office/drawing/2014/main" id="{D2618C88-6D2C-4401-52D0-0E105F8C041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A14FFC5-E0F3-2445-865E-EE9FBB16BB94}"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3CA722B3-A5DF-BB0D-B1B0-5BEC3C0080E2}"/>
              </a:ext>
            </a:extLst>
          </p:cNvPr>
          <p:cNvSpPr>
            <a:spLocks noGrp="1"/>
          </p:cNvSpPr>
          <p:nvPr>
            <p:ph type="title"/>
          </p:nvPr>
        </p:nvSpPr>
        <p:spPr/>
        <p:txBody>
          <a:bodyPr/>
          <a:lstStyle/>
          <a:p>
            <a:r>
              <a:rPr lang="en-US" altLang="en-US"/>
              <a:t>Template </a:t>
            </a:r>
          </a:p>
        </p:txBody>
      </p:sp>
      <p:sp>
        <p:nvSpPr>
          <p:cNvPr id="73730" name="Content Placeholder 2">
            <a:extLst>
              <a:ext uri="{FF2B5EF4-FFF2-40B4-BE49-F238E27FC236}">
                <a16:creationId xmlns:a16="http://schemas.microsoft.com/office/drawing/2014/main" id="{FCC76106-12CA-D5D3-D87B-94C7106A4AB7}"/>
              </a:ext>
            </a:extLst>
          </p:cNvPr>
          <p:cNvSpPr>
            <a:spLocks noGrp="1"/>
          </p:cNvSpPr>
          <p:nvPr>
            <p:ph idx="1"/>
          </p:nvPr>
        </p:nvSpPr>
        <p:spPr>
          <a:xfrm>
            <a:off x="457200" y="1219200"/>
            <a:ext cx="8229600" cy="5105400"/>
          </a:xfrm>
        </p:spPr>
        <p:txBody>
          <a:bodyPr/>
          <a:lstStyle/>
          <a:p>
            <a:pPr>
              <a:buFont typeface="Wingdings" pitchFamily="2" charset="2"/>
              <a:buNone/>
            </a:pPr>
            <a:r>
              <a:rPr lang="en-US" altLang="en-US"/>
              <a:t>pg 276 contains the requirement on brewing coffee and tea.</a:t>
            </a:r>
          </a:p>
          <a:p>
            <a:pPr>
              <a:buFont typeface="Wingdings" pitchFamily="2" charset="2"/>
              <a:buNone/>
            </a:pPr>
            <a:endParaRPr lang="en-US" altLang="en-US"/>
          </a:p>
          <a:p>
            <a:pPr>
              <a:buFont typeface="Wingdings" pitchFamily="2" charset="2"/>
              <a:buNone/>
            </a:pPr>
            <a:r>
              <a:rPr lang="en-US" altLang="en-US"/>
              <a:t>Look at code on pg 277 (Coffee) and pg 278 (Tea)</a:t>
            </a:r>
          </a:p>
          <a:p>
            <a:pPr>
              <a:buFont typeface="Wingdings" pitchFamily="2" charset="2"/>
              <a:buNone/>
            </a:pPr>
            <a:endParaRPr lang="en-US" altLang="en-US"/>
          </a:p>
          <a:p>
            <a:pPr>
              <a:buFont typeface="Wingdings" pitchFamily="2" charset="2"/>
              <a:buNone/>
            </a:pPr>
            <a:r>
              <a:rPr lang="en-US" altLang="en-US"/>
              <a:t>How many different steps are there?</a:t>
            </a:r>
          </a:p>
          <a:p>
            <a:pPr>
              <a:buFont typeface="Wingdings" pitchFamily="2" charset="2"/>
              <a:buNone/>
            </a:pPr>
            <a:r>
              <a:rPr lang="en-US" altLang="en-US"/>
              <a:t>What is similar?</a:t>
            </a:r>
          </a:p>
          <a:p>
            <a:pPr>
              <a:buFont typeface="Wingdings" pitchFamily="2" charset="2"/>
              <a:buNone/>
            </a:pPr>
            <a:r>
              <a:rPr lang="en-US" altLang="en-US"/>
              <a:t>What is different?</a:t>
            </a:r>
          </a:p>
          <a:p>
            <a:pPr>
              <a:buFont typeface="Wingdings" pitchFamily="2" charset="2"/>
              <a:buNone/>
            </a:pPr>
            <a:r>
              <a:rPr lang="en-US" altLang="en-US"/>
              <a:t>	</a:t>
            </a:r>
          </a:p>
          <a:p>
            <a:endParaRPr lang="en-US" altLang="en-US"/>
          </a:p>
          <a:p>
            <a:endParaRPr lang="en-US" altLang="en-US"/>
          </a:p>
        </p:txBody>
      </p:sp>
      <p:sp>
        <p:nvSpPr>
          <p:cNvPr id="73731" name="Slide Number Placeholder 3">
            <a:extLst>
              <a:ext uri="{FF2B5EF4-FFF2-40B4-BE49-F238E27FC236}">
                <a16:creationId xmlns:a16="http://schemas.microsoft.com/office/drawing/2014/main" id="{EB93E74B-1ECD-936A-7AE5-5A2D3FEA352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82F668E-5099-B746-A2E1-716D26E8744C}" type="slidenum">
              <a:rPr lang="en-US" altLang="en-US" sz="1000">
                <a:latin typeface="Arial Black" panose="020B0604020202020204" pitchFamily="34" charset="0"/>
              </a:rPr>
              <a:pPr>
                <a:spcBef>
                  <a:spcPct val="0"/>
                </a:spcBef>
                <a:buClrTx/>
                <a:buSzTx/>
                <a:buFontTx/>
                <a:buNone/>
              </a:pPr>
              <a:t>36</a:t>
            </a:fld>
            <a:endParaRPr lang="en-US" altLang="en-US" sz="1000">
              <a:latin typeface="Arial Black" panose="020B0604020202020204" pitchFamily="34" charset="0"/>
            </a:endParaRPr>
          </a:p>
        </p:txBody>
      </p:sp>
      <p:sp>
        <p:nvSpPr>
          <p:cNvPr id="73732" name="Date Placeholder 4">
            <a:extLst>
              <a:ext uri="{FF2B5EF4-FFF2-40B4-BE49-F238E27FC236}">
                <a16:creationId xmlns:a16="http://schemas.microsoft.com/office/drawing/2014/main" id="{F4534CC8-E29D-6E61-6A8C-F804D05CD2B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3976B89-4014-FD4F-AC58-919BDAFEA8AF}"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8A2A55DB-73F3-3601-0410-03652FFC4E94}"/>
              </a:ext>
            </a:extLst>
          </p:cNvPr>
          <p:cNvSpPr>
            <a:spLocks noGrp="1"/>
          </p:cNvSpPr>
          <p:nvPr>
            <p:ph type="title"/>
          </p:nvPr>
        </p:nvSpPr>
        <p:spPr/>
        <p:txBody>
          <a:bodyPr/>
          <a:lstStyle/>
          <a:p>
            <a:r>
              <a:rPr lang="en-US" altLang="en-US"/>
              <a:t>Template</a:t>
            </a:r>
          </a:p>
        </p:txBody>
      </p:sp>
      <p:sp>
        <p:nvSpPr>
          <p:cNvPr id="75778" name="Content Placeholder 2">
            <a:extLst>
              <a:ext uri="{FF2B5EF4-FFF2-40B4-BE49-F238E27FC236}">
                <a16:creationId xmlns:a16="http://schemas.microsoft.com/office/drawing/2014/main" id="{FF2B91D9-33CC-A3DF-31BA-975617B8EAEE}"/>
              </a:ext>
            </a:extLst>
          </p:cNvPr>
          <p:cNvSpPr>
            <a:spLocks noGrp="1"/>
          </p:cNvSpPr>
          <p:nvPr>
            <p:ph idx="1"/>
          </p:nvPr>
        </p:nvSpPr>
        <p:spPr>
          <a:xfrm>
            <a:off x="457200" y="1371600"/>
            <a:ext cx="8229600" cy="4953000"/>
          </a:xfrm>
        </p:spPr>
        <p:txBody>
          <a:bodyPr/>
          <a:lstStyle/>
          <a:p>
            <a:r>
              <a:rPr lang="en-US" altLang="en-US"/>
              <a:t>Pg 280.</a:t>
            </a:r>
          </a:p>
          <a:p>
            <a:r>
              <a:rPr lang="en-US" altLang="en-US"/>
              <a:t>Coffee’s implementation of prepareRecipe() would have to call the following:</a:t>
            </a:r>
          </a:p>
          <a:p>
            <a:pPr lvl="1"/>
            <a:r>
              <a:rPr lang="en-US" altLang="en-US" sz="1600"/>
              <a:t>boilWater </a:t>
            </a:r>
          </a:p>
          <a:p>
            <a:pPr lvl="1"/>
            <a:r>
              <a:rPr lang="en-US" altLang="en-US" sz="1600"/>
              <a:t>brewCoffeeGrinds</a:t>
            </a:r>
          </a:p>
          <a:p>
            <a:pPr lvl="1"/>
            <a:r>
              <a:rPr lang="en-US" altLang="en-US" sz="1600"/>
              <a:t>pourInCup</a:t>
            </a:r>
          </a:p>
          <a:p>
            <a:pPr lvl="1"/>
            <a:r>
              <a:rPr lang="en-US" altLang="en-US" sz="1600"/>
              <a:t>addSugarAndMilk</a:t>
            </a:r>
          </a:p>
          <a:p>
            <a:pPr lvl="1"/>
            <a:endParaRPr lang="en-US" altLang="en-US" sz="1600"/>
          </a:p>
          <a:p>
            <a:r>
              <a:rPr lang="en-US" altLang="en-US"/>
              <a:t>Tea’s implementation of prepareRecipe() would have to call the following:</a:t>
            </a:r>
          </a:p>
          <a:p>
            <a:pPr lvl="1"/>
            <a:r>
              <a:rPr lang="en-US" altLang="en-US" sz="1600"/>
              <a:t>boilWater</a:t>
            </a:r>
          </a:p>
          <a:p>
            <a:pPr lvl="1"/>
            <a:r>
              <a:rPr lang="en-US" altLang="en-US" sz="1600"/>
              <a:t>steepTeaBug</a:t>
            </a:r>
          </a:p>
          <a:p>
            <a:pPr lvl="1"/>
            <a:r>
              <a:rPr lang="en-US" altLang="en-US" sz="1600"/>
              <a:t>pourInCup</a:t>
            </a:r>
          </a:p>
          <a:p>
            <a:pPr lvl="1"/>
            <a:r>
              <a:rPr lang="en-US" altLang="en-US" sz="1600"/>
              <a:t>addLemon</a:t>
            </a:r>
          </a:p>
          <a:p>
            <a:endParaRPr lang="en-US" altLang="en-US"/>
          </a:p>
        </p:txBody>
      </p:sp>
      <p:sp>
        <p:nvSpPr>
          <p:cNvPr id="75779" name="Slide Number Placeholder 3">
            <a:extLst>
              <a:ext uri="{FF2B5EF4-FFF2-40B4-BE49-F238E27FC236}">
                <a16:creationId xmlns:a16="http://schemas.microsoft.com/office/drawing/2014/main" id="{E25B2228-3E67-4DFE-B89A-D48B659069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2A38291-A90F-6440-9AF0-9B53FC9E5A6D}" type="slidenum">
              <a:rPr lang="en-US" altLang="en-US" sz="1000">
                <a:latin typeface="Arial Black" panose="020B0604020202020204" pitchFamily="34" charset="0"/>
              </a:rPr>
              <a:pPr>
                <a:spcBef>
                  <a:spcPct val="0"/>
                </a:spcBef>
                <a:buClrTx/>
                <a:buSzTx/>
                <a:buFontTx/>
                <a:buNone/>
              </a:pPr>
              <a:t>37</a:t>
            </a:fld>
            <a:endParaRPr lang="en-US" altLang="en-US" sz="1000">
              <a:latin typeface="Arial Black" panose="020B0604020202020204" pitchFamily="34" charset="0"/>
            </a:endParaRPr>
          </a:p>
        </p:txBody>
      </p:sp>
      <p:sp>
        <p:nvSpPr>
          <p:cNvPr id="75780" name="Date Placeholder 4">
            <a:extLst>
              <a:ext uri="{FF2B5EF4-FFF2-40B4-BE49-F238E27FC236}">
                <a16:creationId xmlns:a16="http://schemas.microsoft.com/office/drawing/2014/main" id="{4FB55416-2C41-EF07-D090-B55D7A62A80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46ABF67-A2E9-6942-8B66-6916E2BDF9B0}"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F25D783B-0E0C-755C-A8C1-76F9A597706F}"/>
              </a:ext>
            </a:extLst>
          </p:cNvPr>
          <p:cNvSpPr>
            <a:spLocks noGrp="1"/>
          </p:cNvSpPr>
          <p:nvPr>
            <p:ph type="title"/>
          </p:nvPr>
        </p:nvSpPr>
        <p:spPr/>
        <p:txBody>
          <a:bodyPr/>
          <a:lstStyle/>
          <a:p>
            <a:r>
              <a:rPr lang="en-US" altLang="en-US"/>
              <a:t>Template</a:t>
            </a:r>
          </a:p>
        </p:txBody>
      </p:sp>
      <p:sp>
        <p:nvSpPr>
          <p:cNvPr id="77826" name="Content Placeholder 2">
            <a:extLst>
              <a:ext uri="{FF2B5EF4-FFF2-40B4-BE49-F238E27FC236}">
                <a16:creationId xmlns:a16="http://schemas.microsoft.com/office/drawing/2014/main" id="{5D97462B-4220-0AA5-4471-48F75D8A1A48}"/>
              </a:ext>
            </a:extLst>
          </p:cNvPr>
          <p:cNvSpPr>
            <a:spLocks noGrp="1"/>
          </p:cNvSpPr>
          <p:nvPr>
            <p:ph idx="1"/>
          </p:nvPr>
        </p:nvSpPr>
        <p:spPr/>
        <p:txBody>
          <a:bodyPr/>
          <a:lstStyle/>
          <a:p>
            <a:r>
              <a:rPr lang="en-US" altLang="en-US"/>
              <a:t>Pg 282</a:t>
            </a:r>
          </a:p>
          <a:p>
            <a:endParaRPr lang="en-US" altLang="en-US"/>
          </a:p>
          <a:p>
            <a:r>
              <a:rPr lang="en-US" altLang="en-US"/>
              <a:t>The second step of Coffee (brewCoffeeGrinds) and the second step of Tea (steepTeaBag) can be abstracted to a function called “brew”.</a:t>
            </a:r>
          </a:p>
          <a:p>
            <a:endParaRPr lang="en-US" altLang="en-US"/>
          </a:p>
          <a:p>
            <a:r>
              <a:rPr lang="en-US" altLang="en-US"/>
              <a:t>The last step can be abstracted to a function “addCondiments”</a:t>
            </a:r>
          </a:p>
        </p:txBody>
      </p:sp>
      <p:sp>
        <p:nvSpPr>
          <p:cNvPr id="77827" name="Slide Number Placeholder 3">
            <a:extLst>
              <a:ext uri="{FF2B5EF4-FFF2-40B4-BE49-F238E27FC236}">
                <a16:creationId xmlns:a16="http://schemas.microsoft.com/office/drawing/2014/main" id="{B98D4A6A-CE9E-659F-468B-21A2F28F47B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CC3C1E5-550A-424C-BB54-884E6FF49BF9}" type="slidenum">
              <a:rPr lang="en-US" altLang="en-US" sz="1000">
                <a:latin typeface="Arial Black" panose="020B0604020202020204" pitchFamily="34" charset="0"/>
              </a:rPr>
              <a:pPr>
                <a:spcBef>
                  <a:spcPct val="0"/>
                </a:spcBef>
                <a:buClrTx/>
                <a:buSzTx/>
                <a:buFontTx/>
                <a:buNone/>
              </a:pPr>
              <a:t>38</a:t>
            </a:fld>
            <a:endParaRPr lang="en-US" altLang="en-US" sz="1000">
              <a:latin typeface="Arial Black" panose="020B0604020202020204" pitchFamily="34" charset="0"/>
            </a:endParaRPr>
          </a:p>
        </p:txBody>
      </p:sp>
      <p:sp>
        <p:nvSpPr>
          <p:cNvPr id="77828" name="Date Placeholder 4">
            <a:extLst>
              <a:ext uri="{FF2B5EF4-FFF2-40B4-BE49-F238E27FC236}">
                <a16:creationId xmlns:a16="http://schemas.microsoft.com/office/drawing/2014/main" id="{40997A5F-2289-1D1D-C085-68093915C3D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C98ACA8-CF8A-6B4E-BDC6-C9A1EF917792}"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EAEADF7E-E57E-93B4-F5BE-46A75302969A}"/>
              </a:ext>
            </a:extLst>
          </p:cNvPr>
          <p:cNvSpPr>
            <a:spLocks noGrp="1"/>
          </p:cNvSpPr>
          <p:nvPr>
            <p:ph type="title"/>
          </p:nvPr>
        </p:nvSpPr>
        <p:spPr/>
        <p:txBody>
          <a:bodyPr/>
          <a:lstStyle/>
          <a:p>
            <a:r>
              <a:rPr lang="en-US" altLang="en-US"/>
              <a:t>Template</a:t>
            </a:r>
          </a:p>
        </p:txBody>
      </p:sp>
      <p:sp>
        <p:nvSpPr>
          <p:cNvPr id="78850" name="Content Placeholder 2">
            <a:extLst>
              <a:ext uri="{FF2B5EF4-FFF2-40B4-BE49-F238E27FC236}">
                <a16:creationId xmlns:a16="http://schemas.microsoft.com/office/drawing/2014/main" id="{2851BCE2-D4EF-6B45-D8A1-CE0DC9FC79AC}"/>
              </a:ext>
            </a:extLst>
          </p:cNvPr>
          <p:cNvSpPr>
            <a:spLocks noGrp="1"/>
          </p:cNvSpPr>
          <p:nvPr>
            <p:ph idx="1"/>
          </p:nvPr>
        </p:nvSpPr>
        <p:spPr/>
        <p:txBody>
          <a:bodyPr/>
          <a:lstStyle/>
          <a:p>
            <a:r>
              <a:rPr lang="en-US" altLang="en-US"/>
              <a:t>Pg 283</a:t>
            </a:r>
          </a:p>
          <a:p>
            <a:endParaRPr lang="en-US" altLang="en-US"/>
          </a:p>
          <a:p>
            <a:r>
              <a:rPr lang="en-US" altLang="en-US"/>
              <a:t>The class CaffeineBeverage contains the function prepareRecipe that contains the four steps.</a:t>
            </a:r>
          </a:p>
          <a:p>
            <a:pPr lvl="1"/>
            <a:r>
              <a:rPr lang="en-US" altLang="en-US"/>
              <a:t>Note that it is marked as final.</a:t>
            </a:r>
          </a:p>
          <a:p>
            <a:pPr lvl="1"/>
            <a:r>
              <a:rPr lang="en-US" altLang="en-US"/>
              <a:t>The steps brew and addCondiments have been marked as abstract.</a:t>
            </a:r>
          </a:p>
          <a:p>
            <a:pPr lvl="1"/>
            <a:endParaRPr lang="en-US" altLang="en-US"/>
          </a:p>
          <a:p>
            <a:r>
              <a:rPr lang="en-US" altLang="en-US"/>
              <a:t>The sub-classes will specify the exact implementation of brew and addCondiments.</a:t>
            </a:r>
          </a:p>
          <a:p>
            <a:pPr lvl="1"/>
            <a:endParaRPr lang="en-US" altLang="en-US"/>
          </a:p>
          <a:p>
            <a:pPr lvl="1"/>
            <a:endParaRPr lang="en-US" altLang="en-US"/>
          </a:p>
          <a:p>
            <a:endParaRPr lang="en-US" altLang="en-US"/>
          </a:p>
        </p:txBody>
      </p:sp>
      <p:sp>
        <p:nvSpPr>
          <p:cNvPr id="78851" name="Slide Number Placeholder 3">
            <a:extLst>
              <a:ext uri="{FF2B5EF4-FFF2-40B4-BE49-F238E27FC236}">
                <a16:creationId xmlns:a16="http://schemas.microsoft.com/office/drawing/2014/main" id="{D6587E14-1319-6D43-5D8B-D683235552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BC6FA18-366F-0742-8438-20D43450D959}" type="slidenum">
              <a:rPr lang="en-US" altLang="en-US" sz="1000">
                <a:latin typeface="Arial Black" panose="020B0604020202020204" pitchFamily="34" charset="0"/>
              </a:rPr>
              <a:pPr>
                <a:spcBef>
                  <a:spcPct val="0"/>
                </a:spcBef>
                <a:buClrTx/>
                <a:buSzTx/>
                <a:buFontTx/>
                <a:buNone/>
              </a:pPr>
              <a:t>39</a:t>
            </a:fld>
            <a:endParaRPr lang="en-US" altLang="en-US" sz="1000">
              <a:latin typeface="Arial Black" panose="020B0604020202020204" pitchFamily="34" charset="0"/>
            </a:endParaRPr>
          </a:p>
        </p:txBody>
      </p:sp>
      <p:sp>
        <p:nvSpPr>
          <p:cNvPr id="78852" name="Date Placeholder 4">
            <a:extLst>
              <a:ext uri="{FF2B5EF4-FFF2-40B4-BE49-F238E27FC236}">
                <a16:creationId xmlns:a16="http://schemas.microsoft.com/office/drawing/2014/main" id="{2E40BFC3-BC81-AB3A-9014-7BC5A39935E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41C13DB-0947-6748-958B-3573BC14D262}"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FB501461-072F-A346-0D00-31CB732B6140}"/>
              </a:ext>
            </a:extLst>
          </p:cNvPr>
          <p:cNvSpPr>
            <a:spLocks noGrp="1"/>
          </p:cNvSpPr>
          <p:nvPr>
            <p:ph type="title"/>
          </p:nvPr>
        </p:nvSpPr>
        <p:spPr/>
        <p:txBody>
          <a:bodyPr/>
          <a:lstStyle/>
          <a:p>
            <a:r>
              <a:rPr lang="en-US" altLang="en-US"/>
              <a:t>Template Method Pattern</a:t>
            </a:r>
          </a:p>
        </p:txBody>
      </p:sp>
      <p:sp>
        <p:nvSpPr>
          <p:cNvPr id="79874" name="Content Placeholder 2">
            <a:extLst>
              <a:ext uri="{FF2B5EF4-FFF2-40B4-BE49-F238E27FC236}">
                <a16:creationId xmlns:a16="http://schemas.microsoft.com/office/drawing/2014/main" id="{D28ACB7E-4CCA-49D0-888D-6C0A53644272}"/>
              </a:ext>
            </a:extLst>
          </p:cNvPr>
          <p:cNvSpPr>
            <a:spLocks noGrp="1"/>
          </p:cNvSpPr>
          <p:nvPr>
            <p:ph idx="1"/>
          </p:nvPr>
        </p:nvSpPr>
        <p:spPr>
          <a:xfrm>
            <a:off x="457200" y="1371600"/>
            <a:ext cx="8229600" cy="2209800"/>
          </a:xfrm>
        </p:spPr>
        <p:txBody>
          <a:bodyPr/>
          <a:lstStyle/>
          <a:p>
            <a:r>
              <a:rPr lang="en-US" altLang="en-US"/>
              <a:t>GoF Intent: “The Template Method pattern defines the skeleton of an algorithm in a method, deferring some steps to subclasses.  Template Method lets subclasses redefine certain steps of the </a:t>
            </a:r>
            <a:r>
              <a:rPr lang="en-US" altLang="en-US" i="1"/>
              <a:t>algorithm without changing the algorithm’s structure</a:t>
            </a:r>
            <a:r>
              <a:rPr lang="en-US" altLang="en-US"/>
              <a:t>.”</a:t>
            </a:r>
          </a:p>
        </p:txBody>
      </p:sp>
      <p:sp>
        <p:nvSpPr>
          <p:cNvPr id="79875" name="Slide Number Placeholder 3">
            <a:extLst>
              <a:ext uri="{FF2B5EF4-FFF2-40B4-BE49-F238E27FC236}">
                <a16:creationId xmlns:a16="http://schemas.microsoft.com/office/drawing/2014/main" id="{015114D1-ABA3-177F-F837-677F53402BB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C82679C-7FF0-0F49-A363-A5C85F7D8B25}" type="slidenum">
              <a:rPr lang="en-US" altLang="en-US" sz="1000">
                <a:latin typeface="Arial Black" panose="020B0604020202020204" pitchFamily="34" charset="0"/>
              </a:rPr>
              <a:pPr>
                <a:spcBef>
                  <a:spcPct val="0"/>
                </a:spcBef>
                <a:buClrTx/>
                <a:buSzTx/>
                <a:buFontTx/>
                <a:buNone/>
              </a:pPr>
              <a:t>40</a:t>
            </a:fld>
            <a:endParaRPr lang="en-US" altLang="en-US" sz="1000">
              <a:latin typeface="Arial Black" panose="020B0604020202020204" pitchFamily="34" charset="0"/>
            </a:endParaRPr>
          </a:p>
        </p:txBody>
      </p:sp>
      <p:sp>
        <p:nvSpPr>
          <p:cNvPr id="79876" name="Date Placeholder 4">
            <a:extLst>
              <a:ext uri="{FF2B5EF4-FFF2-40B4-BE49-F238E27FC236}">
                <a16:creationId xmlns:a16="http://schemas.microsoft.com/office/drawing/2014/main" id="{1E54EB3E-FA93-D145-CB4A-9CB0FA0127B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BA17280-AC20-4C4C-A30C-73DAF1265BFB}" type="datetime1">
              <a:rPr lang="en-US" altLang="en-US" sz="1200" smtClean="0"/>
              <a:pPr>
                <a:spcBef>
                  <a:spcPct val="0"/>
                </a:spcBef>
                <a:buClrTx/>
                <a:buSzTx/>
                <a:buFontTx/>
                <a:buNone/>
              </a:pPr>
              <a:t>7/17/24</a:t>
            </a:fld>
            <a:endParaRPr lang="en-US" altLang="en-US" sz="1200"/>
          </a:p>
        </p:txBody>
      </p:sp>
      <p:pic>
        <p:nvPicPr>
          <p:cNvPr id="79877" name="Picture 7" descr="Class diagram for the classic implementation of the Template Method pattern (Template Method  design pattern). ">
            <a:extLst>
              <a:ext uri="{FF2B5EF4-FFF2-40B4-BE49-F238E27FC236}">
                <a16:creationId xmlns:a16="http://schemas.microsoft.com/office/drawing/2014/main" id="{BAB73FBD-BDD0-D431-259E-3C2863FE0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492500"/>
            <a:ext cx="5334000"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09D7A544-C4E0-9BE6-3B6C-A48DA1BDAAA3}"/>
              </a:ext>
            </a:extLst>
          </p:cNvPr>
          <p:cNvSpPr>
            <a:spLocks noGrp="1"/>
          </p:cNvSpPr>
          <p:nvPr>
            <p:ph type="title"/>
          </p:nvPr>
        </p:nvSpPr>
        <p:spPr/>
        <p:txBody>
          <a:bodyPr/>
          <a:lstStyle/>
          <a:p>
            <a:r>
              <a:rPr lang="en-US" altLang="en-US"/>
              <a:t>Hooks</a:t>
            </a:r>
          </a:p>
        </p:txBody>
      </p:sp>
      <p:sp>
        <p:nvSpPr>
          <p:cNvPr id="81922" name="Content Placeholder 2">
            <a:extLst>
              <a:ext uri="{FF2B5EF4-FFF2-40B4-BE49-F238E27FC236}">
                <a16:creationId xmlns:a16="http://schemas.microsoft.com/office/drawing/2014/main" id="{EBE085BC-8A0A-1BFA-0AA3-2181A6A2D20D}"/>
              </a:ext>
            </a:extLst>
          </p:cNvPr>
          <p:cNvSpPr>
            <a:spLocks noGrp="1"/>
          </p:cNvSpPr>
          <p:nvPr>
            <p:ph idx="1"/>
          </p:nvPr>
        </p:nvSpPr>
        <p:spPr>
          <a:xfrm>
            <a:off x="457200" y="1371600"/>
            <a:ext cx="8382000" cy="4495800"/>
          </a:xfrm>
        </p:spPr>
        <p:txBody>
          <a:bodyPr/>
          <a:lstStyle/>
          <a:p>
            <a:r>
              <a:rPr lang="en-US" altLang="en-US"/>
              <a:t>“A hook is a method that is declared in the abstract class, but only given an empty or default implementation.”</a:t>
            </a:r>
          </a:p>
          <a:p>
            <a:endParaRPr lang="en-US" altLang="en-US"/>
          </a:p>
          <a:p>
            <a:r>
              <a:rPr lang="en-US" altLang="en-US"/>
              <a:t>Hook may be optional!</a:t>
            </a:r>
          </a:p>
          <a:p>
            <a:pPr lvl="1"/>
            <a:r>
              <a:rPr lang="en-US" altLang="en-US"/>
              <a:t>Empty Implementation</a:t>
            </a:r>
          </a:p>
          <a:p>
            <a:endParaRPr lang="en-US" altLang="en-US"/>
          </a:p>
          <a:p>
            <a:r>
              <a:rPr lang="en-US" altLang="en-US"/>
              <a:t>See pg 292 for an example. </a:t>
            </a:r>
          </a:p>
          <a:p>
            <a:endParaRPr lang="en-US" altLang="en-US"/>
          </a:p>
          <a:p>
            <a:r>
              <a:rPr lang="en-US" altLang="en-US"/>
              <a:t>The hook could be completely empty as well!</a:t>
            </a:r>
          </a:p>
        </p:txBody>
      </p:sp>
      <p:sp>
        <p:nvSpPr>
          <p:cNvPr id="81923" name="Slide Number Placeholder 3">
            <a:extLst>
              <a:ext uri="{FF2B5EF4-FFF2-40B4-BE49-F238E27FC236}">
                <a16:creationId xmlns:a16="http://schemas.microsoft.com/office/drawing/2014/main" id="{198F51A9-709C-D63C-CF8C-4D105C32FB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837D7EE-75DE-424F-9D9C-38CCF93AA49B}" type="slidenum">
              <a:rPr lang="en-US" altLang="en-US" sz="1000">
                <a:latin typeface="Arial Black" panose="020B0604020202020204" pitchFamily="34" charset="0"/>
              </a:rPr>
              <a:pPr>
                <a:spcBef>
                  <a:spcPct val="0"/>
                </a:spcBef>
                <a:buClrTx/>
                <a:buSzTx/>
                <a:buFontTx/>
                <a:buNone/>
              </a:pPr>
              <a:t>41</a:t>
            </a:fld>
            <a:endParaRPr lang="en-US" altLang="en-US" sz="1000">
              <a:latin typeface="Arial Black" panose="020B0604020202020204" pitchFamily="34" charset="0"/>
            </a:endParaRPr>
          </a:p>
        </p:txBody>
      </p:sp>
      <p:sp>
        <p:nvSpPr>
          <p:cNvPr id="81924" name="Date Placeholder 4">
            <a:extLst>
              <a:ext uri="{FF2B5EF4-FFF2-40B4-BE49-F238E27FC236}">
                <a16:creationId xmlns:a16="http://schemas.microsoft.com/office/drawing/2014/main" id="{0C5EC7C9-DCAB-3334-5CCA-8968F78C66A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022BA87-DEFA-9A42-B362-347172B44E53}" type="datetime1">
              <a:rPr lang="en-US" altLang="en-US" sz="1200" smtClean="0"/>
              <a:pPr>
                <a:spcBef>
                  <a:spcPct val="0"/>
                </a:spcBef>
                <a:buClrTx/>
                <a:buSzTx/>
                <a:buFontTx/>
                <a:buNone/>
              </a:pPr>
              <a:t>7/17/24</a:t>
            </a:fld>
            <a:endParaRPr lang="en-US" altLang="en-US" sz="12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7C697C4-7AB7-983D-BFCA-8EB34E3B1A32}"/>
              </a:ext>
            </a:extLst>
          </p:cNvPr>
          <p:cNvSpPr>
            <a:spLocks noGrp="1"/>
          </p:cNvSpPr>
          <p:nvPr>
            <p:ph type="title"/>
          </p:nvPr>
        </p:nvSpPr>
        <p:spPr/>
        <p:txBody>
          <a:bodyPr/>
          <a:lstStyle/>
          <a:p>
            <a:r>
              <a:rPr lang="en-US" altLang="en-US"/>
              <a:t>Hollywood Principle</a:t>
            </a:r>
          </a:p>
        </p:txBody>
      </p:sp>
      <p:sp>
        <p:nvSpPr>
          <p:cNvPr id="82946" name="Content Placeholder 2">
            <a:extLst>
              <a:ext uri="{FF2B5EF4-FFF2-40B4-BE49-F238E27FC236}">
                <a16:creationId xmlns:a16="http://schemas.microsoft.com/office/drawing/2014/main" id="{7BCF2A72-98F7-C9DE-07C0-4616CC2440B9}"/>
              </a:ext>
            </a:extLst>
          </p:cNvPr>
          <p:cNvSpPr>
            <a:spLocks noGrp="1"/>
          </p:cNvSpPr>
          <p:nvPr>
            <p:ph idx="1"/>
          </p:nvPr>
        </p:nvSpPr>
        <p:spPr/>
        <p:txBody>
          <a:bodyPr/>
          <a:lstStyle/>
          <a:p>
            <a:r>
              <a:rPr lang="en-US" altLang="en-US"/>
              <a:t>“Don’t call us, we’ll call you.”</a:t>
            </a:r>
          </a:p>
          <a:p>
            <a:pPr>
              <a:buFont typeface="Wingdings" pitchFamily="2" charset="2"/>
              <a:buNone/>
            </a:pPr>
            <a:endParaRPr lang="en-US" altLang="en-US"/>
          </a:p>
          <a:p>
            <a:r>
              <a:rPr lang="en-US" altLang="en-US"/>
              <a:t>Promotes working with abstractions as much as possible.</a:t>
            </a:r>
          </a:p>
          <a:p>
            <a:endParaRPr lang="en-US" altLang="en-US"/>
          </a:p>
          <a:p>
            <a:r>
              <a:rPr lang="en-US" altLang="en-US"/>
              <a:t>Good for creating frameworks.</a:t>
            </a:r>
          </a:p>
        </p:txBody>
      </p:sp>
      <p:sp>
        <p:nvSpPr>
          <p:cNvPr id="82947" name="Slide Number Placeholder 3">
            <a:extLst>
              <a:ext uri="{FF2B5EF4-FFF2-40B4-BE49-F238E27FC236}">
                <a16:creationId xmlns:a16="http://schemas.microsoft.com/office/drawing/2014/main" id="{5BA52340-BAEA-A455-FB76-89F79C46D6C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5462318-0934-8A41-A126-18704301DE77}" type="slidenum">
              <a:rPr lang="en-US" altLang="en-US" sz="1000">
                <a:latin typeface="Arial Black" panose="020B0604020202020204" pitchFamily="34" charset="0"/>
              </a:rPr>
              <a:pPr>
                <a:spcBef>
                  <a:spcPct val="0"/>
                </a:spcBef>
                <a:buClrTx/>
                <a:buSzTx/>
                <a:buFontTx/>
                <a:buNone/>
              </a:pPr>
              <a:t>42</a:t>
            </a:fld>
            <a:endParaRPr lang="en-US" altLang="en-US" sz="1000">
              <a:latin typeface="Arial Black" panose="020B0604020202020204" pitchFamily="34" charset="0"/>
            </a:endParaRPr>
          </a:p>
        </p:txBody>
      </p:sp>
      <p:sp>
        <p:nvSpPr>
          <p:cNvPr id="82948" name="Date Placeholder 4">
            <a:extLst>
              <a:ext uri="{FF2B5EF4-FFF2-40B4-BE49-F238E27FC236}">
                <a16:creationId xmlns:a16="http://schemas.microsoft.com/office/drawing/2014/main" id="{9C57738F-30BD-8083-C63B-F80F262B4B2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A17AE3F-ED80-4B41-A216-4E82F513797B}" type="datetime1">
              <a:rPr lang="en-US" altLang="en-US" sz="1200" smtClean="0"/>
              <a:pPr>
                <a:spcBef>
                  <a:spcPct val="0"/>
                </a:spcBef>
                <a:buClrTx/>
                <a:buSzTx/>
                <a:buFontTx/>
                <a:buNone/>
              </a:pPr>
              <a:t>7/17/24</a:t>
            </a:fld>
            <a:endParaRPr lang="en-US" altLang="en-US" sz="120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TDA Elaboration Session I Nov 5</Template>
  <TotalTime>2948</TotalTime>
  <Words>4427</Words>
  <Application>Microsoft Macintosh PowerPoint</Application>
  <PresentationFormat>On-screen Show (4:3)</PresentationFormat>
  <Paragraphs>641</Paragraphs>
  <Slides>42</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Arial Black</vt:lpstr>
      <vt:lpstr>Courier New</vt:lpstr>
      <vt:lpstr>Times New Roman</vt:lpstr>
      <vt:lpstr>Wingdings</vt:lpstr>
      <vt:lpstr>Pixel</vt:lpstr>
      <vt:lpstr>Design Patterns</vt:lpstr>
      <vt:lpstr>Agenda</vt:lpstr>
      <vt:lpstr>SimUDuck Application  (Head First Design Patterns)</vt:lpstr>
      <vt:lpstr>SimUDuck Application</vt:lpstr>
      <vt:lpstr>Using Interface</vt:lpstr>
      <vt:lpstr>The problem…</vt:lpstr>
      <vt:lpstr>Back to SimUDuck</vt:lpstr>
      <vt:lpstr>Closer Look at Variable Behavior</vt:lpstr>
      <vt:lpstr>Design Principle #2</vt:lpstr>
      <vt:lpstr>Breaking it down…</vt:lpstr>
      <vt:lpstr>Breaking it down… (cont)</vt:lpstr>
      <vt:lpstr>Setting Behavior Dynamically </vt:lpstr>
      <vt:lpstr>To Think About</vt:lpstr>
      <vt:lpstr>Favor Composition over Inheritance</vt:lpstr>
      <vt:lpstr>The Strategy Pattern</vt:lpstr>
      <vt:lpstr>Lab</vt:lpstr>
      <vt:lpstr>Lab (cont)</vt:lpstr>
      <vt:lpstr>Lab (cont)</vt:lpstr>
      <vt:lpstr>Lab (cont)</vt:lpstr>
      <vt:lpstr>Lab (cont)</vt:lpstr>
      <vt:lpstr>Lab Answers</vt:lpstr>
      <vt:lpstr>Lab Answers</vt:lpstr>
      <vt:lpstr>Lab Answers</vt:lpstr>
      <vt:lpstr>Question 4a</vt:lpstr>
      <vt:lpstr>Question 4b</vt:lpstr>
      <vt:lpstr>Question 4c</vt:lpstr>
      <vt:lpstr>Question 4c</vt:lpstr>
      <vt:lpstr>Bonus Question</vt:lpstr>
      <vt:lpstr>Advantage: Unit Testing</vt:lpstr>
      <vt:lpstr>Refactoring w/Strategy</vt:lpstr>
      <vt:lpstr>Refactoring (cont)</vt:lpstr>
      <vt:lpstr>Refactoring (cont)</vt:lpstr>
      <vt:lpstr>Dependency Injection</vt:lpstr>
      <vt:lpstr>Injection References</vt:lpstr>
      <vt:lpstr>Summary</vt:lpstr>
      <vt:lpstr>Template </vt:lpstr>
      <vt:lpstr>Template</vt:lpstr>
      <vt:lpstr>Template</vt:lpstr>
      <vt:lpstr>Template</vt:lpstr>
      <vt:lpstr>Template Method Pattern</vt:lpstr>
      <vt:lpstr>Hooks</vt:lpstr>
      <vt:lpstr>Hollywood Principle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Induwara Rajapaksha</cp:lastModifiedBy>
  <cp:revision>960</cp:revision>
  <cp:lastPrinted>1601-01-01T00:00:00Z</cp:lastPrinted>
  <dcterms:created xsi:type="dcterms:W3CDTF">1601-01-01T00:00:00Z</dcterms:created>
  <dcterms:modified xsi:type="dcterms:W3CDTF">2024-07-17T04:28:03Z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